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Ex1.xml" ContentType="application/vnd.ms-office.chartex+xml"/>
  <Override PartName="/ppt/charts/style2.xml" ContentType="application/vnd.ms-office.chartstyle+xml"/>
  <Override PartName="/ppt/charts/colors2.xml" ContentType="application/vnd.ms-office.chartcolorstyl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80" r:id="rId1"/>
    <p:sldMasterId id="2147483792" r:id="rId2"/>
  </p:sldMasterIdLst>
  <p:sldIdLst>
    <p:sldId id="279" r:id="rId3"/>
    <p:sldId id="283" r:id="rId4"/>
    <p:sldId id="284" r:id="rId5"/>
    <p:sldId id="285" r:id="rId6"/>
    <p:sldId id="280" r:id="rId7"/>
    <p:sldId id="281" r:id="rId8"/>
    <p:sldId id="282" r:id="rId9"/>
    <p:sldId id="263" r:id="rId10"/>
    <p:sldId id="286" r:id="rId11"/>
    <p:sldId id="287" r:id="rId12"/>
    <p:sldId id="288" r:id="rId13"/>
    <p:sldId id="289" r:id="rId14"/>
    <p:sldId id="268" r:id="rId15"/>
    <p:sldId id="269" r:id="rId16"/>
    <p:sldId id="270" r:id="rId17"/>
    <p:sldId id="273" r:id="rId18"/>
    <p:sldId id="274" r:id="rId19"/>
    <p:sldId id="261" r:id="rId20"/>
    <p:sldId id="262" r:id="rId21"/>
    <p:sldId id="264" r:id="rId22"/>
    <p:sldId id="265" r:id="rId23"/>
    <p:sldId id="267" r:id="rId24"/>
    <p:sldId id="266" r:id="rId25"/>
    <p:sldId id="272" r:id="rId26"/>
    <p:sldId id="256" r:id="rId27"/>
    <p:sldId id="259" r:id="rId28"/>
    <p:sldId id="275" r:id="rId29"/>
    <p:sldId id="276" r:id="rId3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F7DC4"/>
    <a:srgbClr val="E32199"/>
    <a:srgbClr val="660066"/>
    <a:srgbClr val="F6B8DE"/>
    <a:srgbClr val="FBE1F1"/>
    <a:srgbClr val="310147"/>
    <a:srgbClr val="E94DAE"/>
    <a:srgbClr val="333399"/>
    <a:srgbClr val="308EC7"/>
    <a:srgbClr val="2FB26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53" autoAdjust="0"/>
    <p:restoredTop sz="94660"/>
  </p:normalViewPr>
  <p:slideViewPr>
    <p:cSldViewPr snapToGrid="0">
      <p:cViewPr varScale="1">
        <p:scale>
          <a:sx n="28" d="100"/>
          <a:sy n="28" d="100"/>
        </p:scale>
        <p:origin x="96" y="120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8" Type="http://schemas.openxmlformats.org/officeDocument/2006/relationships/slide" Target="slides/slide6.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Ex1.xml.rels><?xml version="1.0" encoding="UTF-8" standalone="yes"?>
<Relationships xmlns="http://schemas.openxmlformats.org/package/2006/relationships"><Relationship Id="rId3" Type="http://schemas.microsoft.com/office/2011/relationships/chartColorStyle" Target="colors2.xml"/><Relationship Id="rId2" Type="http://schemas.microsoft.com/office/2011/relationships/chartStyle" Target="style2.xml"/><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fr-FR"/>
        </a:p>
      </c:txPr>
    </c:title>
    <c:autoTitleDeleted val="0"/>
    <c:plotArea>
      <c:layout/>
      <c:doughnutChart>
        <c:varyColors val="1"/>
        <c:ser>
          <c:idx val="0"/>
          <c:order val="0"/>
          <c:tx>
            <c:strRef>
              <c:f>Feuil1!$B$1</c:f>
              <c:strCache>
                <c:ptCount val="1"/>
                <c:pt idx="0">
                  <c:v>Ventes</c:v>
                </c:pt>
              </c:strCache>
            </c:strRef>
          </c:tx>
          <c:dPt>
            <c:idx val="0"/>
            <c:bubble3D val="0"/>
            <c:spPr>
              <a:solidFill>
                <a:schemeClr val="accent1"/>
              </a:solidFill>
              <a:ln w="19050">
                <a:solidFill>
                  <a:schemeClr val="lt1"/>
                </a:solidFill>
              </a:ln>
              <a:effectLst/>
            </c:spPr>
          </c:dPt>
          <c:dPt>
            <c:idx val="1"/>
            <c:bubble3D val="0"/>
            <c:spPr>
              <a:solidFill>
                <a:schemeClr val="accent2"/>
              </a:solidFill>
              <a:ln w="19050">
                <a:solidFill>
                  <a:schemeClr val="lt1"/>
                </a:solidFill>
              </a:ln>
              <a:effectLst/>
            </c:spPr>
          </c:dPt>
          <c:dPt>
            <c:idx val="2"/>
            <c:bubble3D val="0"/>
            <c:spPr>
              <a:solidFill>
                <a:schemeClr val="accent3"/>
              </a:solidFill>
              <a:ln w="19050">
                <a:solidFill>
                  <a:schemeClr val="lt1"/>
                </a:solidFill>
              </a:ln>
              <a:effectLst/>
            </c:spPr>
          </c:dPt>
          <c:dPt>
            <c:idx val="3"/>
            <c:bubble3D val="0"/>
            <c:spPr>
              <a:solidFill>
                <a:schemeClr val="accent4"/>
              </a:solidFill>
              <a:ln w="19050">
                <a:solidFill>
                  <a:schemeClr val="lt1"/>
                </a:solidFill>
              </a:ln>
              <a:effectLst/>
            </c:spPr>
          </c:dPt>
          <c:cat>
            <c:strRef>
              <c:f>Feuil1!$A$2:$A$5</c:f>
              <c:strCache>
                <c:ptCount val="4"/>
                <c:pt idx="0">
                  <c:v>1er trim.</c:v>
                </c:pt>
                <c:pt idx="1">
                  <c:v>2e trim.</c:v>
                </c:pt>
                <c:pt idx="2">
                  <c:v>3e trim.</c:v>
                </c:pt>
                <c:pt idx="3">
                  <c:v>4e trim.</c:v>
                </c:pt>
              </c:strCache>
            </c:strRef>
          </c:cat>
          <c:val>
            <c:numRef>
              <c:f>Feuil1!$B$2:$B$5</c:f>
              <c:numCache>
                <c:formatCode>General</c:formatCode>
                <c:ptCount val="4"/>
                <c:pt idx="0">
                  <c:v>8.1999999999999993</c:v>
                </c:pt>
                <c:pt idx="1">
                  <c:v>3.2</c:v>
                </c:pt>
                <c:pt idx="2">
                  <c:v>1.4</c:v>
                </c:pt>
                <c:pt idx="3">
                  <c:v>1.2</c:v>
                </c:pt>
              </c:numCache>
            </c:numRef>
          </c:val>
          <c:extLst>
            <c:ext xmlns:c16="http://schemas.microsoft.com/office/drawing/2014/chart" uri="{C3380CC4-5D6E-409C-BE32-E72D297353CC}">
              <c16:uniqueId val="{00000000-866F-4FA8-AEC9-3CB4DE7E686A}"/>
            </c:ext>
          </c:extLst>
        </c:ser>
        <c:dLbls>
          <c:showLegendKey val="0"/>
          <c:showVal val="0"/>
          <c:showCatName val="0"/>
          <c:showSerName val="0"/>
          <c:showPercent val="0"/>
          <c:showBubbleSize val="0"/>
          <c:showLeaderLines val="1"/>
        </c:dLbls>
        <c:firstSliceAng val="0"/>
        <c:holeSize val="75"/>
      </c:doughnutChart>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fr-FR"/>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fr-FR"/>
    </a:p>
  </c:txPr>
  <c:externalData r:id="rId3">
    <c:autoUpdate val="0"/>
  </c:externalData>
</c:chartSpace>
</file>

<file path=ppt/charts/chartEx1.xml><?xml version="1.0" encoding="utf-8"?>
<cx:chartSpace xmlns:a="http://schemas.openxmlformats.org/drawingml/2006/main" xmlns:r="http://schemas.openxmlformats.org/officeDocument/2006/relationships" xmlns:cx="http://schemas.microsoft.com/office/drawing/2014/chartex">
  <cx:chartData>
    <cx:externalData r:id="rId1" cx:autoUpdate="0"/>
    <cx:data id="0">
      <cx:numDim type="val">
        <cx:f>Sheet1!$A$2:$A$77</cx:f>
        <cx:lvl ptCount="76" formatCode="General">
          <cx:pt idx="0">1</cx:pt>
          <cx:pt idx="1">3</cx:pt>
          <cx:pt idx="2">3</cx:pt>
          <cx:pt idx="3">3</cx:pt>
          <cx:pt idx="4">5</cx:pt>
          <cx:pt idx="5">6</cx:pt>
          <cx:pt idx="6">6</cx:pt>
          <cx:pt idx="7">6</cx:pt>
          <cx:pt idx="8">7</cx:pt>
          <cx:pt idx="9">8</cx:pt>
          <cx:pt idx="10">8</cx:pt>
          <cx:pt idx="11">9</cx:pt>
          <cx:pt idx="12">9</cx:pt>
          <cx:pt idx="13">9</cx:pt>
          <cx:pt idx="14">9</cx:pt>
          <cx:pt idx="15">9</cx:pt>
          <cx:pt idx="16">10</cx:pt>
          <cx:pt idx="17">10</cx:pt>
          <cx:pt idx="18">10</cx:pt>
          <cx:pt idx="19">10</cx:pt>
          <cx:pt idx="20">10</cx:pt>
          <cx:pt idx="21">10</cx:pt>
          <cx:pt idx="22">11</cx:pt>
          <cx:pt idx="23">11</cx:pt>
          <cx:pt idx="24">11</cx:pt>
          <cx:pt idx="25">11</cx:pt>
          <cx:pt idx="26">11</cx:pt>
          <cx:pt idx="27">11</cx:pt>
          <cx:pt idx="28">12</cx:pt>
          <cx:pt idx="29">12</cx:pt>
          <cx:pt idx="30">12</cx:pt>
          <cx:pt idx="31">12</cx:pt>
          <cx:pt idx="32">12</cx:pt>
          <cx:pt idx="33">12</cx:pt>
          <cx:pt idx="34">13</cx:pt>
          <cx:pt idx="35">13</cx:pt>
          <cx:pt idx="36">13</cx:pt>
          <cx:pt idx="37">13</cx:pt>
          <cx:pt idx="38">13</cx:pt>
          <cx:pt idx="39">14</cx:pt>
          <cx:pt idx="40">14</cx:pt>
          <cx:pt idx="41">14</cx:pt>
          <cx:pt idx="42">14</cx:pt>
          <cx:pt idx="43">14</cx:pt>
          <cx:pt idx="44">14</cx:pt>
          <cx:pt idx="45">15</cx:pt>
          <cx:pt idx="46">15</cx:pt>
          <cx:pt idx="47">15</cx:pt>
          <cx:pt idx="48">15</cx:pt>
          <cx:pt idx="49">15</cx:pt>
          <cx:pt idx="50">15</cx:pt>
          <cx:pt idx="51">15</cx:pt>
          <cx:pt idx="52">15</cx:pt>
          <cx:pt idx="53">16</cx:pt>
          <cx:pt idx="54">16</cx:pt>
          <cx:pt idx="55">16</cx:pt>
          <cx:pt idx="56">16</cx:pt>
          <cx:pt idx="57">17</cx:pt>
          <cx:pt idx="58">17</cx:pt>
          <cx:pt idx="59">17</cx:pt>
          <cx:pt idx="60">17</cx:pt>
          <cx:pt idx="61">17</cx:pt>
          <cx:pt idx="62">17</cx:pt>
          <cx:pt idx="63">18</cx:pt>
          <cx:pt idx="64">18</cx:pt>
          <cx:pt idx="65">18</cx:pt>
          <cx:pt idx="66">18</cx:pt>
          <cx:pt idx="67">19</cx:pt>
          <cx:pt idx="68">19</cx:pt>
          <cx:pt idx="69">19</cx:pt>
          <cx:pt idx="70">20</cx:pt>
          <cx:pt idx="71">21</cx:pt>
          <cx:pt idx="72">22</cx:pt>
          <cx:pt idx="73">22</cx:pt>
          <cx:pt idx="74">24</cx:pt>
          <cx:pt idx="75">24</cx:pt>
        </cx:lvl>
      </cx:numDim>
    </cx:data>
  </cx:chartData>
  <cx:chart>
    <cx:plotArea>
      <cx:plotAreaRegion>
        <cx:series layoutId="clusteredColumn" uniqueId="{2508EC8C-4F6E-4E10-9F57-A976C9089A8E}">
          <cx:tx>
            <cx:txData>
              <cx:f>Sheet1!$A$1</cx:f>
              <cx:v>Series1</cx:v>
            </cx:txData>
          </cx:tx>
          <cx:spPr>
            <a:solidFill>
              <a:schemeClr val="bg1"/>
            </a:solidFill>
            <a:effectLst>
              <a:innerShdw blurRad="63500" dist="50800" dir="10800000">
                <a:prstClr val="black">
                  <a:alpha val="50000"/>
                </a:prstClr>
              </a:innerShdw>
            </a:effectLst>
          </cx:spPr>
          <cx:dataPt idx="3">
            <cx:spPr>
              <a:solidFill>
                <a:srgbClr val="EA8F44"/>
              </a:solidFill>
              <a:ln>
                <a:noFill/>
              </a:ln>
            </cx:spPr>
          </cx:dataPt>
          <cx:dataId val="0"/>
          <cx:layoutPr>
            <cx:binning intervalClosed="r"/>
          </cx:layoutPr>
        </cx:series>
      </cx:plotAreaRegion>
      <cx:axis id="0" hidden="1">
        <cx:catScaling gapWidth="0"/>
        <cx:tickLabels/>
      </cx:axis>
      <cx:axis id="1" hidden="1">
        <cx:valScaling/>
        <cx:tickLabels/>
      </cx:axis>
    </cx:plotArea>
  </cx:chart>
</cx: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366">
  <cs:axisTitle>
    <cs:lnRef idx="0"/>
    <cs:fillRef idx="0"/>
    <cs:effectRef idx="0"/>
    <cs:fontRef idx="minor">
      <a:schemeClr val="tx1">
        <a:lumMod val="65000"/>
        <a:lumOff val="35000"/>
      </a:schemeClr>
    </cs:fontRef>
    <cs:defRPr sz="1197"/>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cs:chartArea>
  <cs:dataLabel>
    <cs:lnRef idx="0"/>
    <cs:fillRef idx="0"/>
    <cs:effectRef idx="0"/>
    <cs:fontRef idx="minor">
      <a:schemeClr val="tx1">
        <a:lumMod val="65000"/>
        <a:lumOff val="35000"/>
      </a:schemeClr>
    </cs:fontRef>
    <cs:defRPr sz="1197"/>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cs:spPr>
  </cs:dataPoint>
  <cs:dataPoint3D>
    <cs:lnRef idx="0"/>
    <cs:fillRef idx="0">
      <cs:styleClr val="auto"/>
    </cs:fillRef>
    <cs:effectRef idx="0"/>
    <cs:fontRef idx="minor">
      <a:schemeClr val="tx1"/>
    </cs:fontRef>
    <cs:spPr>
      <a:solidFill>
        <a:schemeClr val="phClr"/>
      </a:solidFill>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5"/>
  <cs:dataPointWireframe>
    <cs:lnRef idx="0">
      <cs:styleClr val="auto"/>
    </cs:lnRef>
    <cs:fillRef idx="0"/>
    <cs:effectRef idx="0"/>
    <cs:fontRef idx="minor">
      <a:schemeClr val="tx1"/>
    </cs:fontRef>
    <cs:spPr>
      <a:ln w="2857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15000"/>
            <a:lumOff val="8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cs:seriesAxis>
  <cs:seriesLine>
    <cs:lnRef idx="0"/>
    <cs:fillRef idx="0"/>
    <cs:effectRef idx="0"/>
    <cs:fontRef idx="minor">
      <a:schemeClr val="tx1"/>
    </cs:fontRef>
    <cs:spPr>
      <a:ln w="9525" cap="flat">
        <a:solidFill>
          <a:srgbClr val="D9D9D9"/>
        </a:solidFill>
        <a:round/>
      </a:ln>
    </cs:spPr>
  </cs:seriesLine>
  <cs:title>
    <cs:lnRef idx="0"/>
    <cs:fillRef idx="0"/>
    <cs:effectRef idx="0"/>
    <cs:fontRef idx="minor">
      <a:schemeClr val="tx1">
        <a:lumMod val="65000"/>
        <a:lumOff val="35000"/>
      </a:schemeClr>
    </cs:fontRef>
    <cs:defRPr sz="1862"/>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197"/>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cs:valueAxis>
  <cs:wall>
    <cs:lnRef idx="0"/>
    <cs:fillRef idx="0"/>
    <cs:effectRef idx="0"/>
    <cs:fontRef idx="minor">
      <a:schemeClr val="tx1"/>
    </cs:fontRef>
  </cs:wall>
</cs:chartStyl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E186EBD-D4C1-4727-B661-5483A0B14852}"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fr-FR"/>
        </a:p>
      </dgm:t>
    </dgm:pt>
    <dgm:pt modelId="{80D23A19-2402-43B9-9A52-44E28F34E1A9}">
      <dgm:prSet phldrT="[Texte]" custT="1"/>
      <dgm:spPr/>
      <dgm:t>
        <a:bodyPr/>
        <a:lstStyle/>
        <a:p>
          <a:pPr algn="just"/>
          <a:r>
            <a:rPr lang="fr-FR" sz="2800" b="0" i="0" dirty="0">
              <a:solidFill>
                <a:srgbClr val="333333"/>
              </a:solidFill>
              <a:effectLst/>
              <a:latin typeface="Adella" panose="02000603000000000000" pitchFamily="50" charset="0"/>
              <a:ea typeface="Adella" panose="02000603000000000000" pitchFamily="50" charset="0"/>
            </a:rPr>
            <a:t>L’intersectionnalité est la façon dont de multiples identités interagissent pour générer des formes uniques d’oppression.</a:t>
          </a:r>
          <a:endParaRPr lang="fr-FR" sz="2800" dirty="0">
            <a:latin typeface="Adella" panose="02000603000000000000" pitchFamily="50" charset="0"/>
            <a:ea typeface="Adella" panose="02000603000000000000" pitchFamily="50" charset="0"/>
          </a:endParaRPr>
        </a:p>
      </dgm:t>
    </dgm:pt>
    <dgm:pt modelId="{4590D1BE-3197-4B27-8134-6E22BB5D9735}" type="parTrans" cxnId="{886C7E61-72F1-4446-A079-16361F658E97}">
      <dgm:prSet/>
      <dgm:spPr/>
      <dgm:t>
        <a:bodyPr/>
        <a:lstStyle/>
        <a:p>
          <a:endParaRPr lang="fr-FR"/>
        </a:p>
      </dgm:t>
    </dgm:pt>
    <dgm:pt modelId="{66D924D9-8BFE-4B31-B35B-0E514385BE07}" type="sibTrans" cxnId="{886C7E61-72F1-4446-A079-16361F658E97}">
      <dgm:prSet/>
      <dgm:spPr/>
      <dgm:t>
        <a:bodyPr/>
        <a:lstStyle/>
        <a:p>
          <a:endParaRPr lang="fr-FR"/>
        </a:p>
      </dgm:t>
    </dgm:pt>
    <dgm:pt modelId="{537D8705-4B2B-4D91-B302-A038B78E2174}">
      <dgm:prSet phldrT="[Texte]" custT="1"/>
      <dgm:spPr/>
      <dgm:t>
        <a:bodyPr/>
        <a:lstStyle/>
        <a:p>
          <a:pPr algn="just"/>
          <a:r>
            <a:rPr lang="fr-FR" sz="2800" dirty="0">
              <a:latin typeface="Adella" panose="02000603000000000000" pitchFamily="50" charset="0"/>
              <a:ea typeface="Adella" panose="02000603000000000000" pitchFamily="50" charset="0"/>
            </a:rPr>
            <a:t>C</a:t>
          </a:r>
          <a:r>
            <a:rPr lang="fr-FR" sz="2800" b="0" i="0" dirty="0">
              <a:solidFill>
                <a:srgbClr val="333333"/>
              </a:solidFill>
              <a:effectLst/>
              <a:latin typeface="Adella" panose="02000603000000000000" pitchFamily="50" charset="0"/>
              <a:ea typeface="Adella" panose="02000603000000000000" pitchFamily="50" charset="0"/>
            </a:rPr>
            <a:t>e terme met en évidence la manière dont la « race », le sexe, la classe et d’autres facteurs sont interconnectés.</a:t>
          </a:r>
          <a:endParaRPr lang="fr-FR" sz="2800" dirty="0">
            <a:latin typeface="Adella" panose="02000603000000000000" pitchFamily="50" charset="0"/>
            <a:ea typeface="Adella" panose="02000603000000000000" pitchFamily="50" charset="0"/>
          </a:endParaRPr>
        </a:p>
      </dgm:t>
    </dgm:pt>
    <dgm:pt modelId="{4251F1A2-115B-45D4-86BB-D376AECF11BD}" type="parTrans" cxnId="{9CFB8EBA-D4D1-48BB-BBCA-12F61A374B61}">
      <dgm:prSet/>
      <dgm:spPr/>
      <dgm:t>
        <a:bodyPr/>
        <a:lstStyle/>
        <a:p>
          <a:endParaRPr lang="fr-FR"/>
        </a:p>
      </dgm:t>
    </dgm:pt>
    <dgm:pt modelId="{496E9C50-FE4A-44EC-B84D-18E6306F364F}" type="sibTrans" cxnId="{9CFB8EBA-D4D1-48BB-BBCA-12F61A374B61}">
      <dgm:prSet/>
      <dgm:spPr/>
      <dgm:t>
        <a:bodyPr/>
        <a:lstStyle/>
        <a:p>
          <a:endParaRPr lang="fr-FR"/>
        </a:p>
      </dgm:t>
    </dgm:pt>
    <dgm:pt modelId="{CDCACF51-D109-4596-ABB1-617AABE9633D}">
      <dgm:prSet phldrT="[Texte]" custT="1"/>
      <dgm:spPr/>
      <dgm:t>
        <a:bodyPr/>
        <a:lstStyle/>
        <a:p>
          <a:pPr algn="just">
            <a:buFont typeface="Arial" panose="020B0604020202020204" pitchFamily="34" charset="0"/>
            <a:buChar char="•"/>
          </a:pPr>
          <a:r>
            <a:rPr lang="fr-FR" sz="2800" b="0" i="0" dirty="0">
              <a:solidFill>
                <a:srgbClr val="333333"/>
              </a:solidFill>
              <a:effectLst/>
              <a:latin typeface="Adella" panose="02000603000000000000" pitchFamily="50" charset="0"/>
              <a:ea typeface="Adella" panose="02000603000000000000" pitchFamily="50" charset="0"/>
            </a:rPr>
            <a:t>Lorsqu’il s’agit de lutter contre l’extrême pauvreté, l’intersectionnalité signifie qu’il faut examiner comment ces facteurs alimentent divers problèmes, allant de l’inégalité en matière de santé au changement climatique et plus encore.</a:t>
          </a:r>
          <a:endParaRPr lang="fr-FR" sz="2800" dirty="0">
            <a:latin typeface="Adella" panose="02000603000000000000" pitchFamily="50" charset="0"/>
            <a:ea typeface="Adella" panose="02000603000000000000" pitchFamily="50" charset="0"/>
          </a:endParaRPr>
        </a:p>
      </dgm:t>
    </dgm:pt>
    <dgm:pt modelId="{20BDDDCC-F268-467C-A380-D0C39B99B970}" type="parTrans" cxnId="{D6BDEEFC-7549-4419-AEB8-918C178C93A3}">
      <dgm:prSet/>
      <dgm:spPr/>
      <dgm:t>
        <a:bodyPr/>
        <a:lstStyle/>
        <a:p>
          <a:endParaRPr lang="fr-FR"/>
        </a:p>
      </dgm:t>
    </dgm:pt>
    <dgm:pt modelId="{9D2666DB-74BF-4C63-B0F4-57E4E5C1A649}" type="sibTrans" cxnId="{D6BDEEFC-7549-4419-AEB8-918C178C93A3}">
      <dgm:prSet/>
      <dgm:spPr/>
      <dgm:t>
        <a:bodyPr/>
        <a:lstStyle/>
        <a:p>
          <a:endParaRPr lang="fr-FR"/>
        </a:p>
      </dgm:t>
    </dgm:pt>
    <dgm:pt modelId="{606483BC-F784-4D8F-8815-A3BA699363B1}">
      <dgm:prSet phldrT="[Texte]" custT="1"/>
      <dgm:spPr/>
      <dgm:t>
        <a:bodyPr vert="wordArtVert" anchor="ctr"/>
        <a:lstStyle/>
        <a:p>
          <a:endParaRPr lang="fr-FR" sz="1800" b="1" dirty="0">
            <a:latin typeface="Adella" panose="02000603000000000000" pitchFamily="50" charset="0"/>
            <a:ea typeface="Adella" panose="02000603000000000000" pitchFamily="50" charset="0"/>
          </a:endParaRPr>
        </a:p>
        <a:p>
          <a:r>
            <a:rPr lang="fr-FR" sz="1800" b="1" dirty="0">
              <a:latin typeface="Adella" panose="02000603000000000000" pitchFamily="50" charset="0"/>
              <a:ea typeface="Adella" panose="02000603000000000000" pitchFamily="50" charset="0"/>
            </a:rPr>
            <a:t>  1    2     3</a:t>
          </a:r>
        </a:p>
      </dgm:t>
    </dgm:pt>
    <dgm:pt modelId="{6C26A722-7EC2-4748-BDA6-8AD05E1164AE}" type="sibTrans" cxnId="{F93F12BB-8038-486E-9907-BA05FD76249C}">
      <dgm:prSet/>
      <dgm:spPr/>
      <dgm:t>
        <a:bodyPr/>
        <a:lstStyle/>
        <a:p>
          <a:endParaRPr lang="fr-FR"/>
        </a:p>
      </dgm:t>
    </dgm:pt>
    <dgm:pt modelId="{059BC729-F00E-413C-B0D7-75501B22299B}" type="parTrans" cxnId="{F93F12BB-8038-486E-9907-BA05FD76249C}">
      <dgm:prSet/>
      <dgm:spPr/>
      <dgm:t>
        <a:bodyPr/>
        <a:lstStyle/>
        <a:p>
          <a:endParaRPr lang="fr-FR"/>
        </a:p>
      </dgm:t>
    </dgm:pt>
    <dgm:pt modelId="{51173BF5-AC35-47E9-990E-0EF6DC1A897B}" type="pres">
      <dgm:prSet presAssocID="{AE186EBD-D4C1-4727-B661-5483A0B14852}" presName="vert0" presStyleCnt="0">
        <dgm:presLayoutVars>
          <dgm:dir/>
          <dgm:animOne val="branch"/>
          <dgm:animLvl val="lvl"/>
        </dgm:presLayoutVars>
      </dgm:prSet>
      <dgm:spPr/>
    </dgm:pt>
    <dgm:pt modelId="{CF6AB94E-3DEF-42B5-AA39-870D77FAE1B4}" type="pres">
      <dgm:prSet presAssocID="{606483BC-F784-4D8F-8815-A3BA699363B1}" presName="thickLine" presStyleLbl="alignNode1" presStyleIdx="0" presStyleCnt="1"/>
      <dgm:spPr/>
    </dgm:pt>
    <dgm:pt modelId="{DDBA2B50-17D4-44FC-8FEE-49AD9577F30A}" type="pres">
      <dgm:prSet presAssocID="{606483BC-F784-4D8F-8815-A3BA699363B1}" presName="horz1" presStyleCnt="0"/>
      <dgm:spPr/>
    </dgm:pt>
    <dgm:pt modelId="{03F09154-5F2C-42C2-9BB6-E854FC6E1C4C}" type="pres">
      <dgm:prSet presAssocID="{606483BC-F784-4D8F-8815-A3BA699363B1}" presName="tx1" presStyleLbl="revTx" presStyleIdx="0" presStyleCnt="4" custScaleX="51563"/>
      <dgm:spPr/>
    </dgm:pt>
    <dgm:pt modelId="{9C7E8768-3E90-4BAF-8388-BD949713563F}" type="pres">
      <dgm:prSet presAssocID="{606483BC-F784-4D8F-8815-A3BA699363B1}" presName="vert1" presStyleCnt="0"/>
      <dgm:spPr/>
    </dgm:pt>
    <dgm:pt modelId="{BEF6A696-E97A-4146-890D-E024F168686C}" type="pres">
      <dgm:prSet presAssocID="{80D23A19-2402-43B9-9A52-44E28F34E1A9}" presName="vertSpace2a" presStyleCnt="0"/>
      <dgm:spPr/>
    </dgm:pt>
    <dgm:pt modelId="{4CB51661-C8E2-4FDE-84B5-13AC3AFEAD3E}" type="pres">
      <dgm:prSet presAssocID="{80D23A19-2402-43B9-9A52-44E28F34E1A9}" presName="horz2" presStyleCnt="0"/>
      <dgm:spPr/>
    </dgm:pt>
    <dgm:pt modelId="{3CEDCF71-ED23-4285-8494-FA5C7ECA5432}" type="pres">
      <dgm:prSet presAssocID="{80D23A19-2402-43B9-9A52-44E28F34E1A9}" presName="horzSpace2" presStyleCnt="0"/>
      <dgm:spPr/>
    </dgm:pt>
    <dgm:pt modelId="{5A9B06A1-606A-49C4-8D49-CF014661105A}" type="pres">
      <dgm:prSet presAssocID="{80D23A19-2402-43B9-9A52-44E28F34E1A9}" presName="tx2" presStyleLbl="revTx" presStyleIdx="1" presStyleCnt="4" custScaleX="110206" custScaleY="63291"/>
      <dgm:spPr/>
    </dgm:pt>
    <dgm:pt modelId="{5F900C6F-A23A-4C7A-A36B-0FF74D05A4DE}" type="pres">
      <dgm:prSet presAssocID="{80D23A19-2402-43B9-9A52-44E28F34E1A9}" presName="vert2" presStyleCnt="0"/>
      <dgm:spPr/>
    </dgm:pt>
    <dgm:pt modelId="{17ADDDA0-996E-46CC-8249-93F7AEB836E0}" type="pres">
      <dgm:prSet presAssocID="{80D23A19-2402-43B9-9A52-44E28F34E1A9}" presName="thinLine2b" presStyleLbl="callout" presStyleIdx="0" presStyleCnt="3"/>
      <dgm:spPr/>
    </dgm:pt>
    <dgm:pt modelId="{90F5E3D1-5613-47AD-9E61-9F2251D85E9B}" type="pres">
      <dgm:prSet presAssocID="{80D23A19-2402-43B9-9A52-44E28F34E1A9}" presName="vertSpace2b" presStyleCnt="0"/>
      <dgm:spPr/>
    </dgm:pt>
    <dgm:pt modelId="{A230E469-34CD-4D99-B4D6-45519DC3E4B5}" type="pres">
      <dgm:prSet presAssocID="{537D8705-4B2B-4D91-B302-A038B78E2174}" presName="horz2" presStyleCnt="0"/>
      <dgm:spPr/>
    </dgm:pt>
    <dgm:pt modelId="{52FF92E7-DBDE-453C-9882-59273723C70C}" type="pres">
      <dgm:prSet presAssocID="{537D8705-4B2B-4D91-B302-A038B78E2174}" presName="horzSpace2" presStyleCnt="0"/>
      <dgm:spPr/>
    </dgm:pt>
    <dgm:pt modelId="{78D2844B-45CC-45C6-BA19-2346A5B3A1AD}" type="pres">
      <dgm:prSet presAssocID="{537D8705-4B2B-4D91-B302-A038B78E2174}" presName="tx2" presStyleLbl="revTx" presStyleIdx="2" presStyleCnt="4" custScaleX="110206" custScaleY="67929"/>
      <dgm:spPr/>
    </dgm:pt>
    <dgm:pt modelId="{BD2AED19-D1B9-4026-AB44-290C2FE79B0D}" type="pres">
      <dgm:prSet presAssocID="{537D8705-4B2B-4D91-B302-A038B78E2174}" presName="vert2" presStyleCnt="0"/>
      <dgm:spPr/>
    </dgm:pt>
    <dgm:pt modelId="{6B9D8E03-B86B-4F88-9539-0B0014E5516F}" type="pres">
      <dgm:prSet presAssocID="{537D8705-4B2B-4D91-B302-A038B78E2174}" presName="thinLine2b" presStyleLbl="callout" presStyleIdx="1" presStyleCnt="3"/>
      <dgm:spPr/>
    </dgm:pt>
    <dgm:pt modelId="{691807EB-34D0-47B0-9608-4DB217B958AF}" type="pres">
      <dgm:prSet presAssocID="{537D8705-4B2B-4D91-B302-A038B78E2174}" presName="vertSpace2b" presStyleCnt="0"/>
      <dgm:spPr/>
    </dgm:pt>
    <dgm:pt modelId="{2B4BC730-FFF5-4F48-B97E-9528654EBA6D}" type="pres">
      <dgm:prSet presAssocID="{CDCACF51-D109-4596-ABB1-617AABE9633D}" presName="horz2" presStyleCnt="0"/>
      <dgm:spPr/>
    </dgm:pt>
    <dgm:pt modelId="{C133AA25-B133-4687-9227-E2C94B667DB3}" type="pres">
      <dgm:prSet presAssocID="{CDCACF51-D109-4596-ABB1-617AABE9633D}" presName="horzSpace2" presStyleCnt="0"/>
      <dgm:spPr/>
    </dgm:pt>
    <dgm:pt modelId="{5CD94D68-49E6-4060-BB73-447EAE725646}" type="pres">
      <dgm:prSet presAssocID="{CDCACF51-D109-4596-ABB1-617AABE9633D}" presName="tx2" presStyleLbl="revTx" presStyleIdx="3" presStyleCnt="4" custScaleX="110206"/>
      <dgm:spPr/>
    </dgm:pt>
    <dgm:pt modelId="{C8DE9EDE-F7CF-41C8-BAA0-6E1FA8AE72A7}" type="pres">
      <dgm:prSet presAssocID="{CDCACF51-D109-4596-ABB1-617AABE9633D}" presName="vert2" presStyleCnt="0"/>
      <dgm:spPr/>
    </dgm:pt>
    <dgm:pt modelId="{9DB66A52-0E19-4A12-B6AC-AD990BB7C2FA}" type="pres">
      <dgm:prSet presAssocID="{CDCACF51-D109-4596-ABB1-617AABE9633D}" presName="thinLine2b" presStyleLbl="callout" presStyleIdx="2" presStyleCnt="3"/>
      <dgm:spPr/>
    </dgm:pt>
    <dgm:pt modelId="{F91F011D-4C87-4074-8775-3271FBC57AB1}" type="pres">
      <dgm:prSet presAssocID="{CDCACF51-D109-4596-ABB1-617AABE9633D}" presName="vertSpace2b" presStyleCnt="0"/>
      <dgm:spPr/>
    </dgm:pt>
  </dgm:ptLst>
  <dgm:cxnLst>
    <dgm:cxn modelId="{246E6820-7241-4AB9-9FF9-9B1480F864AA}" type="presOf" srcId="{80D23A19-2402-43B9-9A52-44E28F34E1A9}" destId="{5A9B06A1-606A-49C4-8D49-CF014661105A}" srcOrd="0" destOrd="0" presId="urn:microsoft.com/office/officeart/2008/layout/LinedList"/>
    <dgm:cxn modelId="{886C7E61-72F1-4446-A079-16361F658E97}" srcId="{606483BC-F784-4D8F-8815-A3BA699363B1}" destId="{80D23A19-2402-43B9-9A52-44E28F34E1A9}" srcOrd="0" destOrd="0" parTransId="{4590D1BE-3197-4B27-8134-6E22BB5D9735}" sibTransId="{66D924D9-8BFE-4B31-B35B-0E514385BE07}"/>
    <dgm:cxn modelId="{6BC2896F-38F2-4ED0-8E58-2B48EA5B3CC1}" type="presOf" srcId="{606483BC-F784-4D8F-8815-A3BA699363B1}" destId="{03F09154-5F2C-42C2-9BB6-E854FC6E1C4C}" srcOrd="0" destOrd="0" presId="urn:microsoft.com/office/officeart/2008/layout/LinedList"/>
    <dgm:cxn modelId="{9CFB8EBA-D4D1-48BB-BBCA-12F61A374B61}" srcId="{606483BC-F784-4D8F-8815-A3BA699363B1}" destId="{537D8705-4B2B-4D91-B302-A038B78E2174}" srcOrd="1" destOrd="0" parTransId="{4251F1A2-115B-45D4-86BB-D376AECF11BD}" sibTransId="{496E9C50-FE4A-44EC-B84D-18E6306F364F}"/>
    <dgm:cxn modelId="{F93F12BB-8038-486E-9907-BA05FD76249C}" srcId="{AE186EBD-D4C1-4727-B661-5483A0B14852}" destId="{606483BC-F784-4D8F-8815-A3BA699363B1}" srcOrd="0" destOrd="0" parTransId="{059BC729-F00E-413C-B0D7-75501B22299B}" sibTransId="{6C26A722-7EC2-4748-BDA6-8AD05E1164AE}"/>
    <dgm:cxn modelId="{AEA2FCC8-FCC9-4F33-84D7-4D1567B480E3}" type="presOf" srcId="{CDCACF51-D109-4596-ABB1-617AABE9633D}" destId="{5CD94D68-49E6-4060-BB73-447EAE725646}" srcOrd="0" destOrd="0" presId="urn:microsoft.com/office/officeart/2008/layout/LinedList"/>
    <dgm:cxn modelId="{06DE81D2-EC19-42B9-9A9C-349EC03E3DFE}" type="presOf" srcId="{AE186EBD-D4C1-4727-B661-5483A0B14852}" destId="{51173BF5-AC35-47E9-990E-0EF6DC1A897B}" srcOrd="0" destOrd="0" presId="urn:microsoft.com/office/officeart/2008/layout/LinedList"/>
    <dgm:cxn modelId="{6C5D98DF-5442-44E6-BF5A-581356DD0B1A}" type="presOf" srcId="{537D8705-4B2B-4D91-B302-A038B78E2174}" destId="{78D2844B-45CC-45C6-BA19-2346A5B3A1AD}" srcOrd="0" destOrd="0" presId="urn:microsoft.com/office/officeart/2008/layout/LinedList"/>
    <dgm:cxn modelId="{D6BDEEFC-7549-4419-AEB8-918C178C93A3}" srcId="{606483BC-F784-4D8F-8815-A3BA699363B1}" destId="{CDCACF51-D109-4596-ABB1-617AABE9633D}" srcOrd="2" destOrd="0" parTransId="{20BDDDCC-F268-467C-A380-D0C39B99B970}" sibTransId="{9D2666DB-74BF-4C63-B0F4-57E4E5C1A649}"/>
    <dgm:cxn modelId="{B81B6D79-A30C-422D-B690-FA1D37822D88}" type="presParOf" srcId="{51173BF5-AC35-47E9-990E-0EF6DC1A897B}" destId="{CF6AB94E-3DEF-42B5-AA39-870D77FAE1B4}" srcOrd="0" destOrd="0" presId="urn:microsoft.com/office/officeart/2008/layout/LinedList"/>
    <dgm:cxn modelId="{29D5157A-68B2-4675-990A-BA9B75774203}" type="presParOf" srcId="{51173BF5-AC35-47E9-990E-0EF6DC1A897B}" destId="{DDBA2B50-17D4-44FC-8FEE-49AD9577F30A}" srcOrd="1" destOrd="0" presId="urn:microsoft.com/office/officeart/2008/layout/LinedList"/>
    <dgm:cxn modelId="{5C5C221D-1548-4452-B6A3-A41F62C04AD8}" type="presParOf" srcId="{DDBA2B50-17D4-44FC-8FEE-49AD9577F30A}" destId="{03F09154-5F2C-42C2-9BB6-E854FC6E1C4C}" srcOrd="0" destOrd="0" presId="urn:microsoft.com/office/officeart/2008/layout/LinedList"/>
    <dgm:cxn modelId="{352923C5-93C7-4CE3-94E6-853D5014D466}" type="presParOf" srcId="{DDBA2B50-17D4-44FC-8FEE-49AD9577F30A}" destId="{9C7E8768-3E90-4BAF-8388-BD949713563F}" srcOrd="1" destOrd="0" presId="urn:microsoft.com/office/officeart/2008/layout/LinedList"/>
    <dgm:cxn modelId="{15DD75CE-C587-4062-9680-8AFA9B92EA15}" type="presParOf" srcId="{9C7E8768-3E90-4BAF-8388-BD949713563F}" destId="{BEF6A696-E97A-4146-890D-E024F168686C}" srcOrd="0" destOrd="0" presId="urn:microsoft.com/office/officeart/2008/layout/LinedList"/>
    <dgm:cxn modelId="{6D88D35C-D487-446D-9F42-B28A7D19FBFF}" type="presParOf" srcId="{9C7E8768-3E90-4BAF-8388-BD949713563F}" destId="{4CB51661-C8E2-4FDE-84B5-13AC3AFEAD3E}" srcOrd="1" destOrd="0" presId="urn:microsoft.com/office/officeart/2008/layout/LinedList"/>
    <dgm:cxn modelId="{AAB7EA26-FB91-4DA4-B536-9D0F6555D548}" type="presParOf" srcId="{4CB51661-C8E2-4FDE-84B5-13AC3AFEAD3E}" destId="{3CEDCF71-ED23-4285-8494-FA5C7ECA5432}" srcOrd="0" destOrd="0" presId="urn:microsoft.com/office/officeart/2008/layout/LinedList"/>
    <dgm:cxn modelId="{2BEB8508-3DCA-4BC4-81AA-3DCD7F7CAF80}" type="presParOf" srcId="{4CB51661-C8E2-4FDE-84B5-13AC3AFEAD3E}" destId="{5A9B06A1-606A-49C4-8D49-CF014661105A}" srcOrd="1" destOrd="0" presId="urn:microsoft.com/office/officeart/2008/layout/LinedList"/>
    <dgm:cxn modelId="{4A815D84-E662-4E4D-9714-81A7C2818F71}" type="presParOf" srcId="{4CB51661-C8E2-4FDE-84B5-13AC3AFEAD3E}" destId="{5F900C6F-A23A-4C7A-A36B-0FF74D05A4DE}" srcOrd="2" destOrd="0" presId="urn:microsoft.com/office/officeart/2008/layout/LinedList"/>
    <dgm:cxn modelId="{7FA835AE-DC4C-4175-9E03-FE8E1F9538AE}" type="presParOf" srcId="{9C7E8768-3E90-4BAF-8388-BD949713563F}" destId="{17ADDDA0-996E-46CC-8249-93F7AEB836E0}" srcOrd="2" destOrd="0" presId="urn:microsoft.com/office/officeart/2008/layout/LinedList"/>
    <dgm:cxn modelId="{881A1869-82A8-473F-9935-3D6ABE301804}" type="presParOf" srcId="{9C7E8768-3E90-4BAF-8388-BD949713563F}" destId="{90F5E3D1-5613-47AD-9E61-9F2251D85E9B}" srcOrd="3" destOrd="0" presId="urn:microsoft.com/office/officeart/2008/layout/LinedList"/>
    <dgm:cxn modelId="{78BBBE8E-0F8B-4BD6-B0B7-0BF395858FDD}" type="presParOf" srcId="{9C7E8768-3E90-4BAF-8388-BD949713563F}" destId="{A230E469-34CD-4D99-B4D6-45519DC3E4B5}" srcOrd="4" destOrd="0" presId="urn:microsoft.com/office/officeart/2008/layout/LinedList"/>
    <dgm:cxn modelId="{F87D61E9-2AE8-45BB-BC86-B04463B9874D}" type="presParOf" srcId="{A230E469-34CD-4D99-B4D6-45519DC3E4B5}" destId="{52FF92E7-DBDE-453C-9882-59273723C70C}" srcOrd="0" destOrd="0" presId="urn:microsoft.com/office/officeart/2008/layout/LinedList"/>
    <dgm:cxn modelId="{F9B512C5-4B49-4D32-91D1-49B478DEEC85}" type="presParOf" srcId="{A230E469-34CD-4D99-B4D6-45519DC3E4B5}" destId="{78D2844B-45CC-45C6-BA19-2346A5B3A1AD}" srcOrd="1" destOrd="0" presId="urn:microsoft.com/office/officeart/2008/layout/LinedList"/>
    <dgm:cxn modelId="{B0B46B36-1B48-4319-B985-C416E6F1D4A3}" type="presParOf" srcId="{A230E469-34CD-4D99-B4D6-45519DC3E4B5}" destId="{BD2AED19-D1B9-4026-AB44-290C2FE79B0D}" srcOrd="2" destOrd="0" presId="urn:microsoft.com/office/officeart/2008/layout/LinedList"/>
    <dgm:cxn modelId="{A4B12AB9-D7DF-4F9D-8178-E8CB3CB27B1D}" type="presParOf" srcId="{9C7E8768-3E90-4BAF-8388-BD949713563F}" destId="{6B9D8E03-B86B-4F88-9539-0B0014E5516F}" srcOrd="5" destOrd="0" presId="urn:microsoft.com/office/officeart/2008/layout/LinedList"/>
    <dgm:cxn modelId="{81246944-579F-416E-9F9F-5FB4422249A0}" type="presParOf" srcId="{9C7E8768-3E90-4BAF-8388-BD949713563F}" destId="{691807EB-34D0-47B0-9608-4DB217B958AF}" srcOrd="6" destOrd="0" presId="urn:microsoft.com/office/officeart/2008/layout/LinedList"/>
    <dgm:cxn modelId="{9936BB9E-F94A-4BCE-9B8A-7C6D3B17E39E}" type="presParOf" srcId="{9C7E8768-3E90-4BAF-8388-BD949713563F}" destId="{2B4BC730-FFF5-4F48-B97E-9528654EBA6D}" srcOrd="7" destOrd="0" presId="urn:microsoft.com/office/officeart/2008/layout/LinedList"/>
    <dgm:cxn modelId="{4B5D5FE3-938B-40F9-B8F8-4101DD125708}" type="presParOf" srcId="{2B4BC730-FFF5-4F48-B97E-9528654EBA6D}" destId="{C133AA25-B133-4687-9227-E2C94B667DB3}" srcOrd="0" destOrd="0" presId="urn:microsoft.com/office/officeart/2008/layout/LinedList"/>
    <dgm:cxn modelId="{D8C63305-F5A0-4E4C-AE4A-131E44650292}" type="presParOf" srcId="{2B4BC730-FFF5-4F48-B97E-9528654EBA6D}" destId="{5CD94D68-49E6-4060-BB73-447EAE725646}" srcOrd="1" destOrd="0" presId="urn:microsoft.com/office/officeart/2008/layout/LinedList"/>
    <dgm:cxn modelId="{D5A2642B-8ACF-46DA-95D0-EEE1ABA1C085}" type="presParOf" srcId="{2B4BC730-FFF5-4F48-B97E-9528654EBA6D}" destId="{C8DE9EDE-F7CF-41C8-BAA0-6E1FA8AE72A7}" srcOrd="2" destOrd="0" presId="urn:microsoft.com/office/officeart/2008/layout/LinedList"/>
    <dgm:cxn modelId="{0E053C7D-6D75-413E-BFB5-5848E379BB54}" type="presParOf" srcId="{9C7E8768-3E90-4BAF-8388-BD949713563F}" destId="{9DB66A52-0E19-4A12-B6AC-AD990BB7C2FA}" srcOrd="8" destOrd="0" presId="urn:microsoft.com/office/officeart/2008/layout/LinedList"/>
    <dgm:cxn modelId="{115695A8-281B-4370-A3CE-F9E0339C12AB}" type="presParOf" srcId="{9C7E8768-3E90-4BAF-8388-BD949713563F}" destId="{F91F011D-4C87-4074-8775-3271FBC57AB1}" srcOrd="9"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E186EBD-D4C1-4727-B661-5483A0B14852}"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fr-FR"/>
        </a:p>
      </dgm:t>
    </dgm:pt>
    <dgm:pt modelId="{80D23A19-2402-43B9-9A52-44E28F34E1A9}">
      <dgm:prSet phldrT="[Texte]" custT="1"/>
      <dgm:spPr/>
      <dgm:t>
        <a:bodyPr anchor="ctr"/>
        <a:lstStyle/>
        <a:p>
          <a:pPr algn="just"/>
          <a:r>
            <a:rPr lang="fr-FR" sz="2800" b="0" i="0" dirty="0">
              <a:solidFill>
                <a:srgbClr val="333333"/>
              </a:solidFill>
              <a:effectLst/>
              <a:latin typeface="Adella" panose="02000603000000000000" pitchFamily="50" charset="0"/>
              <a:ea typeface="Adella" panose="02000603000000000000" pitchFamily="50" charset="0"/>
            </a:rPr>
            <a:t>Examiner nos propres privilèges.</a:t>
          </a:r>
          <a:endParaRPr lang="fr-FR" sz="2800" dirty="0">
            <a:latin typeface="Adella" panose="02000603000000000000" pitchFamily="50" charset="0"/>
            <a:ea typeface="Adella" panose="02000603000000000000" pitchFamily="50" charset="0"/>
          </a:endParaRPr>
        </a:p>
      </dgm:t>
    </dgm:pt>
    <dgm:pt modelId="{4590D1BE-3197-4B27-8134-6E22BB5D9735}" type="parTrans" cxnId="{886C7E61-72F1-4446-A079-16361F658E97}">
      <dgm:prSet/>
      <dgm:spPr/>
      <dgm:t>
        <a:bodyPr/>
        <a:lstStyle/>
        <a:p>
          <a:endParaRPr lang="fr-FR"/>
        </a:p>
      </dgm:t>
    </dgm:pt>
    <dgm:pt modelId="{66D924D9-8BFE-4B31-B35B-0E514385BE07}" type="sibTrans" cxnId="{886C7E61-72F1-4446-A079-16361F658E97}">
      <dgm:prSet/>
      <dgm:spPr/>
      <dgm:t>
        <a:bodyPr/>
        <a:lstStyle/>
        <a:p>
          <a:endParaRPr lang="fr-FR"/>
        </a:p>
      </dgm:t>
    </dgm:pt>
    <dgm:pt modelId="{537D8705-4B2B-4D91-B302-A038B78E2174}">
      <dgm:prSet phldrT="[Texte]" custT="1"/>
      <dgm:spPr/>
      <dgm:t>
        <a:bodyPr anchor="ctr"/>
        <a:lstStyle/>
        <a:p>
          <a:pPr algn="just"/>
          <a:r>
            <a:rPr lang="fr-FR" sz="2800" dirty="0">
              <a:latin typeface="Adella" panose="02000603000000000000" pitchFamily="50" charset="0"/>
              <a:ea typeface="Adella" panose="02000603000000000000" pitchFamily="50" charset="0"/>
            </a:rPr>
            <a:t>S’écouter les uns les autres.</a:t>
          </a:r>
        </a:p>
      </dgm:t>
    </dgm:pt>
    <dgm:pt modelId="{4251F1A2-115B-45D4-86BB-D376AECF11BD}" type="parTrans" cxnId="{9CFB8EBA-D4D1-48BB-BBCA-12F61A374B61}">
      <dgm:prSet/>
      <dgm:spPr/>
      <dgm:t>
        <a:bodyPr/>
        <a:lstStyle/>
        <a:p>
          <a:endParaRPr lang="fr-FR"/>
        </a:p>
      </dgm:t>
    </dgm:pt>
    <dgm:pt modelId="{496E9C50-FE4A-44EC-B84D-18E6306F364F}" type="sibTrans" cxnId="{9CFB8EBA-D4D1-48BB-BBCA-12F61A374B61}">
      <dgm:prSet/>
      <dgm:spPr/>
      <dgm:t>
        <a:bodyPr/>
        <a:lstStyle/>
        <a:p>
          <a:endParaRPr lang="fr-FR"/>
        </a:p>
      </dgm:t>
    </dgm:pt>
    <dgm:pt modelId="{CDCACF51-D109-4596-ABB1-617AABE9633D}">
      <dgm:prSet phldrT="[Texte]" custT="1"/>
      <dgm:spPr>
        <a:noFill/>
        <a:ln>
          <a:noFill/>
        </a:ln>
        <a:effectLst/>
      </dgm:spPr>
      <dgm:t>
        <a:bodyPr spcFirstLastPara="0" vert="horz" wrap="square" lIns="106680" tIns="106680" rIns="106680" bIns="106680" numCol="1" spcCol="1270" anchor="ctr" anchorCtr="0"/>
        <a:lstStyle/>
        <a:p>
          <a:pPr algn="just">
            <a:buFont typeface="Arial" panose="020B0604020202020204" pitchFamily="34" charset="0"/>
            <a:buChar char="•"/>
          </a:pPr>
          <a:r>
            <a:rPr lang="fr-FR" sz="2800" dirty="0">
              <a:latin typeface="Adella" panose="02000603000000000000" pitchFamily="50" charset="0"/>
              <a:ea typeface="Adella" panose="02000603000000000000" pitchFamily="50" charset="0"/>
            </a:rPr>
            <a:t>Pratiquer le féminisme à travers un prisme plus large et plus inclusif</a:t>
          </a:r>
        </a:p>
      </dgm:t>
    </dgm:pt>
    <dgm:pt modelId="{20BDDDCC-F268-467C-A380-D0C39B99B970}" type="parTrans" cxnId="{D6BDEEFC-7549-4419-AEB8-918C178C93A3}">
      <dgm:prSet/>
      <dgm:spPr/>
      <dgm:t>
        <a:bodyPr/>
        <a:lstStyle/>
        <a:p>
          <a:endParaRPr lang="fr-FR"/>
        </a:p>
      </dgm:t>
    </dgm:pt>
    <dgm:pt modelId="{9D2666DB-74BF-4C63-B0F4-57E4E5C1A649}" type="sibTrans" cxnId="{D6BDEEFC-7549-4419-AEB8-918C178C93A3}">
      <dgm:prSet/>
      <dgm:spPr/>
      <dgm:t>
        <a:bodyPr/>
        <a:lstStyle/>
        <a:p>
          <a:endParaRPr lang="fr-FR"/>
        </a:p>
      </dgm:t>
    </dgm:pt>
    <dgm:pt modelId="{606483BC-F784-4D8F-8815-A3BA699363B1}">
      <dgm:prSet phldrT="[Texte]" custT="1"/>
      <dgm:spPr/>
      <dgm:t>
        <a:bodyPr vert="wordArtVert" anchor="ctr"/>
        <a:lstStyle/>
        <a:p>
          <a:endParaRPr lang="fr-FR" sz="1800" b="1" dirty="0">
            <a:latin typeface="Adella" panose="02000603000000000000" pitchFamily="50" charset="0"/>
            <a:ea typeface="Adella" panose="02000603000000000000" pitchFamily="50" charset="0"/>
          </a:endParaRPr>
        </a:p>
        <a:p>
          <a:r>
            <a:rPr lang="fr-FR" sz="1800" b="1" dirty="0">
              <a:latin typeface="Adella" panose="02000603000000000000" pitchFamily="50" charset="0"/>
              <a:ea typeface="Adella" panose="02000603000000000000" pitchFamily="50" charset="0"/>
            </a:rPr>
            <a:t> 1  2  3</a:t>
          </a:r>
        </a:p>
      </dgm:t>
    </dgm:pt>
    <dgm:pt modelId="{6C26A722-7EC2-4748-BDA6-8AD05E1164AE}" type="sibTrans" cxnId="{F93F12BB-8038-486E-9907-BA05FD76249C}">
      <dgm:prSet/>
      <dgm:spPr/>
      <dgm:t>
        <a:bodyPr/>
        <a:lstStyle/>
        <a:p>
          <a:endParaRPr lang="fr-FR"/>
        </a:p>
      </dgm:t>
    </dgm:pt>
    <dgm:pt modelId="{059BC729-F00E-413C-B0D7-75501B22299B}" type="parTrans" cxnId="{F93F12BB-8038-486E-9907-BA05FD76249C}">
      <dgm:prSet/>
      <dgm:spPr/>
      <dgm:t>
        <a:bodyPr/>
        <a:lstStyle/>
        <a:p>
          <a:endParaRPr lang="fr-FR"/>
        </a:p>
      </dgm:t>
    </dgm:pt>
    <dgm:pt modelId="{51173BF5-AC35-47E9-990E-0EF6DC1A897B}" type="pres">
      <dgm:prSet presAssocID="{AE186EBD-D4C1-4727-B661-5483A0B14852}" presName="vert0" presStyleCnt="0">
        <dgm:presLayoutVars>
          <dgm:dir/>
          <dgm:animOne val="branch"/>
          <dgm:animLvl val="lvl"/>
        </dgm:presLayoutVars>
      </dgm:prSet>
      <dgm:spPr/>
    </dgm:pt>
    <dgm:pt modelId="{CF6AB94E-3DEF-42B5-AA39-870D77FAE1B4}" type="pres">
      <dgm:prSet presAssocID="{606483BC-F784-4D8F-8815-A3BA699363B1}" presName="thickLine" presStyleLbl="alignNode1" presStyleIdx="0" presStyleCnt="1"/>
      <dgm:spPr/>
    </dgm:pt>
    <dgm:pt modelId="{DDBA2B50-17D4-44FC-8FEE-49AD9577F30A}" type="pres">
      <dgm:prSet presAssocID="{606483BC-F784-4D8F-8815-A3BA699363B1}" presName="horz1" presStyleCnt="0"/>
      <dgm:spPr/>
    </dgm:pt>
    <dgm:pt modelId="{03F09154-5F2C-42C2-9BB6-E854FC6E1C4C}" type="pres">
      <dgm:prSet presAssocID="{606483BC-F784-4D8F-8815-A3BA699363B1}" presName="tx1" presStyleLbl="revTx" presStyleIdx="0" presStyleCnt="4" custScaleX="51563"/>
      <dgm:spPr/>
    </dgm:pt>
    <dgm:pt modelId="{9C7E8768-3E90-4BAF-8388-BD949713563F}" type="pres">
      <dgm:prSet presAssocID="{606483BC-F784-4D8F-8815-A3BA699363B1}" presName="vert1" presStyleCnt="0"/>
      <dgm:spPr/>
    </dgm:pt>
    <dgm:pt modelId="{BEF6A696-E97A-4146-890D-E024F168686C}" type="pres">
      <dgm:prSet presAssocID="{80D23A19-2402-43B9-9A52-44E28F34E1A9}" presName="vertSpace2a" presStyleCnt="0"/>
      <dgm:spPr/>
    </dgm:pt>
    <dgm:pt modelId="{4CB51661-C8E2-4FDE-84B5-13AC3AFEAD3E}" type="pres">
      <dgm:prSet presAssocID="{80D23A19-2402-43B9-9A52-44E28F34E1A9}" presName="horz2" presStyleCnt="0"/>
      <dgm:spPr/>
    </dgm:pt>
    <dgm:pt modelId="{3CEDCF71-ED23-4285-8494-FA5C7ECA5432}" type="pres">
      <dgm:prSet presAssocID="{80D23A19-2402-43B9-9A52-44E28F34E1A9}" presName="horzSpace2" presStyleCnt="0"/>
      <dgm:spPr/>
    </dgm:pt>
    <dgm:pt modelId="{5A9B06A1-606A-49C4-8D49-CF014661105A}" type="pres">
      <dgm:prSet presAssocID="{80D23A19-2402-43B9-9A52-44E28F34E1A9}" presName="tx2" presStyleLbl="revTx" presStyleIdx="1" presStyleCnt="4" custScaleX="110206" custScaleY="26247"/>
      <dgm:spPr/>
    </dgm:pt>
    <dgm:pt modelId="{5F900C6F-A23A-4C7A-A36B-0FF74D05A4DE}" type="pres">
      <dgm:prSet presAssocID="{80D23A19-2402-43B9-9A52-44E28F34E1A9}" presName="vert2" presStyleCnt="0"/>
      <dgm:spPr/>
    </dgm:pt>
    <dgm:pt modelId="{17ADDDA0-996E-46CC-8249-93F7AEB836E0}" type="pres">
      <dgm:prSet presAssocID="{80D23A19-2402-43B9-9A52-44E28F34E1A9}" presName="thinLine2b" presStyleLbl="callout" presStyleIdx="0" presStyleCnt="3"/>
      <dgm:spPr/>
    </dgm:pt>
    <dgm:pt modelId="{90F5E3D1-5613-47AD-9E61-9F2251D85E9B}" type="pres">
      <dgm:prSet presAssocID="{80D23A19-2402-43B9-9A52-44E28F34E1A9}" presName="vertSpace2b" presStyleCnt="0"/>
      <dgm:spPr/>
    </dgm:pt>
    <dgm:pt modelId="{A230E469-34CD-4D99-B4D6-45519DC3E4B5}" type="pres">
      <dgm:prSet presAssocID="{537D8705-4B2B-4D91-B302-A038B78E2174}" presName="horz2" presStyleCnt="0"/>
      <dgm:spPr/>
    </dgm:pt>
    <dgm:pt modelId="{52FF92E7-DBDE-453C-9882-59273723C70C}" type="pres">
      <dgm:prSet presAssocID="{537D8705-4B2B-4D91-B302-A038B78E2174}" presName="horzSpace2" presStyleCnt="0"/>
      <dgm:spPr/>
    </dgm:pt>
    <dgm:pt modelId="{78D2844B-45CC-45C6-BA19-2346A5B3A1AD}" type="pres">
      <dgm:prSet presAssocID="{537D8705-4B2B-4D91-B302-A038B78E2174}" presName="tx2" presStyleLbl="revTx" presStyleIdx="2" presStyleCnt="4" custScaleX="110206" custScaleY="29705"/>
      <dgm:spPr/>
    </dgm:pt>
    <dgm:pt modelId="{BD2AED19-D1B9-4026-AB44-290C2FE79B0D}" type="pres">
      <dgm:prSet presAssocID="{537D8705-4B2B-4D91-B302-A038B78E2174}" presName="vert2" presStyleCnt="0"/>
      <dgm:spPr/>
    </dgm:pt>
    <dgm:pt modelId="{6B9D8E03-B86B-4F88-9539-0B0014E5516F}" type="pres">
      <dgm:prSet presAssocID="{537D8705-4B2B-4D91-B302-A038B78E2174}" presName="thinLine2b" presStyleLbl="callout" presStyleIdx="1" presStyleCnt="3"/>
      <dgm:spPr/>
    </dgm:pt>
    <dgm:pt modelId="{691807EB-34D0-47B0-9608-4DB217B958AF}" type="pres">
      <dgm:prSet presAssocID="{537D8705-4B2B-4D91-B302-A038B78E2174}" presName="vertSpace2b" presStyleCnt="0"/>
      <dgm:spPr/>
    </dgm:pt>
    <dgm:pt modelId="{2B4BC730-FFF5-4F48-B97E-9528654EBA6D}" type="pres">
      <dgm:prSet presAssocID="{CDCACF51-D109-4596-ABB1-617AABE9633D}" presName="horz2" presStyleCnt="0"/>
      <dgm:spPr/>
    </dgm:pt>
    <dgm:pt modelId="{C133AA25-B133-4687-9227-E2C94B667DB3}" type="pres">
      <dgm:prSet presAssocID="{CDCACF51-D109-4596-ABB1-617AABE9633D}" presName="horzSpace2" presStyleCnt="0"/>
      <dgm:spPr/>
    </dgm:pt>
    <dgm:pt modelId="{5CD94D68-49E6-4060-BB73-447EAE725646}" type="pres">
      <dgm:prSet presAssocID="{CDCACF51-D109-4596-ABB1-617AABE9633D}" presName="tx2" presStyleLbl="revTx" presStyleIdx="3" presStyleCnt="4" custScaleX="110206" custScaleY="33680"/>
      <dgm:spPr>
        <a:xfrm>
          <a:off x="1048639" y="2142825"/>
          <a:ext cx="7679904" cy="3116791"/>
        </a:xfrm>
        <a:prstGeom prst="rect">
          <a:avLst/>
        </a:prstGeom>
      </dgm:spPr>
    </dgm:pt>
    <dgm:pt modelId="{C8DE9EDE-F7CF-41C8-BAA0-6E1FA8AE72A7}" type="pres">
      <dgm:prSet presAssocID="{CDCACF51-D109-4596-ABB1-617AABE9633D}" presName="vert2" presStyleCnt="0"/>
      <dgm:spPr/>
    </dgm:pt>
    <dgm:pt modelId="{9DB66A52-0E19-4A12-B6AC-AD990BB7C2FA}" type="pres">
      <dgm:prSet presAssocID="{CDCACF51-D109-4596-ABB1-617AABE9633D}" presName="thinLine2b" presStyleLbl="callout" presStyleIdx="2" presStyleCnt="3"/>
      <dgm:spPr/>
    </dgm:pt>
    <dgm:pt modelId="{F91F011D-4C87-4074-8775-3271FBC57AB1}" type="pres">
      <dgm:prSet presAssocID="{CDCACF51-D109-4596-ABB1-617AABE9633D}" presName="vertSpace2b" presStyleCnt="0"/>
      <dgm:spPr/>
    </dgm:pt>
  </dgm:ptLst>
  <dgm:cxnLst>
    <dgm:cxn modelId="{246E6820-7241-4AB9-9FF9-9B1480F864AA}" type="presOf" srcId="{80D23A19-2402-43B9-9A52-44E28F34E1A9}" destId="{5A9B06A1-606A-49C4-8D49-CF014661105A}" srcOrd="0" destOrd="0" presId="urn:microsoft.com/office/officeart/2008/layout/LinedList"/>
    <dgm:cxn modelId="{886C7E61-72F1-4446-A079-16361F658E97}" srcId="{606483BC-F784-4D8F-8815-A3BA699363B1}" destId="{80D23A19-2402-43B9-9A52-44E28F34E1A9}" srcOrd="0" destOrd="0" parTransId="{4590D1BE-3197-4B27-8134-6E22BB5D9735}" sibTransId="{66D924D9-8BFE-4B31-B35B-0E514385BE07}"/>
    <dgm:cxn modelId="{6BC2896F-38F2-4ED0-8E58-2B48EA5B3CC1}" type="presOf" srcId="{606483BC-F784-4D8F-8815-A3BA699363B1}" destId="{03F09154-5F2C-42C2-9BB6-E854FC6E1C4C}" srcOrd="0" destOrd="0" presId="urn:microsoft.com/office/officeart/2008/layout/LinedList"/>
    <dgm:cxn modelId="{9CFB8EBA-D4D1-48BB-BBCA-12F61A374B61}" srcId="{606483BC-F784-4D8F-8815-A3BA699363B1}" destId="{537D8705-4B2B-4D91-B302-A038B78E2174}" srcOrd="1" destOrd="0" parTransId="{4251F1A2-115B-45D4-86BB-D376AECF11BD}" sibTransId="{496E9C50-FE4A-44EC-B84D-18E6306F364F}"/>
    <dgm:cxn modelId="{F93F12BB-8038-486E-9907-BA05FD76249C}" srcId="{AE186EBD-D4C1-4727-B661-5483A0B14852}" destId="{606483BC-F784-4D8F-8815-A3BA699363B1}" srcOrd="0" destOrd="0" parTransId="{059BC729-F00E-413C-B0D7-75501B22299B}" sibTransId="{6C26A722-7EC2-4748-BDA6-8AD05E1164AE}"/>
    <dgm:cxn modelId="{AEA2FCC8-FCC9-4F33-84D7-4D1567B480E3}" type="presOf" srcId="{CDCACF51-D109-4596-ABB1-617AABE9633D}" destId="{5CD94D68-49E6-4060-BB73-447EAE725646}" srcOrd="0" destOrd="0" presId="urn:microsoft.com/office/officeart/2008/layout/LinedList"/>
    <dgm:cxn modelId="{06DE81D2-EC19-42B9-9A9C-349EC03E3DFE}" type="presOf" srcId="{AE186EBD-D4C1-4727-B661-5483A0B14852}" destId="{51173BF5-AC35-47E9-990E-0EF6DC1A897B}" srcOrd="0" destOrd="0" presId="urn:microsoft.com/office/officeart/2008/layout/LinedList"/>
    <dgm:cxn modelId="{6C5D98DF-5442-44E6-BF5A-581356DD0B1A}" type="presOf" srcId="{537D8705-4B2B-4D91-B302-A038B78E2174}" destId="{78D2844B-45CC-45C6-BA19-2346A5B3A1AD}" srcOrd="0" destOrd="0" presId="urn:microsoft.com/office/officeart/2008/layout/LinedList"/>
    <dgm:cxn modelId="{D6BDEEFC-7549-4419-AEB8-918C178C93A3}" srcId="{606483BC-F784-4D8F-8815-A3BA699363B1}" destId="{CDCACF51-D109-4596-ABB1-617AABE9633D}" srcOrd="2" destOrd="0" parTransId="{20BDDDCC-F268-467C-A380-D0C39B99B970}" sibTransId="{9D2666DB-74BF-4C63-B0F4-57E4E5C1A649}"/>
    <dgm:cxn modelId="{B81B6D79-A30C-422D-B690-FA1D37822D88}" type="presParOf" srcId="{51173BF5-AC35-47E9-990E-0EF6DC1A897B}" destId="{CF6AB94E-3DEF-42B5-AA39-870D77FAE1B4}" srcOrd="0" destOrd="0" presId="urn:microsoft.com/office/officeart/2008/layout/LinedList"/>
    <dgm:cxn modelId="{29D5157A-68B2-4675-990A-BA9B75774203}" type="presParOf" srcId="{51173BF5-AC35-47E9-990E-0EF6DC1A897B}" destId="{DDBA2B50-17D4-44FC-8FEE-49AD9577F30A}" srcOrd="1" destOrd="0" presId="urn:microsoft.com/office/officeart/2008/layout/LinedList"/>
    <dgm:cxn modelId="{5C5C221D-1548-4452-B6A3-A41F62C04AD8}" type="presParOf" srcId="{DDBA2B50-17D4-44FC-8FEE-49AD9577F30A}" destId="{03F09154-5F2C-42C2-9BB6-E854FC6E1C4C}" srcOrd="0" destOrd="0" presId="urn:microsoft.com/office/officeart/2008/layout/LinedList"/>
    <dgm:cxn modelId="{352923C5-93C7-4CE3-94E6-853D5014D466}" type="presParOf" srcId="{DDBA2B50-17D4-44FC-8FEE-49AD9577F30A}" destId="{9C7E8768-3E90-4BAF-8388-BD949713563F}" srcOrd="1" destOrd="0" presId="urn:microsoft.com/office/officeart/2008/layout/LinedList"/>
    <dgm:cxn modelId="{15DD75CE-C587-4062-9680-8AFA9B92EA15}" type="presParOf" srcId="{9C7E8768-3E90-4BAF-8388-BD949713563F}" destId="{BEF6A696-E97A-4146-890D-E024F168686C}" srcOrd="0" destOrd="0" presId="urn:microsoft.com/office/officeart/2008/layout/LinedList"/>
    <dgm:cxn modelId="{6D88D35C-D487-446D-9F42-B28A7D19FBFF}" type="presParOf" srcId="{9C7E8768-3E90-4BAF-8388-BD949713563F}" destId="{4CB51661-C8E2-4FDE-84B5-13AC3AFEAD3E}" srcOrd="1" destOrd="0" presId="urn:microsoft.com/office/officeart/2008/layout/LinedList"/>
    <dgm:cxn modelId="{AAB7EA26-FB91-4DA4-B536-9D0F6555D548}" type="presParOf" srcId="{4CB51661-C8E2-4FDE-84B5-13AC3AFEAD3E}" destId="{3CEDCF71-ED23-4285-8494-FA5C7ECA5432}" srcOrd="0" destOrd="0" presId="urn:microsoft.com/office/officeart/2008/layout/LinedList"/>
    <dgm:cxn modelId="{2BEB8508-3DCA-4BC4-81AA-3DCD7F7CAF80}" type="presParOf" srcId="{4CB51661-C8E2-4FDE-84B5-13AC3AFEAD3E}" destId="{5A9B06A1-606A-49C4-8D49-CF014661105A}" srcOrd="1" destOrd="0" presId="urn:microsoft.com/office/officeart/2008/layout/LinedList"/>
    <dgm:cxn modelId="{4A815D84-E662-4E4D-9714-81A7C2818F71}" type="presParOf" srcId="{4CB51661-C8E2-4FDE-84B5-13AC3AFEAD3E}" destId="{5F900C6F-A23A-4C7A-A36B-0FF74D05A4DE}" srcOrd="2" destOrd="0" presId="urn:microsoft.com/office/officeart/2008/layout/LinedList"/>
    <dgm:cxn modelId="{7FA835AE-DC4C-4175-9E03-FE8E1F9538AE}" type="presParOf" srcId="{9C7E8768-3E90-4BAF-8388-BD949713563F}" destId="{17ADDDA0-996E-46CC-8249-93F7AEB836E0}" srcOrd="2" destOrd="0" presId="urn:microsoft.com/office/officeart/2008/layout/LinedList"/>
    <dgm:cxn modelId="{881A1869-82A8-473F-9935-3D6ABE301804}" type="presParOf" srcId="{9C7E8768-3E90-4BAF-8388-BD949713563F}" destId="{90F5E3D1-5613-47AD-9E61-9F2251D85E9B}" srcOrd="3" destOrd="0" presId="urn:microsoft.com/office/officeart/2008/layout/LinedList"/>
    <dgm:cxn modelId="{78BBBE8E-0F8B-4BD6-B0B7-0BF395858FDD}" type="presParOf" srcId="{9C7E8768-3E90-4BAF-8388-BD949713563F}" destId="{A230E469-34CD-4D99-B4D6-45519DC3E4B5}" srcOrd="4" destOrd="0" presId="urn:microsoft.com/office/officeart/2008/layout/LinedList"/>
    <dgm:cxn modelId="{F87D61E9-2AE8-45BB-BC86-B04463B9874D}" type="presParOf" srcId="{A230E469-34CD-4D99-B4D6-45519DC3E4B5}" destId="{52FF92E7-DBDE-453C-9882-59273723C70C}" srcOrd="0" destOrd="0" presId="urn:microsoft.com/office/officeart/2008/layout/LinedList"/>
    <dgm:cxn modelId="{F9B512C5-4B49-4D32-91D1-49B478DEEC85}" type="presParOf" srcId="{A230E469-34CD-4D99-B4D6-45519DC3E4B5}" destId="{78D2844B-45CC-45C6-BA19-2346A5B3A1AD}" srcOrd="1" destOrd="0" presId="urn:microsoft.com/office/officeart/2008/layout/LinedList"/>
    <dgm:cxn modelId="{B0B46B36-1B48-4319-B985-C416E6F1D4A3}" type="presParOf" srcId="{A230E469-34CD-4D99-B4D6-45519DC3E4B5}" destId="{BD2AED19-D1B9-4026-AB44-290C2FE79B0D}" srcOrd="2" destOrd="0" presId="urn:microsoft.com/office/officeart/2008/layout/LinedList"/>
    <dgm:cxn modelId="{A4B12AB9-D7DF-4F9D-8178-E8CB3CB27B1D}" type="presParOf" srcId="{9C7E8768-3E90-4BAF-8388-BD949713563F}" destId="{6B9D8E03-B86B-4F88-9539-0B0014E5516F}" srcOrd="5" destOrd="0" presId="urn:microsoft.com/office/officeart/2008/layout/LinedList"/>
    <dgm:cxn modelId="{81246944-579F-416E-9F9F-5FB4422249A0}" type="presParOf" srcId="{9C7E8768-3E90-4BAF-8388-BD949713563F}" destId="{691807EB-34D0-47B0-9608-4DB217B958AF}" srcOrd="6" destOrd="0" presId="urn:microsoft.com/office/officeart/2008/layout/LinedList"/>
    <dgm:cxn modelId="{9936BB9E-F94A-4BCE-9B8A-7C6D3B17E39E}" type="presParOf" srcId="{9C7E8768-3E90-4BAF-8388-BD949713563F}" destId="{2B4BC730-FFF5-4F48-B97E-9528654EBA6D}" srcOrd="7" destOrd="0" presId="urn:microsoft.com/office/officeart/2008/layout/LinedList"/>
    <dgm:cxn modelId="{4B5D5FE3-938B-40F9-B8F8-4101DD125708}" type="presParOf" srcId="{2B4BC730-FFF5-4F48-B97E-9528654EBA6D}" destId="{C133AA25-B133-4687-9227-E2C94B667DB3}" srcOrd="0" destOrd="0" presId="urn:microsoft.com/office/officeart/2008/layout/LinedList"/>
    <dgm:cxn modelId="{D8C63305-F5A0-4E4C-AE4A-131E44650292}" type="presParOf" srcId="{2B4BC730-FFF5-4F48-B97E-9528654EBA6D}" destId="{5CD94D68-49E6-4060-BB73-447EAE725646}" srcOrd="1" destOrd="0" presId="urn:microsoft.com/office/officeart/2008/layout/LinedList"/>
    <dgm:cxn modelId="{D5A2642B-8ACF-46DA-95D0-EEE1ABA1C085}" type="presParOf" srcId="{2B4BC730-FFF5-4F48-B97E-9528654EBA6D}" destId="{C8DE9EDE-F7CF-41C8-BAA0-6E1FA8AE72A7}" srcOrd="2" destOrd="0" presId="urn:microsoft.com/office/officeart/2008/layout/LinedList"/>
    <dgm:cxn modelId="{0E053C7D-6D75-413E-BFB5-5848E379BB54}" type="presParOf" srcId="{9C7E8768-3E90-4BAF-8388-BD949713563F}" destId="{9DB66A52-0E19-4A12-B6AC-AD990BB7C2FA}" srcOrd="8" destOrd="0" presId="urn:microsoft.com/office/officeart/2008/layout/LinedList"/>
    <dgm:cxn modelId="{115695A8-281B-4370-A3CE-F9E0339C12AB}" type="presParOf" srcId="{9C7E8768-3E90-4BAF-8388-BD949713563F}" destId="{F91F011D-4C87-4074-8775-3271FBC57AB1}" srcOrd="9"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F6AB94E-3DEF-42B5-AA39-870D77FAE1B4}">
      <dsp:nvSpPr>
        <dsp:cNvPr id="0" name=""/>
        <dsp:cNvSpPr/>
      </dsp:nvSpPr>
      <dsp:spPr>
        <a:xfrm>
          <a:off x="0" y="0"/>
          <a:ext cx="887730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3F09154-5F2C-42C2-9BB6-E854FC6E1C4C}">
      <dsp:nvSpPr>
        <dsp:cNvPr id="0" name=""/>
        <dsp:cNvSpPr/>
      </dsp:nvSpPr>
      <dsp:spPr>
        <a:xfrm>
          <a:off x="0" y="0"/>
          <a:ext cx="915480" cy="54186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wordArtVert" wrap="square" lIns="68580" tIns="68580" rIns="68580" bIns="68580" numCol="1" spcCol="1270" anchor="ctr" anchorCtr="0">
          <a:noAutofit/>
        </a:bodyPr>
        <a:lstStyle/>
        <a:p>
          <a:pPr marL="0" lvl="0" indent="0" algn="l" defTabSz="800100">
            <a:lnSpc>
              <a:spcPct val="90000"/>
            </a:lnSpc>
            <a:spcBef>
              <a:spcPct val="0"/>
            </a:spcBef>
            <a:spcAft>
              <a:spcPct val="35000"/>
            </a:spcAft>
            <a:buNone/>
          </a:pPr>
          <a:endParaRPr lang="fr-FR" sz="1800" b="1" kern="1200" dirty="0">
            <a:latin typeface="Adella" panose="02000603000000000000" pitchFamily="50" charset="0"/>
            <a:ea typeface="Adella" panose="02000603000000000000" pitchFamily="50" charset="0"/>
          </a:endParaRPr>
        </a:p>
        <a:p>
          <a:pPr marL="0" lvl="0" indent="0" algn="l" defTabSz="800100">
            <a:lnSpc>
              <a:spcPct val="90000"/>
            </a:lnSpc>
            <a:spcBef>
              <a:spcPct val="0"/>
            </a:spcBef>
            <a:spcAft>
              <a:spcPct val="35000"/>
            </a:spcAft>
            <a:buNone/>
          </a:pPr>
          <a:r>
            <a:rPr lang="fr-FR" sz="1800" b="1" kern="1200" dirty="0">
              <a:latin typeface="Adella" panose="02000603000000000000" pitchFamily="50" charset="0"/>
              <a:ea typeface="Adella" panose="02000603000000000000" pitchFamily="50" charset="0"/>
            </a:rPr>
            <a:t>  1    2     3</a:t>
          </a:r>
        </a:p>
      </dsp:txBody>
      <dsp:txXfrm>
        <a:off x="0" y="0"/>
        <a:ext cx="915480" cy="5418667"/>
      </dsp:txXfrm>
    </dsp:sp>
    <dsp:sp modelId="{5A9B06A1-606A-49C4-8D49-CF014661105A}">
      <dsp:nvSpPr>
        <dsp:cNvPr id="0" name=""/>
        <dsp:cNvSpPr/>
      </dsp:nvSpPr>
      <dsp:spPr>
        <a:xfrm>
          <a:off x="1048639" y="107817"/>
          <a:ext cx="7679904" cy="13647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just" defTabSz="1244600">
            <a:lnSpc>
              <a:spcPct val="90000"/>
            </a:lnSpc>
            <a:spcBef>
              <a:spcPct val="0"/>
            </a:spcBef>
            <a:spcAft>
              <a:spcPct val="35000"/>
            </a:spcAft>
            <a:buNone/>
          </a:pPr>
          <a:r>
            <a:rPr lang="fr-FR" sz="2800" b="0" i="0" kern="1200" dirty="0">
              <a:solidFill>
                <a:srgbClr val="333333"/>
              </a:solidFill>
              <a:effectLst/>
              <a:latin typeface="Adella" panose="02000603000000000000" pitchFamily="50" charset="0"/>
              <a:ea typeface="Adella" panose="02000603000000000000" pitchFamily="50" charset="0"/>
            </a:rPr>
            <a:t>L’intersectionnalité est la façon dont de multiples identités interagissent pour générer des formes uniques d’oppression.</a:t>
          </a:r>
          <a:endParaRPr lang="fr-FR" sz="2800" kern="1200" dirty="0">
            <a:latin typeface="Adella" panose="02000603000000000000" pitchFamily="50" charset="0"/>
            <a:ea typeface="Adella" panose="02000603000000000000" pitchFamily="50" charset="0"/>
          </a:endParaRPr>
        </a:p>
      </dsp:txBody>
      <dsp:txXfrm>
        <a:off x="1048639" y="107817"/>
        <a:ext cx="7679904" cy="1364778"/>
      </dsp:txXfrm>
    </dsp:sp>
    <dsp:sp modelId="{17ADDDA0-996E-46CC-8249-93F7AEB836E0}">
      <dsp:nvSpPr>
        <dsp:cNvPr id="0" name=""/>
        <dsp:cNvSpPr/>
      </dsp:nvSpPr>
      <dsp:spPr>
        <a:xfrm>
          <a:off x="915480" y="1472595"/>
          <a:ext cx="7101840"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78D2844B-45CC-45C6-BA19-2346A5B3A1AD}">
      <dsp:nvSpPr>
        <dsp:cNvPr id="0" name=""/>
        <dsp:cNvSpPr/>
      </dsp:nvSpPr>
      <dsp:spPr>
        <a:xfrm>
          <a:off x="1048639" y="1580413"/>
          <a:ext cx="7679904" cy="14647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just" defTabSz="1244600">
            <a:lnSpc>
              <a:spcPct val="90000"/>
            </a:lnSpc>
            <a:spcBef>
              <a:spcPct val="0"/>
            </a:spcBef>
            <a:spcAft>
              <a:spcPct val="35000"/>
            </a:spcAft>
            <a:buNone/>
          </a:pPr>
          <a:r>
            <a:rPr lang="fr-FR" sz="2800" kern="1200" dirty="0">
              <a:latin typeface="Adella" panose="02000603000000000000" pitchFamily="50" charset="0"/>
              <a:ea typeface="Adella" panose="02000603000000000000" pitchFamily="50" charset="0"/>
            </a:rPr>
            <a:t>C</a:t>
          </a:r>
          <a:r>
            <a:rPr lang="fr-FR" sz="2800" b="0" i="0" kern="1200" dirty="0">
              <a:solidFill>
                <a:srgbClr val="333333"/>
              </a:solidFill>
              <a:effectLst/>
              <a:latin typeface="Adella" panose="02000603000000000000" pitchFamily="50" charset="0"/>
              <a:ea typeface="Adella" panose="02000603000000000000" pitchFamily="50" charset="0"/>
            </a:rPr>
            <a:t>e terme met en évidence la manière dont la « race », le sexe, la classe et d’autres facteurs sont interconnectés.</a:t>
          </a:r>
          <a:endParaRPr lang="fr-FR" sz="2800" kern="1200" dirty="0">
            <a:latin typeface="Adella" panose="02000603000000000000" pitchFamily="50" charset="0"/>
            <a:ea typeface="Adella" panose="02000603000000000000" pitchFamily="50" charset="0"/>
          </a:endParaRPr>
        </a:p>
      </dsp:txBody>
      <dsp:txXfrm>
        <a:off x="1048639" y="1580413"/>
        <a:ext cx="7679904" cy="1464789"/>
      </dsp:txXfrm>
    </dsp:sp>
    <dsp:sp modelId="{6B9D8E03-B86B-4F88-9539-0B0014E5516F}">
      <dsp:nvSpPr>
        <dsp:cNvPr id="0" name=""/>
        <dsp:cNvSpPr/>
      </dsp:nvSpPr>
      <dsp:spPr>
        <a:xfrm>
          <a:off x="915480" y="3045203"/>
          <a:ext cx="7101840"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5CD94D68-49E6-4060-BB73-447EAE725646}">
      <dsp:nvSpPr>
        <dsp:cNvPr id="0" name=""/>
        <dsp:cNvSpPr/>
      </dsp:nvSpPr>
      <dsp:spPr>
        <a:xfrm>
          <a:off x="1048639" y="3153021"/>
          <a:ext cx="7679904" cy="215635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just" defTabSz="1244600">
            <a:lnSpc>
              <a:spcPct val="90000"/>
            </a:lnSpc>
            <a:spcBef>
              <a:spcPct val="0"/>
            </a:spcBef>
            <a:spcAft>
              <a:spcPct val="35000"/>
            </a:spcAft>
            <a:buFont typeface="Arial" panose="020B0604020202020204" pitchFamily="34" charset="0"/>
            <a:buNone/>
          </a:pPr>
          <a:r>
            <a:rPr lang="fr-FR" sz="2800" b="0" i="0" kern="1200" dirty="0">
              <a:solidFill>
                <a:srgbClr val="333333"/>
              </a:solidFill>
              <a:effectLst/>
              <a:latin typeface="Adella" panose="02000603000000000000" pitchFamily="50" charset="0"/>
              <a:ea typeface="Adella" panose="02000603000000000000" pitchFamily="50" charset="0"/>
            </a:rPr>
            <a:t>Lorsqu’il s’agit de lutter contre l’extrême pauvreté, l’intersectionnalité signifie qu’il faut examiner comment ces facteurs alimentent divers problèmes, allant de l’inégalité en matière de santé au changement climatique et plus encore.</a:t>
          </a:r>
          <a:endParaRPr lang="fr-FR" sz="2800" kern="1200" dirty="0">
            <a:latin typeface="Adella" panose="02000603000000000000" pitchFamily="50" charset="0"/>
            <a:ea typeface="Adella" panose="02000603000000000000" pitchFamily="50" charset="0"/>
          </a:endParaRPr>
        </a:p>
      </dsp:txBody>
      <dsp:txXfrm>
        <a:off x="1048639" y="3153021"/>
        <a:ext cx="7679904" cy="2156354"/>
      </dsp:txXfrm>
    </dsp:sp>
    <dsp:sp modelId="{9DB66A52-0E19-4A12-B6AC-AD990BB7C2FA}">
      <dsp:nvSpPr>
        <dsp:cNvPr id="0" name=""/>
        <dsp:cNvSpPr/>
      </dsp:nvSpPr>
      <dsp:spPr>
        <a:xfrm>
          <a:off x="915480" y="5309375"/>
          <a:ext cx="7101840"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F6AB94E-3DEF-42B5-AA39-870D77FAE1B4}">
      <dsp:nvSpPr>
        <dsp:cNvPr id="0" name=""/>
        <dsp:cNvSpPr/>
      </dsp:nvSpPr>
      <dsp:spPr>
        <a:xfrm>
          <a:off x="0" y="1425"/>
          <a:ext cx="8919453"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3F09154-5F2C-42C2-9BB6-E854FC6E1C4C}">
      <dsp:nvSpPr>
        <dsp:cNvPr id="0" name=""/>
        <dsp:cNvSpPr/>
      </dsp:nvSpPr>
      <dsp:spPr>
        <a:xfrm>
          <a:off x="0" y="1425"/>
          <a:ext cx="919827" cy="291702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wordArtVert" wrap="square" lIns="68580" tIns="68580" rIns="68580" bIns="68580" numCol="1" spcCol="1270" anchor="ctr" anchorCtr="0">
          <a:noAutofit/>
        </a:bodyPr>
        <a:lstStyle/>
        <a:p>
          <a:pPr marL="0" lvl="0" indent="0" algn="l" defTabSz="800100">
            <a:lnSpc>
              <a:spcPct val="90000"/>
            </a:lnSpc>
            <a:spcBef>
              <a:spcPct val="0"/>
            </a:spcBef>
            <a:spcAft>
              <a:spcPct val="35000"/>
            </a:spcAft>
            <a:buNone/>
          </a:pPr>
          <a:endParaRPr lang="fr-FR" sz="1800" b="1" kern="1200" dirty="0">
            <a:latin typeface="Adella" panose="02000603000000000000" pitchFamily="50" charset="0"/>
            <a:ea typeface="Adella" panose="02000603000000000000" pitchFamily="50" charset="0"/>
          </a:endParaRPr>
        </a:p>
        <a:p>
          <a:pPr marL="0" lvl="0" indent="0" algn="l" defTabSz="800100">
            <a:lnSpc>
              <a:spcPct val="90000"/>
            </a:lnSpc>
            <a:spcBef>
              <a:spcPct val="0"/>
            </a:spcBef>
            <a:spcAft>
              <a:spcPct val="35000"/>
            </a:spcAft>
            <a:buNone/>
          </a:pPr>
          <a:r>
            <a:rPr lang="fr-FR" sz="1800" b="1" kern="1200" dirty="0">
              <a:latin typeface="Adella" panose="02000603000000000000" pitchFamily="50" charset="0"/>
              <a:ea typeface="Adella" panose="02000603000000000000" pitchFamily="50" charset="0"/>
            </a:rPr>
            <a:t> 1  2  3</a:t>
          </a:r>
        </a:p>
      </dsp:txBody>
      <dsp:txXfrm>
        <a:off x="0" y="1425"/>
        <a:ext cx="919827" cy="2917022"/>
      </dsp:txXfrm>
    </dsp:sp>
    <dsp:sp modelId="{5A9B06A1-606A-49C4-8D49-CF014661105A}">
      <dsp:nvSpPr>
        <dsp:cNvPr id="0" name=""/>
        <dsp:cNvSpPr/>
      </dsp:nvSpPr>
      <dsp:spPr>
        <a:xfrm>
          <a:off x="1053619" y="134457"/>
          <a:ext cx="7716371" cy="6983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just" defTabSz="1244600">
            <a:lnSpc>
              <a:spcPct val="90000"/>
            </a:lnSpc>
            <a:spcBef>
              <a:spcPct val="0"/>
            </a:spcBef>
            <a:spcAft>
              <a:spcPct val="35000"/>
            </a:spcAft>
            <a:buNone/>
          </a:pPr>
          <a:r>
            <a:rPr lang="fr-FR" sz="2800" b="0" i="0" kern="1200" dirty="0">
              <a:solidFill>
                <a:srgbClr val="333333"/>
              </a:solidFill>
              <a:effectLst/>
              <a:latin typeface="Adella" panose="02000603000000000000" pitchFamily="50" charset="0"/>
              <a:ea typeface="Adella" panose="02000603000000000000" pitchFamily="50" charset="0"/>
            </a:rPr>
            <a:t>Examiner nos propres privilèges.</a:t>
          </a:r>
          <a:endParaRPr lang="fr-FR" sz="2800" kern="1200" dirty="0">
            <a:latin typeface="Adella" panose="02000603000000000000" pitchFamily="50" charset="0"/>
            <a:ea typeface="Adella" panose="02000603000000000000" pitchFamily="50" charset="0"/>
          </a:endParaRPr>
        </a:p>
      </dsp:txBody>
      <dsp:txXfrm>
        <a:off x="1053619" y="134457"/>
        <a:ext cx="7716371" cy="698339"/>
      </dsp:txXfrm>
    </dsp:sp>
    <dsp:sp modelId="{17ADDDA0-996E-46CC-8249-93F7AEB836E0}">
      <dsp:nvSpPr>
        <dsp:cNvPr id="0" name=""/>
        <dsp:cNvSpPr/>
      </dsp:nvSpPr>
      <dsp:spPr>
        <a:xfrm>
          <a:off x="919827" y="832797"/>
          <a:ext cx="7135562"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78D2844B-45CC-45C6-BA19-2346A5B3A1AD}">
      <dsp:nvSpPr>
        <dsp:cNvPr id="0" name=""/>
        <dsp:cNvSpPr/>
      </dsp:nvSpPr>
      <dsp:spPr>
        <a:xfrm>
          <a:off x="1053619" y="965829"/>
          <a:ext cx="7716371" cy="7903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just" defTabSz="1244600">
            <a:lnSpc>
              <a:spcPct val="90000"/>
            </a:lnSpc>
            <a:spcBef>
              <a:spcPct val="0"/>
            </a:spcBef>
            <a:spcAft>
              <a:spcPct val="35000"/>
            </a:spcAft>
            <a:buNone/>
          </a:pPr>
          <a:r>
            <a:rPr lang="fr-FR" sz="2800" kern="1200" dirty="0">
              <a:latin typeface="Adella" panose="02000603000000000000" pitchFamily="50" charset="0"/>
              <a:ea typeface="Adella" panose="02000603000000000000" pitchFamily="50" charset="0"/>
            </a:rPr>
            <a:t>S’écouter les uns les autres.</a:t>
          </a:r>
        </a:p>
      </dsp:txBody>
      <dsp:txXfrm>
        <a:off x="1053619" y="965829"/>
        <a:ext cx="7716371" cy="790344"/>
      </dsp:txXfrm>
    </dsp:sp>
    <dsp:sp modelId="{6B9D8E03-B86B-4F88-9539-0B0014E5516F}">
      <dsp:nvSpPr>
        <dsp:cNvPr id="0" name=""/>
        <dsp:cNvSpPr/>
      </dsp:nvSpPr>
      <dsp:spPr>
        <a:xfrm>
          <a:off x="919827" y="1756173"/>
          <a:ext cx="7135562"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5CD94D68-49E6-4060-BB73-447EAE725646}">
      <dsp:nvSpPr>
        <dsp:cNvPr id="0" name=""/>
        <dsp:cNvSpPr/>
      </dsp:nvSpPr>
      <dsp:spPr>
        <a:xfrm>
          <a:off x="1053619" y="1889205"/>
          <a:ext cx="7716371" cy="8961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just" defTabSz="1244600">
            <a:lnSpc>
              <a:spcPct val="90000"/>
            </a:lnSpc>
            <a:spcBef>
              <a:spcPct val="0"/>
            </a:spcBef>
            <a:spcAft>
              <a:spcPct val="35000"/>
            </a:spcAft>
            <a:buFont typeface="Arial" panose="020B0604020202020204" pitchFamily="34" charset="0"/>
            <a:buNone/>
          </a:pPr>
          <a:r>
            <a:rPr lang="fr-FR" sz="2800" kern="1200" dirty="0">
              <a:latin typeface="Adella" panose="02000603000000000000" pitchFamily="50" charset="0"/>
              <a:ea typeface="Adella" panose="02000603000000000000" pitchFamily="50" charset="0"/>
            </a:rPr>
            <a:t>Pratiquer le féminisme à travers un prisme plus large et plus inclusif</a:t>
          </a:r>
        </a:p>
      </dsp:txBody>
      <dsp:txXfrm>
        <a:off x="1053619" y="1889205"/>
        <a:ext cx="7716371" cy="896104"/>
      </dsp:txXfrm>
    </dsp:sp>
    <dsp:sp modelId="{9DB66A52-0E19-4A12-B6AC-AD990BB7C2FA}">
      <dsp:nvSpPr>
        <dsp:cNvPr id="0" name=""/>
        <dsp:cNvSpPr/>
      </dsp:nvSpPr>
      <dsp:spPr>
        <a:xfrm>
          <a:off x="919827" y="2785310"/>
          <a:ext cx="7135562"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4" name="Rectangle 3"/>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603504" y="770467"/>
            <a:ext cx="10782300" cy="3352800"/>
          </a:xfrm>
        </p:spPr>
        <p:txBody>
          <a:bodyPr anchor="b">
            <a:noAutofit/>
          </a:bodyPr>
          <a:lstStyle>
            <a:lvl1pPr algn="l">
              <a:lnSpc>
                <a:spcPct val="80000"/>
              </a:lnSpc>
              <a:defRPr sz="8800" spc="-120" baseline="0">
                <a:solidFill>
                  <a:srgbClr val="FFFFFF"/>
                </a:solidFill>
              </a:defRPr>
            </a:lvl1pPr>
          </a:lstStyle>
          <a:p>
            <a:r>
              <a:rPr lang="fr-FR"/>
              <a:t>Modifiez le style du titre</a:t>
            </a:r>
            <a:endParaRPr lang="en-US" dirty="0"/>
          </a:p>
        </p:txBody>
      </p:sp>
      <p:sp>
        <p:nvSpPr>
          <p:cNvPr id="3" name="Subtitle 2"/>
          <p:cNvSpPr>
            <a:spLocks noGrp="1"/>
          </p:cNvSpPr>
          <p:nvPr>
            <p:ph type="subTitle" idx="1"/>
          </p:nvPr>
        </p:nvSpPr>
        <p:spPr>
          <a:xfrm>
            <a:off x="667512" y="4206876"/>
            <a:ext cx="9228201" cy="1645920"/>
          </a:xfrm>
        </p:spPr>
        <p:txBody>
          <a:bodyPr>
            <a:normAutofit/>
          </a:bodyPr>
          <a:lstStyle>
            <a:lvl1pPr marL="0" indent="0" algn="l">
              <a:buNone/>
              <a:defRPr sz="3200">
                <a:solidFill>
                  <a:schemeClr val="bg1"/>
                </a:solidFill>
                <a:latin typeface="+mj-lt"/>
              </a:defRPr>
            </a:lvl1pPr>
            <a:lvl2pPr marL="457200" indent="0" algn="ctr">
              <a:buNone/>
              <a:defRPr sz="28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fr-FR"/>
              <a:t>Modifiez le style des sous-titres du masque</a:t>
            </a:r>
            <a:endParaRPr lang="en-US" dirty="0"/>
          </a:p>
        </p:txBody>
      </p:sp>
      <p:sp>
        <p:nvSpPr>
          <p:cNvPr id="7" name="Date Placeholder 6"/>
          <p:cNvSpPr>
            <a:spLocks noGrp="1"/>
          </p:cNvSpPr>
          <p:nvPr>
            <p:ph type="dt" sz="half" idx="10"/>
          </p:nvPr>
        </p:nvSpPr>
        <p:spPr/>
        <p:txBody>
          <a:bodyPr/>
          <a:lstStyle>
            <a:lvl1pPr>
              <a:defRPr>
                <a:solidFill>
                  <a:srgbClr val="FFFFFF">
                    <a:alpha val="80000"/>
                  </a:srgbClr>
                </a:solidFill>
              </a:defRPr>
            </a:lvl1pPr>
          </a:lstStyle>
          <a:p>
            <a:fld id="{857D2730-EB91-42D5-ACD7-3C8C2398F0FE}" type="datetimeFigureOut">
              <a:rPr lang="fr-FR" smtClean="0"/>
              <a:t>16/09/2023</a:t>
            </a:fld>
            <a:endParaRPr lang="fr-FR"/>
          </a:p>
        </p:txBody>
      </p:sp>
      <p:sp>
        <p:nvSpPr>
          <p:cNvPr id="8" name="Footer Placeholder 7"/>
          <p:cNvSpPr>
            <a:spLocks noGrp="1"/>
          </p:cNvSpPr>
          <p:nvPr>
            <p:ph type="ftr" sz="quarter" idx="11"/>
          </p:nvPr>
        </p:nvSpPr>
        <p:spPr/>
        <p:txBody>
          <a:bodyPr/>
          <a:lstStyle>
            <a:lvl1pPr>
              <a:defRPr>
                <a:solidFill>
                  <a:srgbClr val="FFFFFF">
                    <a:alpha val="80000"/>
                  </a:srgbClr>
                </a:solidFill>
              </a:defRPr>
            </a:lvl1pPr>
          </a:lstStyle>
          <a:p>
            <a:endParaRPr lang="fr-FR"/>
          </a:p>
        </p:txBody>
      </p:sp>
      <p:sp>
        <p:nvSpPr>
          <p:cNvPr id="9" name="Slide Number Placeholder 8"/>
          <p:cNvSpPr>
            <a:spLocks noGrp="1"/>
          </p:cNvSpPr>
          <p:nvPr>
            <p:ph type="sldNum" sz="quarter" idx="12"/>
          </p:nvPr>
        </p:nvSpPr>
        <p:spPr/>
        <p:txBody>
          <a:bodyPr/>
          <a:lstStyle>
            <a:lvl1pPr>
              <a:defRPr>
                <a:solidFill>
                  <a:srgbClr val="FFFFFF">
                    <a:alpha val="25000"/>
                  </a:srgbClr>
                </a:solidFill>
              </a:defRPr>
            </a:lvl1pPr>
          </a:lstStyle>
          <a:p>
            <a:fld id="{37E5AAA0-A5A0-4B0C-AE29-2384B92A8449}" type="slidenum">
              <a:rPr lang="fr-FR" smtClean="0"/>
              <a:t>‹N°›</a:t>
            </a:fld>
            <a:endParaRPr lang="fr-FR"/>
          </a:p>
        </p:txBody>
      </p:sp>
    </p:spTree>
    <p:extLst>
      <p:ext uri="{BB962C8B-B14F-4D97-AF65-F5344CB8AC3E}">
        <p14:creationId xmlns:p14="http://schemas.microsoft.com/office/powerpoint/2010/main" val="5053514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857D2730-EB91-42D5-ACD7-3C8C2398F0FE}" type="datetimeFigureOut">
              <a:rPr lang="fr-FR" smtClean="0"/>
              <a:t>16/09/2023</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37E5AAA0-A5A0-4B0C-AE29-2384B92A8449}" type="slidenum">
              <a:rPr lang="fr-FR" smtClean="0"/>
              <a:t>‹N°›</a:t>
            </a:fld>
            <a:endParaRPr lang="fr-FR"/>
          </a:p>
        </p:txBody>
      </p:sp>
    </p:spTree>
    <p:extLst>
      <p:ext uri="{BB962C8B-B14F-4D97-AF65-F5344CB8AC3E}">
        <p14:creationId xmlns:p14="http://schemas.microsoft.com/office/powerpoint/2010/main" val="13525706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603504" y="767419"/>
            <a:ext cx="10780776" cy="3355848"/>
          </a:xfrm>
        </p:spPr>
        <p:txBody>
          <a:bodyPr anchor="b">
            <a:normAutofit/>
          </a:bodyPr>
          <a:lstStyle>
            <a:lvl1pPr>
              <a:lnSpc>
                <a:spcPct val="80000"/>
              </a:lnSpc>
              <a:defRPr sz="8800" b="0" baseline="0">
                <a:solidFill>
                  <a:schemeClr val="accent1"/>
                </a:solidFill>
              </a:defRPr>
            </a:lvl1pPr>
          </a:lstStyle>
          <a:p>
            <a:r>
              <a:rPr lang="fr-FR"/>
              <a:t>Modifiez le style du titre</a:t>
            </a:r>
            <a:endParaRPr lang="en-US" dirty="0"/>
          </a:p>
        </p:txBody>
      </p:sp>
      <p:sp>
        <p:nvSpPr>
          <p:cNvPr id="3" name="Text Placeholder 2"/>
          <p:cNvSpPr>
            <a:spLocks noGrp="1"/>
          </p:cNvSpPr>
          <p:nvPr>
            <p:ph type="body" idx="1"/>
          </p:nvPr>
        </p:nvSpPr>
        <p:spPr>
          <a:xfrm>
            <a:off x="667512" y="4204209"/>
            <a:ext cx="9226296" cy="1645920"/>
          </a:xfrm>
        </p:spPr>
        <p:txBody>
          <a:bodyPr anchor="t">
            <a:normAutofit/>
          </a:bodyPr>
          <a:lstStyle>
            <a:lvl1pPr marL="0" indent="0">
              <a:buNone/>
              <a:defRPr sz="3200">
                <a:solidFill>
                  <a:schemeClr val="tx1"/>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857D2730-EB91-42D5-ACD7-3C8C2398F0FE}" type="datetimeFigureOut">
              <a:rPr lang="fr-FR" smtClean="0"/>
              <a:t>16/09/2023</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37E5AAA0-A5A0-4B0C-AE29-2384B92A8449}" type="slidenum">
              <a:rPr lang="fr-FR" smtClean="0"/>
              <a:t>‹N°›</a:t>
            </a:fld>
            <a:endParaRPr lang="fr-FR"/>
          </a:p>
        </p:txBody>
      </p:sp>
    </p:spTree>
    <p:extLst>
      <p:ext uri="{BB962C8B-B14F-4D97-AF65-F5344CB8AC3E}">
        <p14:creationId xmlns:p14="http://schemas.microsoft.com/office/powerpoint/2010/main" val="17554555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676656" y="1998134"/>
            <a:ext cx="4663440" cy="376732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6011330" y="1998134"/>
            <a:ext cx="4663440" cy="376732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857D2730-EB91-42D5-ACD7-3C8C2398F0FE}" type="datetimeFigureOut">
              <a:rPr lang="fr-FR" smtClean="0"/>
              <a:t>16/09/2023</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37E5AAA0-A5A0-4B0C-AE29-2384B92A8449}" type="slidenum">
              <a:rPr lang="fr-FR" smtClean="0"/>
              <a:t>‹N°›</a:t>
            </a:fld>
            <a:endParaRPr lang="fr-FR"/>
          </a:p>
        </p:txBody>
      </p:sp>
    </p:spTree>
    <p:extLst>
      <p:ext uri="{BB962C8B-B14F-4D97-AF65-F5344CB8AC3E}">
        <p14:creationId xmlns:p14="http://schemas.microsoft.com/office/powerpoint/2010/main" val="4144436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fr-FR"/>
              <a:t>Modifiez le style du titre</a:t>
            </a:r>
            <a:endParaRPr lang="en-US" dirty="0"/>
          </a:p>
        </p:txBody>
      </p:sp>
      <p:sp>
        <p:nvSpPr>
          <p:cNvPr id="3" name="Text Placeholder 2"/>
          <p:cNvSpPr>
            <a:spLocks noGrp="1"/>
          </p:cNvSpPr>
          <p:nvPr>
            <p:ph type="body" idx="1"/>
          </p:nvPr>
        </p:nvSpPr>
        <p:spPr>
          <a:xfrm>
            <a:off x="676656" y="2040467"/>
            <a:ext cx="4663440" cy="723400"/>
          </a:xfrm>
        </p:spPr>
        <p:txBody>
          <a:bodyPr anchor="ctr">
            <a:normAutofit/>
          </a:bodyPr>
          <a:lstStyle>
            <a:lvl1pPr marL="0" indent="0">
              <a:buNone/>
              <a:defRPr sz="2200" b="0" cap="all" baseline="0">
                <a:solidFill>
                  <a:schemeClr val="tx1">
                    <a:lumMod val="85000"/>
                    <a:lumOff val="15000"/>
                  </a:schemeClr>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676656" y="2753084"/>
            <a:ext cx="4663440" cy="32004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6007608" y="2038435"/>
            <a:ext cx="4663440" cy="722376"/>
          </a:xfrm>
        </p:spPr>
        <p:txBody>
          <a:bodyPr anchor="ctr">
            <a:normAutofit/>
          </a:bodyPr>
          <a:lstStyle>
            <a:lvl1pPr marL="0" indent="0">
              <a:buNone/>
              <a:defRPr sz="2200" b="0" cap="all" baseline="0">
                <a:solidFill>
                  <a:schemeClr val="tx1">
                    <a:lumMod val="85000"/>
                    <a:lumOff val="15000"/>
                  </a:schemeClr>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Content Placeholder 5"/>
          <p:cNvSpPr>
            <a:spLocks noGrp="1"/>
          </p:cNvSpPr>
          <p:nvPr>
            <p:ph sz="quarter" idx="4"/>
          </p:nvPr>
        </p:nvSpPr>
        <p:spPr>
          <a:xfrm>
            <a:off x="6007608" y="2750990"/>
            <a:ext cx="4663440" cy="32004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857D2730-EB91-42D5-ACD7-3C8C2398F0FE}" type="datetimeFigureOut">
              <a:rPr lang="fr-FR" smtClean="0"/>
              <a:t>16/09/2023</a:t>
            </a:fld>
            <a:endParaRPr lang="fr-FR"/>
          </a:p>
        </p:txBody>
      </p:sp>
      <p:sp>
        <p:nvSpPr>
          <p:cNvPr id="8" name="Footer Placeholder 7"/>
          <p:cNvSpPr>
            <a:spLocks noGrp="1"/>
          </p:cNvSpPr>
          <p:nvPr>
            <p:ph type="ftr" sz="quarter" idx="11"/>
          </p:nvPr>
        </p:nvSpPr>
        <p:spPr/>
        <p:txBody>
          <a:bodyPr/>
          <a:lstStyle/>
          <a:p>
            <a:endParaRPr lang="fr-FR"/>
          </a:p>
        </p:txBody>
      </p:sp>
      <p:sp>
        <p:nvSpPr>
          <p:cNvPr id="9" name="Slide Number Placeholder 8"/>
          <p:cNvSpPr>
            <a:spLocks noGrp="1"/>
          </p:cNvSpPr>
          <p:nvPr>
            <p:ph type="sldNum" sz="quarter" idx="12"/>
          </p:nvPr>
        </p:nvSpPr>
        <p:spPr/>
        <p:txBody>
          <a:bodyPr/>
          <a:lstStyle/>
          <a:p>
            <a:fld id="{37E5AAA0-A5A0-4B0C-AE29-2384B92A8449}" type="slidenum">
              <a:rPr lang="fr-FR" smtClean="0"/>
              <a:t>‹N°›</a:t>
            </a:fld>
            <a:endParaRPr lang="fr-FR"/>
          </a:p>
        </p:txBody>
      </p:sp>
    </p:spTree>
    <p:extLst>
      <p:ext uri="{BB962C8B-B14F-4D97-AF65-F5344CB8AC3E}">
        <p14:creationId xmlns:p14="http://schemas.microsoft.com/office/powerpoint/2010/main" val="42364822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857D2730-EB91-42D5-ACD7-3C8C2398F0FE}" type="datetimeFigureOut">
              <a:rPr lang="fr-FR" smtClean="0"/>
              <a:t>16/09/2023</a:t>
            </a:fld>
            <a:endParaRPr lang="fr-FR"/>
          </a:p>
        </p:txBody>
      </p:sp>
      <p:sp>
        <p:nvSpPr>
          <p:cNvPr id="4" name="Footer Placeholder 3"/>
          <p:cNvSpPr>
            <a:spLocks noGrp="1"/>
          </p:cNvSpPr>
          <p:nvPr>
            <p:ph type="ftr" sz="quarter" idx="11"/>
          </p:nvPr>
        </p:nvSpPr>
        <p:spPr/>
        <p:txBody>
          <a:bodyPr/>
          <a:lstStyle/>
          <a:p>
            <a:endParaRPr lang="fr-FR"/>
          </a:p>
        </p:txBody>
      </p:sp>
      <p:sp>
        <p:nvSpPr>
          <p:cNvPr id="5" name="Slide Number Placeholder 4"/>
          <p:cNvSpPr>
            <a:spLocks noGrp="1"/>
          </p:cNvSpPr>
          <p:nvPr>
            <p:ph type="sldNum" sz="quarter" idx="12"/>
          </p:nvPr>
        </p:nvSpPr>
        <p:spPr/>
        <p:txBody>
          <a:bodyPr/>
          <a:lstStyle/>
          <a:p>
            <a:fld id="{37E5AAA0-A5A0-4B0C-AE29-2384B92A8449}" type="slidenum">
              <a:rPr lang="fr-FR" smtClean="0"/>
              <a:t>‹N°›</a:t>
            </a:fld>
            <a:endParaRPr lang="fr-FR"/>
          </a:p>
        </p:txBody>
      </p:sp>
    </p:spTree>
    <p:extLst>
      <p:ext uri="{BB962C8B-B14F-4D97-AF65-F5344CB8AC3E}">
        <p14:creationId xmlns:p14="http://schemas.microsoft.com/office/powerpoint/2010/main" val="17829696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57D2730-EB91-42D5-ACD7-3C8C2398F0FE}" type="datetimeFigureOut">
              <a:rPr lang="fr-FR" smtClean="0"/>
              <a:t>16/09/2023</a:t>
            </a:fld>
            <a:endParaRPr lang="fr-FR"/>
          </a:p>
        </p:txBody>
      </p:sp>
      <p:sp>
        <p:nvSpPr>
          <p:cNvPr id="3" name="Footer Placeholder 2"/>
          <p:cNvSpPr>
            <a:spLocks noGrp="1"/>
          </p:cNvSpPr>
          <p:nvPr>
            <p:ph type="ftr" sz="quarter" idx="11"/>
          </p:nvPr>
        </p:nvSpPr>
        <p:spPr/>
        <p:txBody>
          <a:bodyPr/>
          <a:lstStyle/>
          <a:p>
            <a:endParaRPr lang="fr-FR"/>
          </a:p>
        </p:txBody>
      </p:sp>
      <p:sp>
        <p:nvSpPr>
          <p:cNvPr id="4" name="Slide Number Placeholder 3"/>
          <p:cNvSpPr>
            <a:spLocks noGrp="1"/>
          </p:cNvSpPr>
          <p:nvPr>
            <p:ph type="sldNum" sz="quarter" idx="12"/>
          </p:nvPr>
        </p:nvSpPr>
        <p:spPr/>
        <p:txBody>
          <a:bodyPr/>
          <a:lstStyle/>
          <a:p>
            <a:fld id="{37E5AAA0-A5A0-4B0C-AE29-2384B92A8449}" type="slidenum">
              <a:rPr lang="fr-FR" smtClean="0"/>
              <a:t>‹N°›</a:t>
            </a:fld>
            <a:endParaRPr lang="fr-FR"/>
          </a:p>
        </p:txBody>
      </p:sp>
    </p:spTree>
    <p:extLst>
      <p:ext uri="{BB962C8B-B14F-4D97-AF65-F5344CB8AC3E}">
        <p14:creationId xmlns:p14="http://schemas.microsoft.com/office/powerpoint/2010/main" val="5211028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Rectangle 1"/>
          <p:cNvSpPr/>
          <p:nvPr/>
        </p:nvSpPr>
        <p:spPr>
          <a:xfrm>
            <a:off x="7620000" y="0"/>
            <a:ext cx="457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sp>
        <p:nvSpPr>
          <p:cNvPr id="9" name="Title 8"/>
          <p:cNvSpPr>
            <a:spLocks noGrp="1"/>
          </p:cNvSpPr>
          <p:nvPr>
            <p:ph type="title"/>
          </p:nvPr>
        </p:nvSpPr>
        <p:spPr>
          <a:xfrm>
            <a:off x="8261404" y="542282"/>
            <a:ext cx="3383280" cy="1920240"/>
          </a:xfrm>
        </p:spPr>
        <p:txBody>
          <a:bodyPr anchor="b">
            <a:noAutofit/>
          </a:bodyPr>
          <a:lstStyle>
            <a:lvl1pPr>
              <a:lnSpc>
                <a:spcPct val="85000"/>
              </a:lnSpc>
              <a:defRPr sz="4000">
                <a:solidFill>
                  <a:srgbClr val="FFFFFF"/>
                </a:solidFill>
              </a:defRPr>
            </a:lvl1pPr>
          </a:lstStyle>
          <a:p>
            <a:r>
              <a:rPr lang="fr-FR"/>
              <a:t>Modifiez le style du titre</a:t>
            </a:r>
            <a:endParaRPr lang="en-US" dirty="0"/>
          </a:p>
        </p:txBody>
      </p:sp>
      <p:sp>
        <p:nvSpPr>
          <p:cNvPr id="3" name="Content Placeholder 2"/>
          <p:cNvSpPr>
            <a:spLocks noGrp="1"/>
          </p:cNvSpPr>
          <p:nvPr>
            <p:ph idx="1"/>
          </p:nvPr>
        </p:nvSpPr>
        <p:spPr>
          <a:xfrm>
            <a:off x="762000" y="762000"/>
            <a:ext cx="6096000" cy="45720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8275982" y="2511813"/>
            <a:ext cx="3398520" cy="3126987"/>
          </a:xfrm>
        </p:spPr>
        <p:txBody>
          <a:bodyPr>
            <a:normAutofit/>
          </a:bodyPr>
          <a:lstStyle>
            <a:lvl1pPr marL="0" marR="0" indent="0" algn="l" defTabSz="914400" rtl="0" eaLnBrk="1" fontAlgn="auto" latinLnBrk="0" hangingPunct="1">
              <a:lnSpc>
                <a:spcPct val="100000"/>
              </a:lnSpc>
              <a:spcBef>
                <a:spcPts val="1200"/>
              </a:spcBef>
              <a:spcAft>
                <a:spcPts val="0"/>
              </a:spcAft>
              <a:buClrTx/>
              <a:buSzTx/>
              <a:buFontTx/>
              <a:buNone/>
              <a:tabLst/>
              <a:defRPr sz="1800">
                <a:solidFill>
                  <a:srgbClr val="262626"/>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marR="0" lvl="0" indent="0" algn="l" defTabSz="914400" rtl="0" eaLnBrk="1" fontAlgn="auto" latinLnBrk="0" hangingPunct="1">
              <a:lnSpc>
                <a:spcPct val="100000"/>
              </a:lnSpc>
              <a:spcBef>
                <a:spcPts val="1400"/>
              </a:spcBef>
              <a:spcAft>
                <a:spcPts val="0"/>
              </a:spcAft>
              <a:buClrTx/>
              <a:buSzTx/>
              <a:buFontTx/>
              <a:buNone/>
              <a:tabLst/>
              <a:defRPr/>
            </a:pPr>
            <a:r>
              <a:rPr lang="fr-FR"/>
              <a:t>Cliquez pour modifier les styles du texte du masque</a:t>
            </a:r>
          </a:p>
        </p:txBody>
      </p:sp>
      <p:sp>
        <p:nvSpPr>
          <p:cNvPr id="5" name="Date Placeholder 4"/>
          <p:cNvSpPr>
            <a:spLocks noGrp="1"/>
          </p:cNvSpPr>
          <p:nvPr>
            <p:ph type="dt" sz="half" idx="10"/>
          </p:nvPr>
        </p:nvSpPr>
        <p:spPr/>
        <p:txBody>
          <a:bodyPr/>
          <a:lstStyle/>
          <a:p>
            <a:fld id="{857D2730-EB91-42D5-ACD7-3C8C2398F0FE}" type="datetimeFigureOut">
              <a:rPr lang="fr-FR" smtClean="0"/>
              <a:t>16/09/2023</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lvl1pPr>
              <a:defRPr>
                <a:solidFill>
                  <a:srgbClr val="FFFFFF">
                    <a:alpha val="20000"/>
                  </a:srgbClr>
                </a:solidFill>
              </a:defRPr>
            </a:lvl1pPr>
          </a:lstStyle>
          <a:p>
            <a:fld id="{37E5AAA0-A5A0-4B0C-AE29-2384B92A8449}" type="slidenum">
              <a:rPr lang="fr-FR" smtClean="0"/>
              <a:t>‹N°›</a:t>
            </a:fld>
            <a:endParaRPr lang="fr-FR"/>
          </a:p>
        </p:txBody>
      </p:sp>
    </p:spTree>
    <p:extLst>
      <p:ext uri="{BB962C8B-B14F-4D97-AF65-F5344CB8AC3E}">
        <p14:creationId xmlns:p14="http://schemas.microsoft.com/office/powerpoint/2010/main" val="32855310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649224" y="5418667"/>
            <a:ext cx="10780776" cy="613283"/>
          </a:xfrm>
        </p:spPr>
        <p:txBody>
          <a:bodyPr anchor="b">
            <a:normAutofit/>
          </a:bodyPr>
          <a:lstStyle>
            <a:lvl1pPr>
              <a:defRPr sz="3200" b="0">
                <a:solidFill>
                  <a:srgbClr val="FFFFFF"/>
                </a:solidFill>
              </a:defRPr>
            </a:lvl1pPr>
          </a:lstStyle>
          <a:p>
            <a:r>
              <a:rPr lang="fr-FR"/>
              <a:t>Modifiez le style du titre</a:t>
            </a:r>
            <a:endParaRPr lang="en-US" dirty="0"/>
          </a:p>
        </p:txBody>
      </p:sp>
      <p:sp>
        <p:nvSpPr>
          <p:cNvPr id="3" name="Picture Placeholder 2"/>
          <p:cNvSpPr>
            <a:spLocks noGrp="1" noChangeAspect="1"/>
          </p:cNvSpPr>
          <p:nvPr>
            <p:ph type="pic" idx="1"/>
          </p:nvPr>
        </p:nvSpPr>
        <p:spPr>
          <a:xfrm>
            <a:off x="0" y="0"/>
            <a:ext cx="12192000" cy="5330952"/>
          </a:xfrm>
          <a:solidFill>
            <a:schemeClr val="accent1">
              <a:lumMod val="40000"/>
              <a:lumOff val="60000"/>
            </a:schemeClr>
          </a:solidFill>
        </p:spPr>
        <p:txBody>
          <a:bodyPr anchor="t"/>
          <a:lstStyle>
            <a:lvl1pPr marL="0" indent="0" algn="ctr">
              <a:spcBef>
                <a:spcPts val="800"/>
              </a:spcBef>
              <a:buNone/>
              <a:defRPr sz="3200">
                <a:solidFill>
                  <a:schemeClr val="tx1">
                    <a:lumMod val="75000"/>
                    <a:lumOff val="2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endParaRPr lang="en-US" dirty="0"/>
          </a:p>
        </p:txBody>
      </p:sp>
      <p:sp>
        <p:nvSpPr>
          <p:cNvPr id="4" name="Text Placeholder 3"/>
          <p:cNvSpPr>
            <a:spLocks noGrp="1"/>
          </p:cNvSpPr>
          <p:nvPr>
            <p:ph type="body" sz="half" idx="2"/>
          </p:nvPr>
        </p:nvSpPr>
        <p:spPr>
          <a:xfrm>
            <a:off x="676656" y="5909735"/>
            <a:ext cx="9229344" cy="533400"/>
          </a:xfrm>
        </p:spPr>
        <p:txBody>
          <a:bodyPr>
            <a:normAutofit/>
          </a:bodyPr>
          <a:lstStyle>
            <a:lvl1pPr marL="0" indent="0">
              <a:lnSpc>
                <a:spcPct val="90000"/>
              </a:lnSpc>
              <a:buNone/>
              <a:defRPr sz="1400">
                <a:solidFill>
                  <a:srgbClr val="262626"/>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12" name="Date Placeholder 11"/>
          <p:cNvSpPr>
            <a:spLocks noGrp="1"/>
          </p:cNvSpPr>
          <p:nvPr>
            <p:ph type="dt" sz="half" idx="10"/>
          </p:nvPr>
        </p:nvSpPr>
        <p:spPr/>
        <p:txBody>
          <a:bodyPr/>
          <a:lstStyle>
            <a:lvl1pPr>
              <a:defRPr>
                <a:solidFill>
                  <a:srgbClr val="FFFFFF">
                    <a:alpha val="80000"/>
                  </a:srgbClr>
                </a:solidFill>
              </a:defRPr>
            </a:lvl1pPr>
          </a:lstStyle>
          <a:p>
            <a:fld id="{857D2730-EB91-42D5-ACD7-3C8C2398F0FE}" type="datetimeFigureOut">
              <a:rPr lang="fr-FR" smtClean="0"/>
              <a:t>16/09/2023</a:t>
            </a:fld>
            <a:endParaRPr lang="fr-FR"/>
          </a:p>
        </p:txBody>
      </p:sp>
      <p:sp>
        <p:nvSpPr>
          <p:cNvPr id="13" name="Footer Placeholder 12"/>
          <p:cNvSpPr>
            <a:spLocks noGrp="1"/>
          </p:cNvSpPr>
          <p:nvPr>
            <p:ph type="ftr" sz="quarter" idx="11"/>
          </p:nvPr>
        </p:nvSpPr>
        <p:spPr/>
        <p:txBody>
          <a:bodyPr/>
          <a:lstStyle>
            <a:lvl1pPr>
              <a:defRPr>
                <a:solidFill>
                  <a:srgbClr val="FFFFFF">
                    <a:alpha val="80000"/>
                  </a:srgbClr>
                </a:solidFill>
              </a:defRPr>
            </a:lvl1pPr>
          </a:lstStyle>
          <a:p>
            <a:endParaRPr lang="fr-FR"/>
          </a:p>
        </p:txBody>
      </p:sp>
      <p:sp>
        <p:nvSpPr>
          <p:cNvPr id="14" name="Slide Number Placeholder 13"/>
          <p:cNvSpPr>
            <a:spLocks noGrp="1"/>
          </p:cNvSpPr>
          <p:nvPr>
            <p:ph type="sldNum" sz="quarter" idx="12"/>
          </p:nvPr>
        </p:nvSpPr>
        <p:spPr/>
        <p:txBody>
          <a:bodyPr/>
          <a:lstStyle>
            <a:lvl1pPr>
              <a:defRPr>
                <a:solidFill>
                  <a:srgbClr val="FFFFFF">
                    <a:alpha val="25000"/>
                  </a:srgbClr>
                </a:solidFill>
              </a:defRPr>
            </a:lvl1pPr>
          </a:lstStyle>
          <a:p>
            <a:fld id="{37E5AAA0-A5A0-4B0C-AE29-2384B92A8449}" type="slidenum">
              <a:rPr lang="fr-FR" smtClean="0"/>
              <a:t>‹N°›</a:t>
            </a:fld>
            <a:endParaRPr lang="fr-FR"/>
          </a:p>
        </p:txBody>
      </p:sp>
    </p:spTree>
    <p:extLst>
      <p:ext uri="{BB962C8B-B14F-4D97-AF65-F5344CB8AC3E}">
        <p14:creationId xmlns:p14="http://schemas.microsoft.com/office/powerpoint/2010/main" val="252230734"/>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857D2730-EB91-42D5-ACD7-3C8C2398F0FE}" type="datetimeFigureOut">
              <a:rPr lang="fr-FR" smtClean="0"/>
              <a:t>16/09/2023</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37E5AAA0-A5A0-4B0C-AE29-2384B92A8449}" type="slidenum">
              <a:rPr lang="fr-FR" smtClean="0"/>
              <a:t>‹N°›</a:t>
            </a:fld>
            <a:endParaRPr lang="fr-FR"/>
          </a:p>
        </p:txBody>
      </p:sp>
    </p:spTree>
    <p:extLst>
      <p:ext uri="{BB962C8B-B14F-4D97-AF65-F5344CB8AC3E}">
        <p14:creationId xmlns:p14="http://schemas.microsoft.com/office/powerpoint/2010/main" val="12704708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43950" y="695325"/>
            <a:ext cx="2628900" cy="4800600"/>
          </a:xfr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771525" y="714375"/>
            <a:ext cx="7734300" cy="5400675"/>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857D2730-EB91-42D5-ACD7-3C8C2398F0FE}" type="datetimeFigureOut">
              <a:rPr lang="fr-FR" smtClean="0"/>
              <a:t>16/09/2023</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37E5AAA0-A5A0-4B0C-AE29-2384B92A8449}" type="slidenum">
              <a:rPr lang="fr-FR" smtClean="0"/>
              <a:t>‹N°›</a:t>
            </a:fld>
            <a:endParaRPr lang="fr-FR"/>
          </a:p>
        </p:txBody>
      </p:sp>
    </p:spTree>
    <p:extLst>
      <p:ext uri="{BB962C8B-B14F-4D97-AF65-F5344CB8AC3E}">
        <p14:creationId xmlns:p14="http://schemas.microsoft.com/office/powerpoint/2010/main" val="211789788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36ECB1-A00C-8BE2-BC67-2214A0E8DA8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ru-RU"/>
          </a:p>
        </p:txBody>
      </p:sp>
      <p:sp>
        <p:nvSpPr>
          <p:cNvPr id="3" name="Subtitle 2">
            <a:extLst>
              <a:ext uri="{FF2B5EF4-FFF2-40B4-BE49-F238E27FC236}">
                <a16:creationId xmlns:a16="http://schemas.microsoft.com/office/drawing/2014/main" id="{D7341ACF-7A5F-D8E1-EB7B-1F788301B01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ru-RU"/>
          </a:p>
        </p:txBody>
      </p:sp>
      <p:sp>
        <p:nvSpPr>
          <p:cNvPr id="4" name="Date Placeholder 3">
            <a:extLst>
              <a:ext uri="{FF2B5EF4-FFF2-40B4-BE49-F238E27FC236}">
                <a16:creationId xmlns:a16="http://schemas.microsoft.com/office/drawing/2014/main" id="{0E6ADFA8-D580-A1EF-D925-0DAFA32EA14E}"/>
              </a:ext>
            </a:extLst>
          </p:cNvPr>
          <p:cNvSpPr>
            <a:spLocks noGrp="1"/>
          </p:cNvSpPr>
          <p:nvPr>
            <p:ph type="dt" sz="half" idx="10"/>
          </p:nvPr>
        </p:nvSpPr>
        <p:spPr/>
        <p:txBody>
          <a:bodyPr/>
          <a:lstStyle/>
          <a:p>
            <a:fld id="{A7DC5F23-06A4-405C-AE15-5241E3B243D1}" type="datetimeFigureOut">
              <a:rPr lang="ru-RU" smtClean="0"/>
              <a:t>16.09.2023</a:t>
            </a:fld>
            <a:endParaRPr lang="ru-RU"/>
          </a:p>
        </p:txBody>
      </p:sp>
      <p:sp>
        <p:nvSpPr>
          <p:cNvPr id="5" name="Footer Placeholder 4">
            <a:extLst>
              <a:ext uri="{FF2B5EF4-FFF2-40B4-BE49-F238E27FC236}">
                <a16:creationId xmlns:a16="http://schemas.microsoft.com/office/drawing/2014/main" id="{48B25C6D-93F7-C960-A7B2-A1F312E43F74}"/>
              </a:ext>
            </a:extLst>
          </p:cNvPr>
          <p:cNvSpPr>
            <a:spLocks noGrp="1"/>
          </p:cNvSpPr>
          <p:nvPr>
            <p:ph type="ftr" sz="quarter" idx="11"/>
          </p:nvPr>
        </p:nvSpPr>
        <p:spPr/>
        <p:txBody>
          <a:bodyPr/>
          <a:lstStyle/>
          <a:p>
            <a:endParaRPr lang="ru-RU"/>
          </a:p>
        </p:txBody>
      </p:sp>
      <p:sp>
        <p:nvSpPr>
          <p:cNvPr id="6" name="Slide Number Placeholder 5">
            <a:extLst>
              <a:ext uri="{FF2B5EF4-FFF2-40B4-BE49-F238E27FC236}">
                <a16:creationId xmlns:a16="http://schemas.microsoft.com/office/drawing/2014/main" id="{EA600A9D-9757-2AFA-5C5B-663E840FFC00}"/>
              </a:ext>
            </a:extLst>
          </p:cNvPr>
          <p:cNvSpPr>
            <a:spLocks noGrp="1"/>
          </p:cNvSpPr>
          <p:nvPr>
            <p:ph type="sldNum" sz="quarter" idx="12"/>
          </p:nvPr>
        </p:nvSpPr>
        <p:spPr/>
        <p:txBody>
          <a:bodyPr/>
          <a:lstStyle/>
          <a:p>
            <a:fld id="{DF286A38-841E-4B59-9D06-2D9BF821BD19}" type="slidenum">
              <a:rPr lang="ru-RU" smtClean="0"/>
              <a:t>‹N°›</a:t>
            </a:fld>
            <a:endParaRPr lang="ru-RU"/>
          </a:p>
        </p:txBody>
      </p:sp>
    </p:spTree>
    <p:extLst>
      <p:ext uri="{BB962C8B-B14F-4D97-AF65-F5344CB8AC3E}">
        <p14:creationId xmlns:p14="http://schemas.microsoft.com/office/powerpoint/2010/main" val="111717320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648D40-BF35-A91F-D033-26C8099391AC}"/>
              </a:ext>
            </a:extLst>
          </p:cNvPr>
          <p:cNvSpPr>
            <a:spLocks noGrp="1"/>
          </p:cNvSpPr>
          <p:nvPr>
            <p:ph type="title"/>
          </p:nvPr>
        </p:nvSpPr>
        <p:spPr/>
        <p:txBody>
          <a:bodyPr/>
          <a:lstStyle/>
          <a:p>
            <a:r>
              <a:rPr lang="en-US"/>
              <a:t>Click to edit Master title style</a:t>
            </a:r>
            <a:endParaRPr lang="ru-RU"/>
          </a:p>
        </p:txBody>
      </p:sp>
      <p:sp>
        <p:nvSpPr>
          <p:cNvPr id="3" name="Content Placeholder 2">
            <a:extLst>
              <a:ext uri="{FF2B5EF4-FFF2-40B4-BE49-F238E27FC236}">
                <a16:creationId xmlns:a16="http://schemas.microsoft.com/office/drawing/2014/main" id="{6BD77EAF-9753-CA23-4D9B-44A0CD56A3F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4" name="Date Placeholder 3">
            <a:extLst>
              <a:ext uri="{FF2B5EF4-FFF2-40B4-BE49-F238E27FC236}">
                <a16:creationId xmlns:a16="http://schemas.microsoft.com/office/drawing/2014/main" id="{CF7E9F55-1C7D-0B6C-BF95-5DC735B60DE5}"/>
              </a:ext>
            </a:extLst>
          </p:cNvPr>
          <p:cNvSpPr>
            <a:spLocks noGrp="1"/>
          </p:cNvSpPr>
          <p:nvPr>
            <p:ph type="dt" sz="half" idx="10"/>
          </p:nvPr>
        </p:nvSpPr>
        <p:spPr/>
        <p:txBody>
          <a:bodyPr/>
          <a:lstStyle/>
          <a:p>
            <a:fld id="{A7DC5F23-06A4-405C-AE15-5241E3B243D1}" type="datetimeFigureOut">
              <a:rPr lang="ru-RU" smtClean="0"/>
              <a:t>16.09.2023</a:t>
            </a:fld>
            <a:endParaRPr lang="ru-RU"/>
          </a:p>
        </p:txBody>
      </p:sp>
      <p:sp>
        <p:nvSpPr>
          <p:cNvPr id="5" name="Footer Placeholder 4">
            <a:extLst>
              <a:ext uri="{FF2B5EF4-FFF2-40B4-BE49-F238E27FC236}">
                <a16:creationId xmlns:a16="http://schemas.microsoft.com/office/drawing/2014/main" id="{A815CA77-1A5D-1E97-8E2E-51CF9B76F9F8}"/>
              </a:ext>
            </a:extLst>
          </p:cNvPr>
          <p:cNvSpPr>
            <a:spLocks noGrp="1"/>
          </p:cNvSpPr>
          <p:nvPr>
            <p:ph type="ftr" sz="quarter" idx="11"/>
          </p:nvPr>
        </p:nvSpPr>
        <p:spPr/>
        <p:txBody>
          <a:bodyPr/>
          <a:lstStyle/>
          <a:p>
            <a:endParaRPr lang="ru-RU"/>
          </a:p>
        </p:txBody>
      </p:sp>
      <p:sp>
        <p:nvSpPr>
          <p:cNvPr id="6" name="Slide Number Placeholder 5">
            <a:extLst>
              <a:ext uri="{FF2B5EF4-FFF2-40B4-BE49-F238E27FC236}">
                <a16:creationId xmlns:a16="http://schemas.microsoft.com/office/drawing/2014/main" id="{30E731F9-C5A5-8C07-C26D-2BFAAA318AF2}"/>
              </a:ext>
            </a:extLst>
          </p:cNvPr>
          <p:cNvSpPr>
            <a:spLocks noGrp="1"/>
          </p:cNvSpPr>
          <p:nvPr>
            <p:ph type="sldNum" sz="quarter" idx="12"/>
          </p:nvPr>
        </p:nvSpPr>
        <p:spPr/>
        <p:txBody>
          <a:bodyPr/>
          <a:lstStyle/>
          <a:p>
            <a:fld id="{DF286A38-841E-4B59-9D06-2D9BF821BD19}" type="slidenum">
              <a:rPr lang="ru-RU" smtClean="0"/>
              <a:t>‹N°›</a:t>
            </a:fld>
            <a:endParaRPr lang="ru-RU"/>
          </a:p>
        </p:txBody>
      </p:sp>
    </p:spTree>
    <p:extLst>
      <p:ext uri="{BB962C8B-B14F-4D97-AF65-F5344CB8AC3E}">
        <p14:creationId xmlns:p14="http://schemas.microsoft.com/office/powerpoint/2010/main" val="370695068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F219D0-403C-51F5-0E01-AFE08B37778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ru-RU"/>
          </a:p>
        </p:txBody>
      </p:sp>
      <p:sp>
        <p:nvSpPr>
          <p:cNvPr id="3" name="Text Placeholder 2">
            <a:extLst>
              <a:ext uri="{FF2B5EF4-FFF2-40B4-BE49-F238E27FC236}">
                <a16:creationId xmlns:a16="http://schemas.microsoft.com/office/drawing/2014/main" id="{23712791-F7EF-9E1F-8645-070D37E5CE4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9212B15-F391-EA47-78C4-93478ADD432A}"/>
              </a:ext>
            </a:extLst>
          </p:cNvPr>
          <p:cNvSpPr>
            <a:spLocks noGrp="1"/>
          </p:cNvSpPr>
          <p:nvPr>
            <p:ph type="dt" sz="half" idx="10"/>
          </p:nvPr>
        </p:nvSpPr>
        <p:spPr/>
        <p:txBody>
          <a:bodyPr/>
          <a:lstStyle/>
          <a:p>
            <a:fld id="{A7DC5F23-06A4-405C-AE15-5241E3B243D1}" type="datetimeFigureOut">
              <a:rPr lang="ru-RU" smtClean="0"/>
              <a:t>16.09.2023</a:t>
            </a:fld>
            <a:endParaRPr lang="ru-RU"/>
          </a:p>
        </p:txBody>
      </p:sp>
      <p:sp>
        <p:nvSpPr>
          <p:cNvPr id="5" name="Footer Placeholder 4">
            <a:extLst>
              <a:ext uri="{FF2B5EF4-FFF2-40B4-BE49-F238E27FC236}">
                <a16:creationId xmlns:a16="http://schemas.microsoft.com/office/drawing/2014/main" id="{0A926162-241E-7942-E5EF-8D395FA0CE4C}"/>
              </a:ext>
            </a:extLst>
          </p:cNvPr>
          <p:cNvSpPr>
            <a:spLocks noGrp="1"/>
          </p:cNvSpPr>
          <p:nvPr>
            <p:ph type="ftr" sz="quarter" idx="11"/>
          </p:nvPr>
        </p:nvSpPr>
        <p:spPr/>
        <p:txBody>
          <a:bodyPr/>
          <a:lstStyle/>
          <a:p>
            <a:endParaRPr lang="ru-RU"/>
          </a:p>
        </p:txBody>
      </p:sp>
      <p:sp>
        <p:nvSpPr>
          <p:cNvPr id="6" name="Slide Number Placeholder 5">
            <a:extLst>
              <a:ext uri="{FF2B5EF4-FFF2-40B4-BE49-F238E27FC236}">
                <a16:creationId xmlns:a16="http://schemas.microsoft.com/office/drawing/2014/main" id="{02548817-1E46-A2FF-FA67-8ED7D89AFA29}"/>
              </a:ext>
            </a:extLst>
          </p:cNvPr>
          <p:cNvSpPr>
            <a:spLocks noGrp="1"/>
          </p:cNvSpPr>
          <p:nvPr>
            <p:ph type="sldNum" sz="quarter" idx="12"/>
          </p:nvPr>
        </p:nvSpPr>
        <p:spPr/>
        <p:txBody>
          <a:bodyPr/>
          <a:lstStyle/>
          <a:p>
            <a:fld id="{DF286A38-841E-4B59-9D06-2D9BF821BD19}" type="slidenum">
              <a:rPr lang="ru-RU" smtClean="0"/>
              <a:t>‹N°›</a:t>
            </a:fld>
            <a:endParaRPr lang="ru-RU"/>
          </a:p>
        </p:txBody>
      </p:sp>
    </p:spTree>
    <p:extLst>
      <p:ext uri="{BB962C8B-B14F-4D97-AF65-F5344CB8AC3E}">
        <p14:creationId xmlns:p14="http://schemas.microsoft.com/office/powerpoint/2010/main" val="92276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49A395-4221-9F5B-AF0C-38929CAF05DB}"/>
              </a:ext>
            </a:extLst>
          </p:cNvPr>
          <p:cNvSpPr>
            <a:spLocks noGrp="1"/>
          </p:cNvSpPr>
          <p:nvPr>
            <p:ph type="title"/>
          </p:nvPr>
        </p:nvSpPr>
        <p:spPr/>
        <p:txBody>
          <a:bodyPr/>
          <a:lstStyle/>
          <a:p>
            <a:r>
              <a:rPr lang="en-US"/>
              <a:t>Click to edit Master title style</a:t>
            </a:r>
            <a:endParaRPr lang="ru-RU"/>
          </a:p>
        </p:txBody>
      </p:sp>
      <p:sp>
        <p:nvSpPr>
          <p:cNvPr id="3" name="Content Placeholder 2">
            <a:extLst>
              <a:ext uri="{FF2B5EF4-FFF2-40B4-BE49-F238E27FC236}">
                <a16:creationId xmlns:a16="http://schemas.microsoft.com/office/drawing/2014/main" id="{0F9A4443-BEE0-E5D2-BFD2-43CD0717B14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4" name="Content Placeholder 3">
            <a:extLst>
              <a:ext uri="{FF2B5EF4-FFF2-40B4-BE49-F238E27FC236}">
                <a16:creationId xmlns:a16="http://schemas.microsoft.com/office/drawing/2014/main" id="{E7234EAD-133D-032C-0926-CC574DF206D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5" name="Date Placeholder 4">
            <a:extLst>
              <a:ext uri="{FF2B5EF4-FFF2-40B4-BE49-F238E27FC236}">
                <a16:creationId xmlns:a16="http://schemas.microsoft.com/office/drawing/2014/main" id="{F35B6E79-74F9-04FA-8448-DF21EA96F499}"/>
              </a:ext>
            </a:extLst>
          </p:cNvPr>
          <p:cNvSpPr>
            <a:spLocks noGrp="1"/>
          </p:cNvSpPr>
          <p:nvPr>
            <p:ph type="dt" sz="half" idx="10"/>
          </p:nvPr>
        </p:nvSpPr>
        <p:spPr/>
        <p:txBody>
          <a:bodyPr/>
          <a:lstStyle/>
          <a:p>
            <a:fld id="{A7DC5F23-06A4-405C-AE15-5241E3B243D1}" type="datetimeFigureOut">
              <a:rPr lang="ru-RU" smtClean="0"/>
              <a:t>16.09.2023</a:t>
            </a:fld>
            <a:endParaRPr lang="ru-RU"/>
          </a:p>
        </p:txBody>
      </p:sp>
      <p:sp>
        <p:nvSpPr>
          <p:cNvPr id="6" name="Footer Placeholder 5">
            <a:extLst>
              <a:ext uri="{FF2B5EF4-FFF2-40B4-BE49-F238E27FC236}">
                <a16:creationId xmlns:a16="http://schemas.microsoft.com/office/drawing/2014/main" id="{642F2D51-54C3-A345-E558-0079B01E7F4E}"/>
              </a:ext>
            </a:extLst>
          </p:cNvPr>
          <p:cNvSpPr>
            <a:spLocks noGrp="1"/>
          </p:cNvSpPr>
          <p:nvPr>
            <p:ph type="ftr" sz="quarter" idx="11"/>
          </p:nvPr>
        </p:nvSpPr>
        <p:spPr/>
        <p:txBody>
          <a:bodyPr/>
          <a:lstStyle/>
          <a:p>
            <a:endParaRPr lang="ru-RU"/>
          </a:p>
        </p:txBody>
      </p:sp>
      <p:sp>
        <p:nvSpPr>
          <p:cNvPr id="7" name="Slide Number Placeholder 6">
            <a:extLst>
              <a:ext uri="{FF2B5EF4-FFF2-40B4-BE49-F238E27FC236}">
                <a16:creationId xmlns:a16="http://schemas.microsoft.com/office/drawing/2014/main" id="{D017F442-6E7E-2E01-19C8-D38E51211B32}"/>
              </a:ext>
            </a:extLst>
          </p:cNvPr>
          <p:cNvSpPr>
            <a:spLocks noGrp="1"/>
          </p:cNvSpPr>
          <p:nvPr>
            <p:ph type="sldNum" sz="quarter" idx="12"/>
          </p:nvPr>
        </p:nvSpPr>
        <p:spPr/>
        <p:txBody>
          <a:bodyPr/>
          <a:lstStyle/>
          <a:p>
            <a:fld id="{DF286A38-841E-4B59-9D06-2D9BF821BD19}" type="slidenum">
              <a:rPr lang="ru-RU" smtClean="0"/>
              <a:t>‹N°›</a:t>
            </a:fld>
            <a:endParaRPr lang="ru-RU"/>
          </a:p>
        </p:txBody>
      </p:sp>
    </p:spTree>
    <p:extLst>
      <p:ext uri="{BB962C8B-B14F-4D97-AF65-F5344CB8AC3E}">
        <p14:creationId xmlns:p14="http://schemas.microsoft.com/office/powerpoint/2010/main" val="118430021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4E1FD4-E430-8201-8B39-73ECDCB54D54}"/>
              </a:ext>
            </a:extLst>
          </p:cNvPr>
          <p:cNvSpPr>
            <a:spLocks noGrp="1"/>
          </p:cNvSpPr>
          <p:nvPr>
            <p:ph type="title"/>
          </p:nvPr>
        </p:nvSpPr>
        <p:spPr>
          <a:xfrm>
            <a:off x="839788" y="365125"/>
            <a:ext cx="10515600" cy="1325563"/>
          </a:xfrm>
        </p:spPr>
        <p:txBody>
          <a:bodyPr/>
          <a:lstStyle/>
          <a:p>
            <a:r>
              <a:rPr lang="en-US"/>
              <a:t>Click to edit Master title style</a:t>
            </a:r>
            <a:endParaRPr lang="ru-RU"/>
          </a:p>
        </p:txBody>
      </p:sp>
      <p:sp>
        <p:nvSpPr>
          <p:cNvPr id="3" name="Text Placeholder 2">
            <a:extLst>
              <a:ext uri="{FF2B5EF4-FFF2-40B4-BE49-F238E27FC236}">
                <a16:creationId xmlns:a16="http://schemas.microsoft.com/office/drawing/2014/main" id="{8D3C9243-7ED3-47A1-F8ED-5524384D7CB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D8E5B9C-848F-7F89-94D8-524023DEEC0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5" name="Text Placeholder 4">
            <a:extLst>
              <a:ext uri="{FF2B5EF4-FFF2-40B4-BE49-F238E27FC236}">
                <a16:creationId xmlns:a16="http://schemas.microsoft.com/office/drawing/2014/main" id="{6009FFD7-5264-AABC-3666-0DFEC728924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ED278B3-9B4A-579B-1F00-DBB960D7A2B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7" name="Date Placeholder 6">
            <a:extLst>
              <a:ext uri="{FF2B5EF4-FFF2-40B4-BE49-F238E27FC236}">
                <a16:creationId xmlns:a16="http://schemas.microsoft.com/office/drawing/2014/main" id="{105AF14A-93E9-037C-63F6-E770C6966152}"/>
              </a:ext>
            </a:extLst>
          </p:cNvPr>
          <p:cNvSpPr>
            <a:spLocks noGrp="1"/>
          </p:cNvSpPr>
          <p:nvPr>
            <p:ph type="dt" sz="half" idx="10"/>
          </p:nvPr>
        </p:nvSpPr>
        <p:spPr/>
        <p:txBody>
          <a:bodyPr/>
          <a:lstStyle/>
          <a:p>
            <a:fld id="{A7DC5F23-06A4-405C-AE15-5241E3B243D1}" type="datetimeFigureOut">
              <a:rPr lang="ru-RU" smtClean="0"/>
              <a:t>16.09.2023</a:t>
            </a:fld>
            <a:endParaRPr lang="ru-RU"/>
          </a:p>
        </p:txBody>
      </p:sp>
      <p:sp>
        <p:nvSpPr>
          <p:cNvPr id="8" name="Footer Placeholder 7">
            <a:extLst>
              <a:ext uri="{FF2B5EF4-FFF2-40B4-BE49-F238E27FC236}">
                <a16:creationId xmlns:a16="http://schemas.microsoft.com/office/drawing/2014/main" id="{C5C65C55-F6E0-5A42-B817-17E9EFF8F7B7}"/>
              </a:ext>
            </a:extLst>
          </p:cNvPr>
          <p:cNvSpPr>
            <a:spLocks noGrp="1"/>
          </p:cNvSpPr>
          <p:nvPr>
            <p:ph type="ftr" sz="quarter" idx="11"/>
          </p:nvPr>
        </p:nvSpPr>
        <p:spPr/>
        <p:txBody>
          <a:bodyPr/>
          <a:lstStyle/>
          <a:p>
            <a:endParaRPr lang="ru-RU"/>
          </a:p>
        </p:txBody>
      </p:sp>
      <p:sp>
        <p:nvSpPr>
          <p:cNvPr id="9" name="Slide Number Placeholder 8">
            <a:extLst>
              <a:ext uri="{FF2B5EF4-FFF2-40B4-BE49-F238E27FC236}">
                <a16:creationId xmlns:a16="http://schemas.microsoft.com/office/drawing/2014/main" id="{E5207E78-2A7E-FB0D-D10A-29616E664489}"/>
              </a:ext>
            </a:extLst>
          </p:cNvPr>
          <p:cNvSpPr>
            <a:spLocks noGrp="1"/>
          </p:cNvSpPr>
          <p:nvPr>
            <p:ph type="sldNum" sz="quarter" idx="12"/>
          </p:nvPr>
        </p:nvSpPr>
        <p:spPr/>
        <p:txBody>
          <a:bodyPr/>
          <a:lstStyle/>
          <a:p>
            <a:fld id="{DF286A38-841E-4B59-9D06-2D9BF821BD19}" type="slidenum">
              <a:rPr lang="ru-RU" smtClean="0"/>
              <a:t>‹N°›</a:t>
            </a:fld>
            <a:endParaRPr lang="ru-RU"/>
          </a:p>
        </p:txBody>
      </p:sp>
    </p:spTree>
    <p:extLst>
      <p:ext uri="{BB962C8B-B14F-4D97-AF65-F5344CB8AC3E}">
        <p14:creationId xmlns:p14="http://schemas.microsoft.com/office/powerpoint/2010/main" val="387025722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63A301-0E77-6BD0-8A7C-D64A0967AB5C}"/>
              </a:ext>
            </a:extLst>
          </p:cNvPr>
          <p:cNvSpPr>
            <a:spLocks noGrp="1"/>
          </p:cNvSpPr>
          <p:nvPr>
            <p:ph type="title"/>
          </p:nvPr>
        </p:nvSpPr>
        <p:spPr/>
        <p:txBody>
          <a:bodyPr/>
          <a:lstStyle/>
          <a:p>
            <a:r>
              <a:rPr lang="en-US"/>
              <a:t>Click to edit Master title style</a:t>
            </a:r>
            <a:endParaRPr lang="ru-RU"/>
          </a:p>
        </p:txBody>
      </p:sp>
      <p:sp>
        <p:nvSpPr>
          <p:cNvPr id="3" name="Date Placeholder 2">
            <a:extLst>
              <a:ext uri="{FF2B5EF4-FFF2-40B4-BE49-F238E27FC236}">
                <a16:creationId xmlns:a16="http://schemas.microsoft.com/office/drawing/2014/main" id="{DE63213B-D77F-5FD0-95B2-11428B370C97}"/>
              </a:ext>
            </a:extLst>
          </p:cNvPr>
          <p:cNvSpPr>
            <a:spLocks noGrp="1"/>
          </p:cNvSpPr>
          <p:nvPr>
            <p:ph type="dt" sz="half" idx="10"/>
          </p:nvPr>
        </p:nvSpPr>
        <p:spPr/>
        <p:txBody>
          <a:bodyPr/>
          <a:lstStyle/>
          <a:p>
            <a:fld id="{A7DC5F23-06A4-405C-AE15-5241E3B243D1}" type="datetimeFigureOut">
              <a:rPr lang="ru-RU" smtClean="0"/>
              <a:t>16.09.2023</a:t>
            </a:fld>
            <a:endParaRPr lang="ru-RU"/>
          </a:p>
        </p:txBody>
      </p:sp>
      <p:sp>
        <p:nvSpPr>
          <p:cNvPr id="4" name="Footer Placeholder 3">
            <a:extLst>
              <a:ext uri="{FF2B5EF4-FFF2-40B4-BE49-F238E27FC236}">
                <a16:creationId xmlns:a16="http://schemas.microsoft.com/office/drawing/2014/main" id="{0902BC99-3AE0-AA6D-BAD4-F5FD95BFB138}"/>
              </a:ext>
            </a:extLst>
          </p:cNvPr>
          <p:cNvSpPr>
            <a:spLocks noGrp="1"/>
          </p:cNvSpPr>
          <p:nvPr>
            <p:ph type="ftr" sz="quarter" idx="11"/>
          </p:nvPr>
        </p:nvSpPr>
        <p:spPr/>
        <p:txBody>
          <a:bodyPr/>
          <a:lstStyle/>
          <a:p>
            <a:endParaRPr lang="ru-RU"/>
          </a:p>
        </p:txBody>
      </p:sp>
      <p:sp>
        <p:nvSpPr>
          <p:cNvPr id="5" name="Slide Number Placeholder 4">
            <a:extLst>
              <a:ext uri="{FF2B5EF4-FFF2-40B4-BE49-F238E27FC236}">
                <a16:creationId xmlns:a16="http://schemas.microsoft.com/office/drawing/2014/main" id="{1560EE0A-32F0-2A4B-951D-F0CAF2A9115D}"/>
              </a:ext>
            </a:extLst>
          </p:cNvPr>
          <p:cNvSpPr>
            <a:spLocks noGrp="1"/>
          </p:cNvSpPr>
          <p:nvPr>
            <p:ph type="sldNum" sz="quarter" idx="12"/>
          </p:nvPr>
        </p:nvSpPr>
        <p:spPr/>
        <p:txBody>
          <a:bodyPr/>
          <a:lstStyle/>
          <a:p>
            <a:fld id="{DF286A38-841E-4B59-9D06-2D9BF821BD19}" type="slidenum">
              <a:rPr lang="ru-RU" smtClean="0"/>
              <a:t>‹N°›</a:t>
            </a:fld>
            <a:endParaRPr lang="ru-RU"/>
          </a:p>
        </p:txBody>
      </p:sp>
    </p:spTree>
    <p:extLst>
      <p:ext uri="{BB962C8B-B14F-4D97-AF65-F5344CB8AC3E}">
        <p14:creationId xmlns:p14="http://schemas.microsoft.com/office/powerpoint/2010/main" val="288951941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5734B7A-0226-EB5D-0596-345C08CB4DEA}"/>
              </a:ext>
            </a:extLst>
          </p:cNvPr>
          <p:cNvSpPr>
            <a:spLocks noGrp="1"/>
          </p:cNvSpPr>
          <p:nvPr>
            <p:ph type="dt" sz="half" idx="10"/>
          </p:nvPr>
        </p:nvSpPr>
        <p:spPr/>
        <p:txBody>
          <a:bodyPr/>
          <a:lstStyle/>
          <a:p>
            <a:fld id="{A7DC5F23-06A4-405C-AE15-5241E3B243D1}" type="datetimeFigureOut">
              <a:rPr lang="ru-RU" smtClean="0"/>
              <a:t>16.09.2023</a:t>
            </a:fld>
            <a:endParaRPr lang="ru-RU"/>
          </a:p>
        </p:txBody>
      </p:sp>
      <p:sp>
        <p:nvSpPr>
          <p:cNvPr id="3" name="Footer Placeholder 2">
            <a:extLst>
              <a:ext uri="{FF2B5EF4-FFF2-40B4-BE49-F238E27FC236}">
                <a16:creationId xmlns:a16="http://schemas.microsoft.com/office/drawing/2014/main" id="{503769DC-4C56-2F92-5E38-0A237F58C9CA}"/>
              </a:ext>
            </a:extLst>
          </p:cNvPr>
          <p:cNvSpPr>
            <a:spLocks noGrp="1"/>
          </p:cNvSpPr>
          <p:nvPr>
            <p:ph type="ftr" sz="quarter" idx="11"/>
          </p:nvPr>
        </p:nvSpPr>
        <p:spPr/>
        <p:txBody>
          <a:bodyPr/>
          <a:lstStyle/>
          <a:p>
            <a:endParaRPr lang="ru-RU"/>
          </a:p>
        </p:txBody>
      </p:sp>
      <p:sp>
        <p:nvSpPr>
          <p:cNvPr id="4" name="Slide Number Placeholder 3">
            <a:extLst>
              <a:ext uri="{FF2B5EF4-FFF2-40B4-BE49-F238E27FC236}">
                <a16:creationId xmlns:a16="http://schemas.microsoft.com/office/drawing/2014/main" id="{87C6F1AF-D5FB-BF80-D6FA-4BF07F665665}"/>
              </a:ext>
            </a:extLst>
          </p:cNvPr>
          <p:cNvSpPr>
            <a:spLocks noGrp="1"/>
          </p:cNvSpPr>
          <p:nvPr>
            <p:ph type="sldNum" sz="quarter" idx="12"/>
          </p:nvPr>
        </p:nvSpPr>
        <p:spPr/>
        <p:txBody>
          <a:bodyPr/>
          <a:lstStyle/>
          <a:p>
            <a:fld id="{DF286A38-841E-4B59-9D06-2D9BF821BD19}" type="slidenum">
              <a:rPr lang="ru-RU" smtClean="0"/>
              <a:t>‹N°›</a:t>
            </a:fld>
            <a:endParaRPr lang="ru-RU"/>
          </a:p>
        </p:txBody>
      </p:sp>
    </p:spTree>
    <p:extLst>
      <p:ext uri="{BB962C8B-B14F-4D97-AF65-F5344CB8AC3E}">
        <p14:creationId xmlns:p14="http://schemas.microsoft.com/office/powerpoint/2010/main" val="374034283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5AFAC8-F20F-0280-DCB8-2C381E529EE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ru-RU"/>
          </a:p>
        </p:txBody>
      </p:sp>
      <p:sp>
        <p:nvSpPr>
          <p:cNvPr id="3" name="Content Placeholder 2">
            <a:extLst>
              <a:ext uri="{FF2B5EF4-FFF2-40B4-BE49-F238E27FC236}">
                <a16:creationId xmlns:a16="http://schemas.microsoft.com/office/drawing/2014/main" id="{C72F10D9-4B05-2A3C-BC2A-ACA4F4933DA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4" name="Text Placeholder 3">
            <a:extLst>
              <a:ext uri="{FF2B5EF4-FFF2-40B4-BE49-F238E27FC236}">
                <a16:creationId xmlns:a16="http://schemas.microsoft.com/office/drawing/2014/main" id="{BDDCBF42-B643-AA71-662A-21A997B985B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5676522-5AE9-B42F-80AA-CAC45459B732}"/>
              </a:ext>
            </a:extLst>
          </p:cNvPr>
          <p:cNvSpPr>
            <a:spLocks noGrp="1"/>
          </p:cNvSpPr>
          <p:nvPr>
            <p:ph type="dt" sz="half" idx="10"/>
          </p:nvPr>
        </p:nvSpPr>
        <p:spPr/>
        <p:txBody>
          <a:bodyPr/>
          <a:lstStyle/>
          <a:p>
            <a:fld id="{A7DC5F23-06A4-405C-AE15-5241E3B243D1}" type="datetimeFigureOut">
              <a:rPr lang="ru-RU" smtClean="0"/>
              <a:t>16.09.2023</a:t>
            </a:fld>
            <a:endParaRPr lang="ru-RU"/>
          </a:p>
        </p:txBody>
      </p:sp>
      <p:sp>
        <p:nvSpPr>
          <p:cNvPr id="6" name="Footer Placeholder 5">
            <a:extLst>
              <a:ext uri="{FF2B5EF4-FFF2-40B4-BE49-F238E27FC236}">
                <a16:creationId xmlns:a16="http://schemas.microsoft.com/office/drawing/2014/main" id="{097A9EE6-158F-BE05-CD33-D65DB0B0C2EB}"/>
              </a:ext>
            </a:extLst>
          </p:cNvPr>
          <p:cNvSpPr>
            <a:spLocks noGrp="1"/>
          </p:cNvSpPr>
          <p:nvPr>
            <p:ph type="ftr" sz="quarter" idx="11"/>
          </p:nvPr>
        </p:nvSpPr>
        <p:spPr/>
        <p:txBody>
          <a:bodyPr/>
          <a:lstStyle/>
          <a:p>
            <a:endParaRPr lang="ru-RU"/>
          </a:p>
        </p:txBody>
      </p:sp>
      <p:sp>
        <p:nvSpPr>
          <p:cNvPr id="7" name="Slide Number Placeholder 6">
            <a:extLst>
              <a:ext uri="{FF2B5EF4-FFF2-40B4-BE49-F238E27FC236}">
                <a16:creationId xmlns:a16="http://schemas.microsoft.com/office/drawing/2014/main" id="{51B45382-BF5F-CBDA-A89F-AD1711E74731}"/>
              </a:ext>
            </a:extLst>
          </p:cNvPr>
          <p:cNvSpPr>
            <a:spLocks noGrp="1"/>
          </p:cNvSpPr>
          <p:nvPr>
            <p:ph type="sldNum" sz="quarter" idx="12"/>
          </p:nvPr>
        </p:nvSpPr>
        <p:spPr/>
        <p:txBody>
          <a:bodyPr/>
          <a:lstStyle/>
          <a:p>
            <a:fld id="{DF286A38-841E-4B59-9D06-2D9BF821BD19}" type="slidenum">
              <a:rPr lang="ru-RU" smtClean="0"/>
              <a:t>‹N°›</a:t>
            </a:fld>
            <a:endParaRPr lang="ru-RU"/>
          </a:p>
        </p:txBody>
      </p:sp>
    </p:spTree>
    <p:extLst>
      <p:ext uri="{BB962C8B-B14F-4D97-AF65-F5344CB8AC3E}">
        <p14:creationId xmlns:p14="http://schemas.microsoft.com/office/powerpoint/2010/main" val="60490980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5D6CF8-03F6-087D-4B2D-3C60A2545E4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ru-RU"/>
          </a:p>
        </p:txBody>
      </p:sp>
      <p:sp>
        <p:nvSpPr>
          <p:cNvPr id="3" name="Picture Placeholder 2">
            <a:extLst>
              <a:ext uri="{FF2B5EF4-FFF2-40B4-BE49-F238E27FC236}">
                <a16:creationId xmlns:a16="http://schemas.microsoft.com/office/drawing/2014/main" id="{C12EC305-9710-45AE-5143-F14E0288EBE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Text Placeholder 3">
            <a:extLst>
              <a:ext uri="{FF2B5EF4-FFF2-40B4-BE49-F238E27FC236}">
                <a16:creationId xmlns:a16="http://schemas.microsoft.com/office/drawing/2014/main" id="{E77C04C4-BF3C-E472-C810-5A781899597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81F1A39-5A44-BFD6-01E6-A29436FD82E0}"/>
              </a:ext>
            </a:extLst>
          </p:cNvPr>
          <p:cNvSpPr>
            <a:spLocks noGrp="1"/>
          </p:cNvSpPr>
          <p:nvPr>
            <p:ph type="dt" sz="half" idx="10"/>
          </p:nvPr>
        </p:nvSpPr>
        <p:spPr/>
        <p:txBody>
          <a:bodyPr/>
          <a:lstStyle/>
          <a:p>
            <a:fld id="{A7DC5F23-06A4-405C-AE15-5241E3B243D1}" type="datetimeFigureOut">
              <a:rPr lang="ru-RU" smtClean="0"/>
              <a:t>16.09.2023</a:t>
            </a:fld>
            <a:endParaRPr lang="ru-RU"/>
          </a:p>
        </p:txBody>
      </p:sp>
      <p:sp>
        <p:nvSpPr>
          <p:cNvPr id="6" name="Footer Placeholder 5">
            <a:extLst>
              <a:ext uri="{FF2B5EF4-FFF2-40B4-BE49-F238E27FC236}">
                <a16:creationId xmlns:a16="http://schemas.microsoft.com/office/drawing/2014/main" id="{19AECE65-50F4-E5B9-F52A-9A43C34E05CA}"/>
              </a:ext>
            </a:extLst>
          </p:cNvPr>
          <p:cNvSpPr>
            <a:spLocks noGrp="1"/>
          </p:cNvSpPr>
          <p:nvPr>
            <p:ph type="ftr" sz="quarter" idx="11"/>
          </p:nvPr>
        </p:nvSpPr>
        <p:spPr/>
        <p:txBody>
          <a:bodyPr/>
          <a:lstStyle/>
          <a:p>
            <a:endParaRPr lang="ru-RU"/>
          </a:p>
        </p:txBody>
      </p:sp>
      <p:sp>
        <p:nvSpPr>
          <p:cNvPr id="7" name="Slide Number Placeholder 6">
            <a:extLst>
              <a:ext uri="{FF2B5EF4-FFF2-40B4-BE49-F238E27FC236}">
                <a16:creationId xmlns:a16="http://schemas.microsoft.com/office/drawing/2014/main" id="{461E3711-0513-B029-D0F5-F82D3A82417B}"/>
              </a:ext>
            </a:extLst>
          </p:cNvPr>
          <p:cNvSpPr>
            <a:spLocks noGrp="1"/>
          </p:cNvSpPr>
          <p:nvPr>
            <p:ph type="sldNum" sz="quarter" idx="12"/>
          </p:nvPr>
        </p:nvSpPr>
        <p:spPr/>
        <p:txBody>
          <a:bodyPr/>
          <a:lstStyle/>
          <a:p>
            <a:fld id="{DF286A38-841E-4B59-9D06-2D9BF821BD19}" type="slidenum">
              <a:rPr lang="ru-RU" smtClean="0"/>
              <a:t>‹N°›</a:t>
            </a:fld>
            <a:endParaRPr lang="ru-RU"/>
          </a:p>
        </p:txBody>
      </p:sp>
    </p:spTree>
    <p:extLst>
      <p:ext uri="{BB962C8B-B14F-4D97-AF65-F5344CB8AC3E}">
        <p14:creationId xmlns:p14="http://schemas.microsoft.com/office/powerpoint/2010/main" val="398984639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ABC199-3522-46D9-C34E-E317907C4E95}"/>
              </a:ext>
            </a:extLst>
          </p:cNvPr>
          <p:cNvSpPr>
            <a:spLocks noGrp="1"/>
          </p:cNvSpPr>
          <p:nvPr>
            <p:ph type="title"/>
          </p:nvPr>
        </p:nvSpPr>
        <p:spPr/>
        <p:txBody>
          <a:bodyPr/>
          <a:lstStyle/>
          <a:p>
            <a:r>
              <a:rPr lang="en-US"/>
              <a:t>Click to edit Master title style</a:t>
            </a:r>
            <a:endParaRPr lang="ru-RU"/>
          </a:p>
        </p:txBody>
      </p:sp>
      <p:sp>
        <p:nvSpPr>
          <p:cNvPr id="3" name="Vertical Text Placeholder 2">
            <a:extLst>
              <a:ext uri="{FF2B5EF4-FFF2-40B4-BE49-F238E27FC236}">
                <a16:creationId xmlns:a16="http://schemas.microsoft.com/office/drawing/2014/main" id="{A68B68D7-90F8-E6FF-67E1-65C3792DA9F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4" name="Date Placeholder 3">
            <a:extLst>
              <a:ext uri="{FF2B5EF4-FFF2-40B4-BE49-F238E27FC236}">
                <a16:creationId xmlns:a16="http://schemas.microsoft.com/office/drawing/2014/main" id="{33B32F59-58DC-6824-D12E-0142D7DE2A75}"/>
              </a:ext>
            </a:extLst>
          </p:cNvPr>
          <p:cNvSpPr>
            <a:spLocks noGrp="1"/>
          </p:cNvSpPr>
          <p:nvPr>
            <p:ph type="dt" sz="half" idx="10"/>
          </p:nvPr>
        </p:nvSpPr>
        <p:spPr/>
        <p:txBody>
          <a:bodyPr/>
          <a:lstStyle/>
          <a:p>
            <a:fld id="{A7DC5F23-06A4-405C-AE15-5241E3B243D1}" type="datetimeFigureOut">
              <a:rPr lang="ru-RU" smtClean="0"/>
              <a:t>16.09.2023</a:t>
            </a:fld>
            <a:endParaRPr lang="ru-RU"/>
          </a:p>
        </p:txBody>
      </p:sp>
      <p:sp>
        <p:nvSpPr>
          <p:cNvPr id="5" name="Footer Placeholder 4">
            <a:extLst>
              <a:ext uri="{FF2B5EF4-FFF2-40B4-BE49-F238E27FC236}">
                <a16:creationId xmlns:a16="http://schemas.microsoft.com/office/drawing/2014/main" id="{1FCA3EFC-E5D3-4C6F-88FB-18852EA63124}"/>
              </a:ext>
            </a:extLst>
          </p:cNvPr>
          <p:cNvSpPr>
            <a:spLocks noGrp="1"/>
          </p:cNvSpPr>
          <p:nvPr>
            <p:ph type="ftr" sz="quarter" idx="11"/>
          </p:nvPr>
        </p:nvSpPr>
        <p:spPr/>
        <p:txBody>
          <a:bodyPr/>
          <a:lstStyle/>
          <a:p>
            <a:endParaRPr lang="ru-RU"/>
          </a:p>
        </p:txBody>
      </p:sp>
      <p:sp>
        <p:nvSpPr>
          <p:cNvPr id="6" name="Slide Number Placeholder 5">
            <a:extLst>
              <a:ext uri="{FF2B5EF4-FFF2-40B4-BE49-F238E27FC236}">
                <a16:creationId xmlns:a16="http://schemas.microsoft.com/office/drawing/2014/main" id="{F8E1A08E-2519-2767-3A0E-2347CCAAF602}"/>
              </a:ext>
            </a:extLst>
          </p:cNvPr>
          <p:cNvSpPr>
            <a:spLocks noGrp="1"/>
          </p:cNvSpPr>
          <p:nvPr>
            <p:ph type="sldNum" sz="quarter" idx="12"/>
          </p:nvPr>
        </p:nvSpPr>
        <p:spPr/>
        <p:txBody>
          <a:bodyPr/>
          <a:lstStyle/>
          <a:p>
            <a:fld id="{DF286A38-841E-4B59-9D06-2D9BF821BD19}" type="slidenum">
              <a:rPr lang="ru-RU" smtClean="0"/>
              <a:t>‹N°›</a:t>
            </a:fld>
            <a:endParaRPr lang="ru-RU"/>
          </a:p>
        </p:txBody>
      </p:sp>
    </p:spTree>
    <p:extLst>
      <p:ext uri="{BB962C8B-B14F-4D97-AF65-F5344CB8AC3E}">
        <p14:creationId xmlns:p14="http://schemas.microsoft.com/office/powerpoint/2010/main" val="366471426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EDCB545-CAE0-32F4-1C09-0888BCD95E9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ru-RU"/>
          </a:p>
        </p:txBody>
      </p:sp>
      <p:sp>
        <p:nvSpPr>
          <p:cNvPr id="3" name="Vertical Text Placeholder 2">
            <a:extLst>
              <a:ext uri="{FF2B5EF4-FFF2-40B4-BE49-F238E27FC236}">
                <a16:creationId xmlns:a16="http://schemas.microsoft.com/office/drawing/2014/main" id="{11AF9681-B1D9-17BF-F666-4DF77DC6F5B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4" name="Date Placeholder 3">
            <a:extLst>
              <a:ext uri="{FF2B5EF4-FFF2-40B4-BE49-F238E27FC236}">
                <a16:creationId xmlns:a16="http://schemas.microsoft.com/office/drawing/2014/main" id="{40F963D5-5A1D-B12E-DDD7-6639173C8D84}"/>
              </a:ext>
            </a:extLst>
          </p:cNvPr>
          <p:cNvSpPr>
            <a:spLocks noGrp="1"/>
          </p:cNvSpPr>
          <p:nvPr>
            <p:ph type="dt" sz="half" idx="10"/>
          </p:nvPr>
        </p:nvSpPr>
        <p:spPr/>
        <p:txBody>
          <a:bodyPr/>
          <a:lstStyle/>
          <a:p>
            <a:fld id="{A7DC5F23-06A4-405C-AE15-5241E3B243D1}" type="datetimeFigureOut">
              <a:rPr lang="ru-RU" smtClean="0"/>
              <a:t>16.09.2023</a:t>
            </a:fld>
            <a:endParaRPr lang="ru-RU"/>
          </a:p>
        </p:txBody>
      </p:sp>
      <p:sp>
        <p:nvSpPr>
          <p:cNvPr id="5" name="Footer Placeholder 4">
            <a:extLst>
              <a:ext uri="{FF2B5EF4-FFF2-40B4-BE49-F238E27FC236}">
                <a16:creationId xmlns:a16="http://schemas.microsoft.com/office/drawing/2014/main" id="{FBC6BF93-BCCF-A2B3-834F-06E625D5A000}"/>
              </a:ext>
            </a:extLst>
          </p:cNvPr>
          <p:cNvSpPr>
            <a:spLocks noGrp="1"/>
          </p:cNvSpPr>
          <p:nvPr>
            <p:ph type="ftr" sz="quarter" idx="11"/>
          </p:nvPr>
        </p:nvSpPr>
        <p:spPr/>
        <p:txBody>
          <a:bodyPr/>
          <a:lstStyle/>
          <a:p>
            <a:endParaRPr lang="ru-RU"/>
          </a:p>
        </p:txBody>
      </p:sp>
      <p:sp>
        <p:nvSpPr>
          <p:cNvPr id="6" name="Slide Number Placeholder 5">
            <a:extLst>
              <a:ext uri="{FF2B5EF4-FFF2-40B4-BE49-F238E27FC236}">
                <a16:creationId xmlns:a16="http://schemas.microsoft.com/office/drawing/2014/main" id="{33085AC7-E567-7034-1576-7C17FC063F8A}"/>
              </a:ext>
            </a:extLst>
          </p:cNvPr>
          <p:cNvSpPr>
            <a:spLocks noGrp="1"/>
          </p:cNvSpPr>
          <p:nvPr>
            <p:ph type="sldNum" sz="quarter" idx="12"/>
          </p:nvPr>
        </p:nvSpPr>
        <p:spPr/>
        <p:txBody>
          <a:bodyPr/>
          <a:lstStyle/>
          <a:p>
            <a:fld id="{DF286A38-841E-4B59-9D06-2D9BF821BD19}" type="slidenum">
              <a:rPr lang="ru-RU" smtClean="0"/>
              <a:t>‹N°›</a:t>
            </a:fld>
            <a:endParaRPr lang="ru-RU"/>
          </a:p>
        </p:txBody>
      </p:sp>
    </p:spTree>
    <p:extLst>
      <p:ext uri="{BB962C8B-B14F-4D97-AF65-F5344CB8AC3E}">
        <p14:creationId xmlns:p14="http://schemas.microsoft.com/office/powerpoint/2010/main" val="29119092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57224" y="499533"/>
            <a:ext cx="10772775" cy="1658198"/>
          </a:xfrm>
          <a:prstGeom prst="rect">
            <a:avLst/>
          </a:prstGeom>
        </p:spPr>
        <p:txBody>
          <a:bodyPr vert="horz" lIns="91440" tIns="45720" rIns="91440" bIns="45720" rtlCol="0" anchor="ctr">
            <a:normAutofit/>
          </a:bodyPr>
          <a:lstStyle/>
          <a:p>
            <a:r>
              <a:rPr lang="fr-FR"/>
              <a:t>Modifiez le style du titre</a:t>
            </a:r>
            <a:endParaRPr lang="en-US" dirty="0"/>
          </a:p>
        </p:txBody>
      </p:sp>
      <p:sp>
        <p:nvSpPr>
          <p:cNvPr id="3" name="Text Placeholder 2"/>
          <p:cNvSpPr>
            <a:spLocks noGrp="1"/>
          </p:cNvSpPr>
          <p:nvPr>
            <p:ph type="body" idx="1"/>
          </p:nvPr>
        </p:nvSpPr>
        <p:spPr>
          <a:xfrm>
            <a:off x="676656" y="2011680"/>
            <a:ext cx="10753725" cy="3766185"/>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685800" y="6412447"/>
            <a:ext cx="4114800" cy="228600"/>
          </a:xfrm>
          <a:prstGeom prst="rect">
            <a:avLst/>
          </a:prstGeom>
        </p:spPr>
        <p:txBody>
          <a:bodyPr vert="horz" lIns="91440" tIns="45720" rIns="91440" bIns="45720" rtlCol="0" anchor="ctr"/>
          <a:lstStyle>
            <a:lvl1pPr algn="l">
              <a:defRPr sz="950">
                <a:solidFill>
                  <a:schemeClr val="tx1">
                    <a:alpha val="80000"/>
                  </a:schemeClr>
                </a:solidFill>
              </a:defRPr>
            </a:lvl1pPr>
          </a:lstStyle>
          <a:p>
            <a:fld id="{857D2730-EB91-42D5-ACD7-3C8C2398F0FE}" type="datetimeFigureOut">
              <a:rPr lang="fr-FR" smtClean="0"/>
              <a:t>16/09/2023</a:t>
            </a:fld>
            <a:endParaRPr lang="fr-FR"/>
          </a:p>
        </p:txBody>
      </p:sp>
      <p:sp>
        <p:nvSpPr>
          <p:cNvPr id="5" name="Footer Placeholder 4"/>
          <p:cNvSpPr>
            <a:spLocks noGrp="1"/>
          </p:cNvSpPr>
          <p:nvPr>
            <p:ph type="ftr" sz="quarter" idx="3"/>
          </p:nvPr>
        </p:nvSpPr>
        <p:spPr>
          <a:xfrm>
            <a:off x="685800" y="6554697"/>
            <a:ext cx="5029200" cy="228600"/>
          </a:xfrm>
          <a:prstGeom prst="rect">
            <a:avLst/>
          </a:prstGeom>
        </p:spPr>
        <p:txBody>
          <a:bodyPr vert="horz" lIns="91440" tIns="45720" rIns="91440" bIns="45720" rtlCol="0" anchor="ctr"/>
          <a:lstStyle>
            <a:lvl1pPr algn="l">
              <a:defRPr sz="950" cap="all" baseline="0">
                <a:solidFill>
                  <a:schemeClr val="tx1">
                    <a:alpha val="80000"/>
                  </a:schemeClr>
                </a:solidFill>
              </a:defRPr>
            </a:lvl1pPr>
          </a:lstStyle>
          <a:p>
            <a:endParaRPr lang="fr-FR"/>
          </a:p>
        </p:txBody>
      </p:sp>
      <p:sp>
        <p:nvSpPr>
          <p:cNvPr id="6" name="Slide Number Placeholder 5"/>
          <p:cNvSpPr>
            <a:spLocks noGrp="1"/>
          </p:cNvSpPr>
          <p:nvPr>
            <p:ph type="sldNum" sz="quarter" idx="4"/>
          </p:nvPr>
        </p:nvSpPr>
        <p:spPr>
          <a:xfrm>
            <a:off x="8763926" y="5876412"/>
            <a:ext cx="2926080" cy="1397039"/>
          </a:xfrm>
          <a:prstGeom prst="rect">
            <a:avLst/>
          </a:prstGeom>
        </p:spPr>
        <p:txBody>
          <a:bodyPr vert="horz" lIns="91440" tIns="45720" rIns="91440" bIns="45720" rtlCol="0" anchor="b"/>
          <a:lstStyle>
            <a:lvl1pPr algn="r">
              <a:defRPr sz="10300" b="0">
                <a:ln>
                  <a:noFill/>
                </a:ln>
                <a:solidFill>
                  <a:schemeClr val="accent1">
                    <a:alpha val="25000"/>
                  </a:schemeClr>
                </a:solidFill>
                <a:latin typeface="+mj-lt"/>
              </a:defRPr>
            </a:lvl1pPr>
          </a:lstStyle>
          <a:p>
            <a:fld id="{37E5AAA0-A5A0-4B0C-AE29-2384B92A8449}" type="slidenum">
              <a:rPr lang="fr-FR" smtClean="0"/>
              <a:t>‹N°›</a:t>
            </a:fld>
            <a:endParaRPr lang="fr-FR"/>
          </a:p>
        </p:txBody>
      </p:sp>
    </p:spTree>
    <p:extLst>
      <p:ext uri="{BB962C8B-B14F-4D97-AF65-F5344CB8AC3E}">
        <p14:creationId xmlns:p14="http://schemas.microsoft.com/office/powerpoint/2010/main" val="1509201580"/>
      </p:ext>
    </p:extLst>
  </p:cSld>
  <p:clrMap bg1="lt1" tx1="dk1" bg2="lt2" tx2="dk2" accent1="accent1" accent2="accent2" accent3="accent3" accent4="accent4" accent5="accent5" accent6="accent6" hlink="hlink" folHlink="folHlink"/>
  <p:sldLayoutIdLst>
    <p:sldLayoutId id="2147483781" r:id="rId1"/>
    <p:sldLayoutId id="2147483782" r:id="rId2"/>
    <p:sldLayoutId id="2147483783" r:id="rId3"/>
    <p:sldLayoutId id="2147483784" r:id="rId4"/>
    <p:sldLayoutId id="2147483785" r:id="rId5"/>
    <p:sldLayoutId id="2147483786" r:id="rId6"/>
    <p:sldLayoutId id="2147483787" r:id="rId7"/>
    <p:sldLayoutId id="2147483788" r:id="rId8"/>
    <p:sldLayoutId id="2147483789" r:id="rId9"/>
    <p:sldLayoutId id="2147483790" r:id="rId10"/>
    <p:sldLayoutId id="2147483791" r:id="rId11"/>
  </p:sldLayoutIdLst>
  <p:txStyles>
    <p:titleStyle>
      <a:lvl1pPr algn="l" defTabSz="914400" rtl="0" eaLnBrk="1" latinLnBrk="0" hangingPunct="1">
        <a:lnSpc>
          <a:spcPct val="85000"/>
        </a:lnSpc>
        <a:spcBef>
          <a:spcPct val="0"/>
        </a:spcBef>
        <a:buNone/>
        <a:defRPr sz="5400" kern="1200" spc="-120" baseline="0">
          <a:solidFill>
            <a:schemeClr val="accent1"/>
          </a:solidFill>
          <a:latin typeface="+mj-lt"/>
          <a:ea typeface="+mj-ea"/>
          <a:cs typeface="+mj-cs"/>
        </a:defRPr>
      </a:lvl1pPr>
    </p:titleStyle>
    <p:bodyStyle>
      <a:lvl1pPr marL="91440" indent="-91440" algn="l" defTabSz="914400" rtl="0" eaLnBrk="1" latinLnBrk="0" hangingPunct="1">
        <a:lnSpc>
          <a:spcPct val="85000"/>
        </a:lnSpc>
        <a:spcBef>
          <a:spcPts val="1300"/>
        </a:spcBef>
        <a:buFont typeface="Arial" pitchFamily="34" charset="0"/>
        <a:buChar char=" "/>
        <a:defRPr sz="2400" kern="1200">
          <a:solidFill>
            <a:schemeClr val="tx1">
              <a:lumMod val="85000"/>
              <a:lumOff val="15000"/>
            </a:schemeClr>
          </a:solidFill>
          <a:latin typeface="+mn-lt"/>
          <a:ea typeface="+mn-ea"/>
          <a:cs typeface="+mn-cs"/>
        </a:defRPr>
      </a:lvl1pPr>
      <a:lvl2pPr marL="347472" indent="-342900" algn="l" defTabSz="914400" rtl="0" eaLnBrk="1" latinLnBrk="0" hangingPunct="1">
        <a:lnSpc>
          <a:spcPct val="85000"/>
        </a:lnSpc>
        <a:spcBef>
          <a:spcPts val="600"/>
        </a:spcBef>
        <a:buFont typeface="Arial" pitchFamily="34" charset="0"/>
        <a:buChar char=" "/>
        <a:defRPr sz="2400" kern="1200">
          <a:solidFill>
            <a:schemeClr val="tx1">
              <a:lumMod val="85000"/>
              <a:lumOff val="15000"/>
            </a:schemeClr>
          </a:solidFill>
          <a:latin typeface="+mn-lt"/>
          <a:ea typeface="+mn-ea"/>
          <a:cs typeface="+mn-cs"/>
        </a:defRPr>
      </a:lvl2pPr>
      <a:lvl3pPr marL="548640" indent="-548640" algn="l" defTabSz="914400" rtl="0" eaLnBrk="1" latinLnBrk="0" hangingPunct="1">
        <a:lnSpc>
          <a:spcPct val="85000"/>
        </a:lnSpc>
        <a:spcBef>
          <a:spcPts val="600"/>
        </a:spcBef>
        <a:buFont typeface="Arial" pitchFamily="34" charset="0"/>
        <a:buChar char=" "/>
        <a:defRPr sz="2000" i="1" kern="1200">
          <a:solidFill>
            <a:schemeClr val="tx1">
              <a:lumMod val="85000"/>
              <a:lumOff val="15000"/>
            </a:schemeClr>
          </a:solidFill>
          <a:latin typeface="+mn-lt"/>
          <a:ea typeface="+mn-ea"/>
          <a:cs typeface="+mn-cs"/>
        </a:defRPr>
      </a:lvl3pPr>
      <a:lvl4pPr marL="822960" indent="-82296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4pPr>
      <a:lvl5pPr marL="1097280" indent="-109728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5pPr>
      <a:lvl6pPr marL="12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6pPr>
      <a:lvl7pPr marL="14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7pPr>
      <a:lvl8pPr marL="16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8pPr>
      <a:lvl9pPr marL="18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C6D5EB4-5419-CEB9-4CB1-BEBAADDD0DD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ru-RU"/>
          </a:p>
        </p:txBody>
      </p:sp>
      <p:sp>
        <p:nvSpPr>
          <p:cNvPr id="3" name="Text Placeholder 2">
            <a:extLst>
              <a:ext uri="{FF2B5EF4-FFF2-40B4-BE49-F238E27FC236}">
                <a16:creationId xmlns:a16="http://schemas.microsoft.com/office/drawing/2014/main" id="{40123571-FA43-16F3-79C9-9E38151ACF7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4" name="Date Placeholder 3">
            <a:extLst>
              <a:ext uri="{FF2B5EF4-FFF2-40B4-BE49-F238E27FC236}">
                <a16:creationId xmlns:a16="http://schemas.microsoft.com/office/drawing/2014/main" id="{A90500E4-C0EC-48E5-A324-CFF60733541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7DC5F23-06A4-405C-AE15-5241E3B243D1}" type="datetimeFigureOut">
              <a:rPr lang="ru-RU" smtClean="0"/>
              <a:t>16.09.2023</a:t>
            </a:fld>
            <a:endParaRPr lang="ru-RU"/>
          </a:p>
        </p:txBody>
      </p:sp>
      <p:sp>
        <p:nvSpPr>
          <p:cNvPr id="5" name="Footer Placeholder 4">
            <a:extLst>
              <a:ext uri="{FF2B5EF4-FFF2-40B4-BE49-F238E27FC236}">
                <a16:creationId xmlns:a16="http://schemas.microsoft.com/office/drawing/2014/main" id="{CFAD3231-B93F-9D16-2EB9-CF05D5AF569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Slide Number Placeholder 5">
            <a:extLst>
              <a:ext uri="{FF2B5EF4-FFF2-40B4-BE49-F238E27FC236}">
                <a16:creationId xmlns:a16="http://schemas.microsoft.com/office/drawing/2014/main" id="{2EF7289F-2B60-4666-092B-C9F04127D15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F286A38-841E-4B59-9D06-2D9BF821BD19}" type="slidenum">
              <a:rPr lang="ru-RU" smtClean="0"/>
              <a:t>‹N°›</a:t>
            </a:fld>
            <a:endParaRPr lang="ru-RU"/>
          </a:p>
        </p:txBody>
      </p:sp>
    </p:spTree>
    <p:extLst>
      <p:ext uri="{BB962C8B-B14F-4D97-AF65-F5344CB8AC3E}">
        <p14:creationId xmlns:p14="http://schemas.microsoft.com/office/powerpoint/2010/main" val="80117166"/>
      </p:ext>
    </p:extLst>
  </p:cSld>
  <p:clrMap bg1="lt1" tx1="dk1" bg2="lt2" tx2="dk2" accent1="accent1" accent2="accent2" accent3="accent3" accent4="accent4" accent5="accent5" accent6="accent6" hlink="hlink" folHlink="folHlink"/>
  <p:sldLayoutIdLst>
    <p:sldLayoutId id="2147483793" r:id="rId1"/>
    <p:sldLayoutId id="2147483794" r:id="rId2"/>
    <p:sldLayoutId id="2147483795" r:id="rId3"/>
    <p:sldLayoutId id="2147483796" r:id="rId4"/>
    <p:sldLayoutId id="2147483797" r:id="rId5"/>
    <p:sldLayoutId id="2147483798" r:id="rId6"/>
    <p:sldLayoutId id="2147483799" r:id="rId7"/>
    <p:sldLayoutId id="2147483800" r:id="rId8"/>
    <p:sldLayoutId id="2147483801" r:id="rId9"/>
    <p:sldLayoutId id="2147483802" r:id="rId10"/>
    <p:sldLayoutId id="214748380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lt-L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hyperlink" Target="https://www.ma-grande-taille.com/societe/lgbtqia/femmes-transgenres-shooting-photo-256670" TargetMode="External"/><Relationship Id="rId2" Type="http://schemas.openxmlformats.org/officeDocument/2006/relationships/hyperlink" Target="https://www.ma-grande-taille.com/sante/grossesse/homme-enceint-pourquoi-choque-325640" TargetMode="External"/><Relationship Id="rId1" Type="http://schemas.openxmlformats.org/officeDocument/2006/relationships/slideLayout" Target="../slideLayouts/slideLayout7.xml"/><Relationship Id="rId5" Type="http://schemas.openxmlformats.org/officeDocument/2006/relationships/image" Target="../media/image2.sv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hyperlink" Target="https://www.ma-grande-taille.com/societe/lgbtqia/femmes-transgenres-shooting-photo-256670" TargetMode="External"/><Relationship Id="rId2" Type="http://schemas.openxmlformats.org/officeDocument/2006/relationships/hyperlink" Target="https://www.ma-grande-taille.com/sante/grossesse/homme-enceint-pourquoi-choque-325640" TargetMode="External"/><Relationship Id="rId1" Type="http://schemas.openxmlformats.org/officeDocument/2006/relationships/slideLayout" Target="../slideLayouts/slideLayout7.xml"/><Relationship Id="rId5" Type="http://schemas.openxmlformats.org/officeDocument/2006/relationships/image" Target="../media/image2.sv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hyperlink" Target="https://www.ma-grande-taille.com/societe/lgbtqia/femmes-transgenres-shooting-photo-256670" TargetMode="External"/><Relationship Id="rId2" Type="http://schemas.openxmlformats.org/officeDocument/2006/relationships/hyperlink" Target="https://www.ma-grande-taille.com/sante/grossesse/homme-enceint-pourquoi-choque-325640" TargetMode="External"/><Relationship Id="rId1" Type="http://schemas.openxmlformats.org/officeDocument/2006/relationships/slideLayout" Target="../slideLayouts/slideLayout7.xml"/><Relationship Id="rId5" Type="http://schemas.openxmlformats.org/officeDocument/2006/relationships/image" Target="../media/image2.svg"/><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chart" Target="../charts/chart1.xml"/></Relationships>
</file>

<file path=ppt/slides/_rels/slide8.xml.rels><?xml version="1.0" encoding="UTF-8" standalone="yes"?>
<Relationships xmlns="http://schemas.openxmlformats.org/package/2006/relationships"><Relationship Id="rId8" Type="http://schemas.openxmlformats.org/officeDocument/2006/relationships/image" Target="../media/image8.svg"/><Relationship Id="rId13" Type="http://schemas.openxmlformats.org/officeDocument/2006/relationships/image" Target="../media/image11.png"/><Relationship Id="rId18" Type="http://schemas.openxmlformats.org/officeDocument/2006/relationships/slide" Target="slide10.xml"/><Relationship Id="rId26" Type="http://schemas.openxmlformats.org/officeDocument/2006/relationships/image" Target="../media/image20.svg"/><Relationship Id="rId3" Type="http://schemas.openxmlformats.org/officeDocument/2006/relationships/image" Target="../media/image4.svg"/><Relationship Id="rId21" Type="http://schemas.openxmlformats.org/officeDocument/2006/relationships/slide" Target="slide14.xml"/><Relationship Id="rId7" Type="http://schemas.openxmlformats.org/officeDocument/2006/relationships/image" Target="../media/image7.png"/><Relationship Id="rId12" Type="http://schemas.openxmlformats.org/officeDocument/2006/relationships/slide" Target="slide13.xml"/><Relationship Id="rId17" Type="http://schemas.openxmlformats.org/officeDocument/2006/relationships/image" Target="../media/image14.svg"/><Relationship Id="rId25" Type="http://schemas.openxmlformats.org/officeDocument/2006/relationships/image" Target="../media/image19.png"/><Relationship Id="rId2" Type="http://schemas.openxmlformats.org/officeDocument/2006/relationships/image" Target="../media/image3.png"/><Relationship Id="rId16" Type="http://schemas.openxmlformats.org/officeDocument/2006/relationships/image" Target="../media/image13.png"/><Relationship Id="rId20" Type="http://schemas.openxmlformats.org/officeDocument/2006/relationships/image" Target="../media/image16.svg"/><Relationship Id="rId29" Type="http://schemas.openxmlformats.org/officeDocument/2006/relationships/image" Target="../media/image22.svg"/><Relationship Id="rId1" Type="http://schemas.openxmlformats.org/officeDocument/2006/relationships/slideLayout" Target="../slideLayouts/slideLayout12.xml"/><Relationship Id="rId6" Type="http://schemas.openxmlformats.org/officeDocument/2006/relationships/slide" Target="slide8.xml"/><Relationship Id="rId11" Type="http://schemas.openxmlformats.org/officeDocument/2006/relationships/image" Target="../media/image10.svg"/><Relationship Id="rId24" Type="http://schemas.openxmlformats.org/officeDocument/2006/relationships/slide" Target="slide9.xml"/><Relationship Id="rId5" Type="http://schemas.openxmlformats.org/officeDocument/2006/relationships/image" Target="../media/image6.svg"/><Relationship Id="rId15" Type="http://schemas.openxmlformats.org/officeDocument/2006/relationships/slide" Target="slide11.xml"/><Relationship Id="rId23" Type="http://schemas.openxmlformats.org/officeDocument/2006/relationships/image" Target="../media/image18.svg"/><Relationship Id="rId28" Type="http://schemas.openxmlformats.org/officeDocument/2006/relationships/image" Target="../media/image21.png"/><Relationship Id="rId10" Type="http://schemas.openxmlformats.org/officeDocument/2006/relationships/image" Target="../media/image9.png"/><Relationship Id="rId19" Type="http://schemas.openxmlformats.org/officeDocument/2006/relationships/image" Target="../media/image15.png"/><Relationship Id="rId4" Type="http://schemas.openxmlformats.org/officeDocument/2006/relationships/image" Target="../media/image5.png"/><Relationship Id="rId9" Type="http://schemas.openxmlformats.org/officeDocument/2006/relationships/slide" Target="slide12.xml"/><Relationship Id="rId14" Type="http://schemas.openxmlformats.org/officeDocument/2006/relationships/image" Target="../media/image12.svg"/><Relationship Id="rId22" Type="http://schemas.openxmlformats.org/officeDocument/2006/relationships/image" Target="../media/image17.png"/><Relationship Id="rId27" Type="http://schemas.openxmlformats.org/officeDocument/2006/relationships/slide" Target="slide15.xml"/></Relationships>
</file>

<file path=ppt/slides/_rels/slide9.xml.rels><?xml version="1.0" encoding="UTF-8" standalone="yes"?>
<Relationships xmlns="http://schemas.openxmlformats.org/package/2006/relationships"><Relationship Id="rId8" Type="http://schemas.openxmlformats.org/officeDocument/2006/relationships/image" Target="../media/image8.svg"/><Relationship Id="rId13" Type="http://schemas.openxmlformats.org/officeDocument/2006/relationships/image" Target="../media/image11.png"/><Relationship Id="rId18" Type="http://schemas.openxmlformats.org/officeDocument/2006/relationships/slide" Target="slide10.xml"/><Relationship Id="rId26" Type="http://schemas.openxmlformats.org/officeDocument/2006/relationships/image" Target="../media/image20.svg"/><Relationship Id="rId3" Type="http://schemas.openxmlformats.org/officeDocument/2006/relationships/image" Target="../media/image4.svg"/><Relationship Id="rId21" Type="http://schemas.openxmlformats.org/officeDocument/2006/relationships/slide" Target="slide14.xml"/><Relationship Id="rId7" Type="http://schemas.openxmlformats.org/officeDocument/2006/relationships/image" Target="../media/image7.png"/><Relationship Id="rId12" Type="http://schemas.openxmlformats.org/officeDocument/2006/relationships/slide" Target="slide13.xml"/><Relationship Id="rId17" Type="http://schemas.openxmlformats.org/officeDocument/2006/relationships/image" Target="../media/image14.svg"/><Relationship Id="rId25" Type="http://schemas.openxmlformats.org/officeDocument/2006/relationships/image" Target="../media/image19.png"/><Relationship Id="rId2" Type="http://schemas.openxmlformats.org/officeDocument/2006/relationships/image" Target="../media/image3.png"/><Relationship Id="rId16" Type="http://schemas.openxmlformats.org/officeDocument/2006/relationships/image" Target="../media/image13.png"/><Relationship Id="rId20" Type="http://schemas.openxmlformats.org/officeDocument/2006/relationships/image" Target="../media/image16.svg"/><Relationship Id="rId29" Type="http://schemas.openxmlformats.org/officeDocument/2006/relationships/image" Target="../media/image22.svg"/><Relationship Id="rId1" Type="http://schemas.openxmlformats.org/officeDocument/2006/relationships/slideLayout" Target="../slideLayouts/slideLayout12.xml"/><Relationship Id="rId6" Type="http://schemas.openxmlformats.org/officeDocument/2006/relationships/slide" Target="slide8.xml"/><Relationship Id="rId11" Type="http://schemas.openxmlformats.org/officeDocument/2006/relationships/image" Target="../media/image10.svg"/><Relationship Id="rId24" Type="http://schemas.openxmlformats.org/officeDocument/2006/relationships/slide" Target="slide9.xml"/><Relationship Id="rId5" Type="http://schemas.openxmlformats.org/officeDocument/2006/relationships/image" Target="../media/image6.svg"/><Relationship Id="rId15" Type="http://schemas.openxmlformats.org/officeDocument/2006/relationships/slide" Target="slide11.xml"/><Relationship Id="rId23" Type="http://schemas.openxmlformats.org/officeDocument/2006/relationships/image" Target="../media/image18.svg"/><Relationship Id="rId28" Type="http://schemas.openxmlformats.org/officeDocument/2006/relationships/image" Target="../media/image21.png"/><Relationship Id="rId10" Type="http://schemas.openxmlformats.org/officeDocument/2006/relationships/image" Target="../media/image9.png"/><Relationship Id="rId19" Type="http://schemas.openxmlformats.org/officeDocument/2006/relationships/image" Target="../media/image15.png"/><Relationship Id="rId31" Type="http://schemas.openxmlformats.org/officeDocument/2006/relationships/image" Target="../media/image210.png"/><Relationship Id="rId4" Type="http://schemas.openxmlformats.org/officeDocument/2006/relationships/image" Target="../media/image5.png"/><Relationship Id="rId9" Type="http://schemas.openxmlformats.org/officeDocument/2006/relationships/slide" Target="slide12.xml"/><Relationship Id="rId14" Type="http://schemas.openxmlformats.org/officeDocument/2006/relationships/image" Target="../media/image12.svg"/><Relationship Id="rId22" Type="http://schemas.openxmlformats.org/officeDocument/2006/relationships/image" Target="../media/image17.png"/><Relationship Id="rId27" Type="http://schemas.openxmlformats.org/officeDocument/2006/relationships/slide" Target="slide15.xml"/><Relationship Id="rId30" Type="http://schemas.microsoft.com/office/2014/relationships/chartEx" Target="../charts/chartEx1.xml"/></Relationships>
</file>

<file path=ppt/slides/_rels/slide10.xml.rels><?xml version="1.0" encoding="UTF-8" standalone="yes"?>
<Relationships xmlns="http://schemas.openxmlformats.org/package/2006/relationships"><Relationship Id="rId8" Type="http://schemas.openxmlformats.org/officeDocument/2006/relationships/image" Target="../media/image8.svg"/><Relationship Id="rId13" Type="http://schemas.openxmlformats.org/officeDocument/2006/relationships/image" Target="../media/image11.png"/><Relationship Id="rId18" Type="http://schemas.openxmlformats.org/officeDocument/2006/relationships/slide" Target="slide10.xml"/><Relationship Id="rId26" Type="http://schemas.openxmlformats.org/officeDocument/2006/relationships/image" Target="../media/image20.svg"/><Relationship Id="rId3" Type="http://schemas.openxmlformats.org/officeDocument/2006/relationships/image" Target="../media/image4.svg"/><Relationship Id="rId21" Type="http://schemas.openxmlformats.org/officeDocument/2006/relationships/slide" Target="slide14.xml"/><Relationship Id="rId7" Type="http://schemas.openxmlformats.org/officeDocument/2006/relationships/image" Target="../media/image7.png"/><Relationship Id="rId12" Type="http://schemas.openxmlformats.org/officeDocument/2006/relationships/slide" Target="slide13.xml"/><Relationship Id="rId17" Type="http://schemas.openxmlformats.org/officeDocument/2006/relationships/image" Target="../media/image14.svg"/><Relationship Id="rId25" Type="http://schemas.openxmlformats.org/officeDocument/2006/relationships/image" Target="../media/image19.png"/><Relationship Id="rId2" Type="http://schemas.openxmlformats.org/officeDocument/2006/relationships/image" Target="../media/image3.png"/><Relationship Id="rId16" Type="http://schemas.openxmlformats.org/officeDocument/2006/relationships/image" Target="../media/image13.png"/><Relationship Id="rId20" Type="http://schemas.openxmlformats.org/officeDocument/2006/relationships/image" Target="../media/image16.svg"/><Relationship Id="rId29" Type="http://schemas.openxmlformats.org/officeDocument/2006/relationships/image" Target="../media/image22.svg"/><Relationship Id="rId1" Type="http://schemas.openxmlformats.org/officeDocument/2006/relationships/slideLayout" Target="../slideLayouts/slideLayout12.xml"/><Relationship Id="rId6" Type="http://schemas.openxmlformats.org/officeDocument/2006/relationships/slide" Target="slide8.xml"/><Relationship Id="rId11" Type="http://schemas.openxmlformats.org/officeDocument/2006/relationships/image" Target="../media/image10.svg"/><Relationship Id="rId24" Type="http://schemas.openxmlformats.org/officeDocument/2006/relationships/slide" Target="slide9.xml"/><Relationship Id="rId5" Type="http://schemas.openxmlformats.org/officeDocument/2006/relationships/image" Target="../media/image6.svg"/><Relationship Id="rId15" Type="http://schemas.openxmlformats.org/officeDocument/2006/relationships/slide" Target="slide11.xml"/><Relationship Id="rId23" Type="http://schemas.openxmlformats.org/officeDocument/2006/relationships/image" Target="../media/image18.svg"/><Relationship Id="rId28" Type="http://schemas.openxmlformats.org/officeDocument/2006/relationships/image" Target="../media/image21.png"/><Relationship Id="rId10" Type="http://schemas.openxmlformats.org/officeDocument/2006/relationships/image" Target="../media/image9.png"/><Relationship Id="rId19" Type="http://schemas.openxmlformats.org/officeDocument/2006/relationships/image" Target="../media/image15.png"/><Relationship Id="rId4" Type="http://schemas.openxmlformats.org/officeDocument/2006/relationships/image" Target="../media/image5.png"/><Relationship Id="rId9" Type="http://schemas.openxmlformats.org/officeDocument/2006/relationships/slide" Target="slide12.xml"/><Relationship Id="rId14" Type="http://schemas.openxmlformats.org/officeDocument/2006/relationships/image" Target="../media/image12.svg"/><Relationship Id="rId22" Type="http://schemas.openxmlformats.org/officeDocument/2006/relationships/image" Target="../media/image17.png"/><Relationship Id="rId27" Type="http://schemas.openxmlformats.org/officeDocument/2006/relationships/slide" Target="slide15.xml"/></Relationships>
</file>

<file path=ppt/slides/_rels/slide11.xml.rels><?xml version="1.0" encoding="UTF-8" standalone="yes"?>
<Relationships xmlns="http://schemas.openxmlformats.org/package/2006/relationships"><Relationship Id="rId8" Type="http://schemas.openxmlformats.org/officeDocument/2006/relationships/image" Target="../media/image8.svg"/><Relationship Id="rId13" Type="http://schemas.openxmlformats.org/officeDocument/2006/relationships/image" Target="../media/image11.png"/><Relationship Id="rId18" Type="http://schemas.openxmlformats.org/officeDocument/2006/relationships/slide" Target="slide10.xml"/><Relationship Id="rId26" Type="http://schemas.openxmlformats.org/officeDocument/2006/relationships/image" Target="../media/image20.svg"/><Relationship Id="rId3" Type="http://schemas.openxmlformats.org/officeDocument/2006/relationships/image" Target="../media/image4.svg"/><Relationship Id="rId21" Type="http://schemas.openxmlformats.org/officeDocument/2006/relationships/slide" Target="slide14.xml"/><Relationship Id="rId7" Type="http://schemas.openxmlformats.org/officeDocument/2006/relationships/image" Target="../media/image7.png"/><Relationship Id="rId12" Type="http://schemas.openxmlformats.org/officeDocument/2006/relationships/slide" Target="slide13.xml"/><Relationship Id="rId17" Type="http://schemas.openxmlformats.org/officeDocument/2006/relationships/image" Target="../media/image14.svg"/><Relationship Id="rId25" Type="http://schemas.openxmlformats.org/officeDocument/2006/relationships/image" Target="../media/image19.png"/><Relationship Id="rId2" Type="http://schemas.openxmlformats.org/officeDocument/2006/relationships/image" Target="../media/image3.png"/><Relationship Id="rId16" Type="http://schemas.openxmlformats.org/officeDocument/2006/relationships/image" Target="../media/image13.png"/><Relationship Id="rId20" Type="http://schemas.openxmlformats.org/officeDocument/2006/relationships/image" Target="../media/image16.svg"/><Relationship Id="rId29" Type="http://schemas.openxmlformats.org/officeDocument/2006/relationships/image" Target="../media/image22.svg"/><Relationship Id="rId1" Type="http://schemas.openxmlformats.org/officeDocument/2006/relationships/slideLayout" Target="../slideLayouts/slideLayout12.xml"/><Relationship Id="rId6" Type="http://schemas.openxmlformats.org/officeDocument/2006/relationships/slide" Target="slide8.xml"/><Relationship Id="rId11" Type="http://schemas.openxmlformats.org/officeDocument/2006/relationships/image" Target="../media/image10.svg"/><Relationship Id="rId24" Type="http://schemas.openxmlformats.org/officeDocument/2006/relationships/slide" Target="slide9.xml"/><Relationship Id="rId32" Type="http://schemas.openxmlformats.org/officeDocument/2006/relationships/image" Target="../media/image25.jpg"/><Relationship Id="rId5" Type="http://schemas.openxmlformats.org/officeDocument/2006/relationships/image" Target="../media/image6.svg"/><Relationship Id="rId15" Type="http://schemas.openxmlformats.org/officeDocument/2006/relationships/slide" Target="slide11.xml"/><Relationship Id="rId23" Type="http://schemas.openxmlformats.org/officeDocument/2006/relationships/image" Target="../media/image18.svg"/><Relationship Id="rId28" Type="http://schemas.openxmlformats.org/officeDocument/2006/relationships/image" Target="../media/image21.png"/><Relationship Id="rId10" Type="http://schemas.openxmlformats.org/officeDocument/2006/relationships/image" Target="../media/image9.png"/><Relationship Id="rId19" Type="http://schemas.openxmlformats.org/officeDocument/2006/relationships/image" Target="../media/image15.png"/><Relationship Id="rId31" Type="http://schemas.openxmlformats.org/officeDocument/2006/relationships/image" Target="../media/image24.jpg"/><Relationship Id="rId4" Type="http://schemas.openxmlformats.org/officeDocument/2006/relationships/image" Target="../media/image5.png"/><Relationship Id="rId9" Type="http://schemas.openxmlformats.org/officeDocument/2006/relationships/slide" Target="slide12.xml"/><Relationship Id="rId14" Type="http://schemas.openxmlformats.org/officeDocument/2006/relationships/image" Target="../media/image12.svg"/><Relationship Id="rId22" Type="http://schemas.openxmlformats.org/officeDocument/2006/relationships/image" Target="../media/image17.png"/><Relationship Id="rId27" Type="http://schemas.openxmlformats.org/officeDocument/2006/relationships/slide" Target="slide15.xml"/><Relationship Id="rId30" Type="http://schemas.openxmlformats.org/officeDocument/2006/relationships/image" Target="../media/image23.jpg"/></Relationships>
</file>

<file path=ppt/slides/_rels/slide12.xml.rels><?xml version="1.0" encoding="UTF-8" standalone="yes"?>
<Relationships xmlns="http://schemas.openxmlformats.org/package/2006/relationships"><Relationship Id="rId8" Type="http://schemas.openxmlformats.org/officeDocument/2006/relationships/image" Target="../media/image8.svg"/><Relationship Id="rId13" Type="http://schemas.openxmlformats.org/officeDocument/2006/relationships/image" Target="../media/image11.png"/><Relationship Id="rId18" Type="http://schemas.openxmlformats.org/officeDocument/2006/relationships/slide" Target="slide10.xml"/><Relationship Id="rId26" Type="http://schemas.openxmlformats.org/officeDocument/2006/relationships/image" Target="../media/image20.svg"/><Relationship Id="rId3" Type="http://schemas.openxmlformats.org/officeDocument/2006/relationships/image" Target="../media/image4.svg"/><Relationship Id="rId21" Type="http://schemas.openxmlformats.org/officeDocument/2006/relationships/slide" Target="slide14.xml"/><Relationship Id="rId7" Type="http://schemas.openxmlformats.org/officeDocument/2006/relationships/image" Target="../media/image7.png"/><Relationship Id="rId12" Type="http://schemas.openxmlformats.org/officeDocument/2006/relationships/slide" Target="slide13.xml"/><Relationship Id="rId17" Type="http://schemas.openxmlformats.org/officeDocument/2006/relationships/image" Target="../media/image14.svg"/><Relationship Id="rId25" Type="http://schemas.openxmlformats.org/officeDocument/2006/relationships/image" Target="../media/image19.png"/><Relationship Id="rId2" Type="http://schemas.openxmlformats.org/officeDocument/2006/relationships/image" Target="../media/image3.png"/><Relationship Id="rId16" Type="http://schemas.openxmlformats.org/officeDocument/2006/relationships/image" Target="../media/image13.png"/><Relationship Id="rId20" Type="http://schemas.openxmlformats.org/officeDocument/2006/relationships/image" Target="../media/image16.svg"/><Relationship Id="rId29" Type="http://schemas.openxmlformats.org/officeDocument/2006/relationships/image" Target="../media/image22.svg"/><Relationship Id="rId1" Type="http://schemas.openxmlformats.org/officeDocument/2006/relationships/slideLayout" Target="../slideLayouts/slideLayout12.xml"/><Relationship Id="rId6" Type="http://schemas.openxmlformats.org/officeDocument/2006/relationships/slide" Target="slide8.xml"/><Relationship Id="rId11" Type="http://schemas.openxmlformats.org/officeDocument/2006/relationships/image" Target="../media/image10.svg"/><Relationship Id="rId24" Type="http://schemas.openxmlformats.org/officeDocument/2006/relationships/slide" Target="slide9.xml"/><Relationship Id="rId5" Type="http://schemas.openxmlformats.org/officeDocument/2006/relationships/image" Target="../media/image6.svg"/><Relationship Id="rId15" Type="http://schemas.openxmlformats.org/officeDocument/2006/relationships/slide" Target="slide11.xml"/><Relationship Id="rId23" Type="http://schemas.openxmlformats.org/officeDocument/2006/relationships/image" Target="../media/image18.svg"/><Relationship Id="rId28" Type="http://schemas.openxmlformats.org/officeDocument/2006/relationships/image" Target="../media/image21.png"/><Relationship Id="rId10" Type="http://schemas.openxmlformats.org/officeDocument/2006/relationships/image" Target="../media/image9.png"/><Relationship Id="rId19" Type="http://schemas.openxmlformats.org/officeDocument/2006/relationships/image" Target="../media/image15.png"/><Relationship Id="rId31" Type="http://schemas.openxmlformats.org/officeDocument/2006/relationships/image" Target="../media/image27.svg"/><Relationship Id="rId4" Type="http://schemas.openxmlformats.org/officeDocument/2006/relationships/image" Target="../media/image5.png"/><Relationship Id="rId9" Type="http://schemas.openxmlformats.org/officeDocument/2006/relationships/slide" Target="slide12.xml"/><Relationship Id="rId14" Type="http://schemas.openxmlformats.org/officeDocument/2006/relationships/image" Target="../media/image12.svg"/><Relationship Id="rId22" Type="http://schemas.openxmlformats.org/officeDocument/2006/relationships/image" Target="../media/image17.png"/><Relationship Id="rId27" Type="http://schemas.openxmlformats.org/officeDocument/2006/relationships/slide" Target="slide15.xml"/><Relationship Id="rId30" Type="http://schemas.openxmlformats.org/officeDocument/2006/relationships/image" Target="../media/image26.png"/></Relationships>
</file>

<file path=ppt/slides/_rels/slide13.xml.rels><?xml version="1.0" encoding="UTF-8" standalone="yes"?>
<Relationships xmlns="http://schemas.openxmlformats.org/package/2006/relationships"><Relationship Id="rId8" Type="http://schemas.openxmlformats.org/officeDocument/2006/relationships/image" Target="../media/image8.svg"/><Relationship Id="rId13" Type="http://schemas.openxmlformats.org/officeDocument/2006/relationships/image" Target="../media/image11.png"/><Relationship Id="rId18" Type="http://schemas.openxmlformats.org/officeDocument/2006/relationships/slide" Target="slide10.xml"/><Relationship Id="rId26" Type="http://schemas.openxmlformats.org/officeDocument/2006/relationships/image" Target="../media/image20.svg"/><Relationship Id="rId3" Type="http://schemas.openxmlformats.org/officeDocument/2006/relationships/image" Target="../media/image4.svg"/><Relationship Id="rId21" Type="http://schemas.openxmlformats.org/officeDocument/2006/relationships/slide" Target="slide14.xml"/><Relationship Id="rId7" Type="http://schemas.openxmlformats.org/officeDocument/2006/relationships/image" Target="../media/image7.png"/><Relationship Id="rId12" Type="http://schemas.openxmlformats.org/officeDocument/2006/relationships/slide" Target="slide13.xml"/><Relationship Id="rId17" Type="http://schemas.openxmlformats.org/officeDocument/2006/relationships/image" Target="../media/image14.svg"/><Relationship Id="rId25" Type="http://schemas.openxmlformats.org/officeDocument/2006/relationships/image" Target="../media/image19.png"/><Relationship Id="rId2" Type="http://schemas.openxmlformats.org/officeDocument/2006/relationships/image" Target="../media/image3.png"/><Relationship Id="rId16" Type="http://schemas.openxmlformats.org/officeDocument/2006/relationships/image" Target="../media/image13.png"/><Relationship Id="rId20" Type="http://schemas.openxmlformats.org/officeDocument/2006/relationships/image" Target="../media/image16.svg"/><Relationship Id="rId29" Type="http://schemas.openxmlformats.org/officeDocument/2006/relationships/image" Target="../media/image22.svg"/><Relationship Id="rId1" Type="http://schemas.openxmlformats.org/officeDocument/2006/relationships/slideLayout" Target="../slideLayouts/slideLayout12.xml"/><Relationship Id="rId6" Type="http://schemas.openxmlformats.org/officeDocument/2006/relationships/slide" Target="slide8.xml"/><Relationship Id="rId11" Type="http://schemas.openxmlformats.org/officeDocument/2006/relationships/image" Target="../media/image10.svg"/><Relationship Id="rId24" Type="http://schemas.openxmlformats.org/officeDocument/2006/relationships/slide" Target="slide9.xml"/><Relationship Id="rId5" Type="http://schemas.openxmlformats.org/officeDocument/2006/relationships/image" Target="../media/image6.svg"/><Relationship Id="rId15" Type="http://schemas.openxmlformats.org/officeDocument/2006/relationships/slide" Target="slide11.xml"/><Relationship Id="rId23" Type="http://schemas.openxmlformats.org/officeDocument/2006/relationships/image" Target="../media/image18.svg"/><Relationship Id="rId28" Type="http://schemas.openxmlformats.org/officeDocument/2006/relationships/image" Target="../media/image21.png"/><Relationship Id="rId10" Type="http://schemas.openxmlformats.org/officeDocument/2006/relationships/image" Target="../media/image9.png"/><Relationship Id="rId19" Type="http://schemas.openxmlformats.org/officeDocument/2006/relationships/image" Target="../media/image15.png"/><Relationship Id="rId4" Type="http://schemas.openxmlformats.org/officeDocument/2006/relationships/image" Target="../media/image5.png"/><Relationship Id="rId9" Type="http://schemas.openxmlformats.org/officeDocument/2006/relationships/slide" Target="slide12.xml"/><Relationship Id="rId14" Type="http://schemas.openxmlformats.org/officeDocument/2006/relationships/image" Target="../media/image12.svg"/><Relationship Id="rId22" Type="http://schemas.openxmlformats.org/officeDocument/2006/relationships/image" Target="../media/image17.png"/><Relationship Id="rId27" Type="http://schemas.openxmlformats.org/officeDocument/2006/relationships/slide" Target="slide15.xml"/></Relationships>
</file>

<file path=ppt/slides/_rels/slide14.xml.rels><?xml version="1.0" encoding="UTF-8" standalone="yes"?>
<Relationships xmlns="http://schemas.openxmlformats.org/package/2006/relationships"><Relationship Id="rId8" Type="http://schemas.openxmlformats.org/officeDocument/2006/relationships/image" Target="../media/image8.svg"/><Relationship Id="rId13" Type="http://schemas.openxmlformats.org/officeDocument/2006/relationships/image" Target="../media/image11.png"/><Relationship Id="rId18" Type="http://schemas.openxmlformats.org/officeDocument/2006/relationships/slide" Target="slide10.xml"/><Relationship Id="rId26" Type="http://schemas.openxmlformats.org/officeDocument/2006/relationships/image" Target="../media/image20.svg"/><Relationship Id="rId3" Type="http://schemas.openxmlformats.org/officeDocument/2006/relationships/image" Target="../media/image4.svg"/><Relationship Id="rId21" Type="http://schemas.openxmlformats.org/officeDocument/2006/relationships/slide" Target="slide14.xml"/><Relationship Id="rId7" Type="http://schemas.openxmlformats.org/officeDocument/2006/relationships/image" Target="../media/image7.png"/><Relationship Id="rId12" Type="http://schemas.openxmlformats.org/officeDocument/2006/relationships/slide" Target="slide13.xml"/><Relationship Id="rId17" Type="http://schemas.openxmlformats.org/officeDocument/2006/relationships/image" Target="../media/image14.svg"/><Relationship Id="rId25" Type="http://schemas.openxmlformats.org/officeDocument/2006/relationships/image" Target="../media/image19.png"/><Relationship Id="rId2" Type="http://schemas.openxmlformats.org/officeDocument/2006/relationships/image" Target="../media/image3.png"/><Relationship Id="rId16" Type="http://schemas.openxmlformats.org/officeDocument/2006/relationships/image" Target="../media/image13.png"/><Relationship Id="rId20" Type="http://schemas.openxmlformats.org/officeDocument/2006/relationships/image" Target="../media/image16.svg"/><Relationship Id="rId29" Type="http://schemas.openxmlformats.org/officeDocument/2006/relationships/image" Target="../media/image22.svg"/><Relationship Id="rId1" Type="http://schemas.openxmlformats.org/officeDocument/2006/relationships/slideLayout" Target="../slideLayouts/slideLayout12.xml"/><Relationship Id="rId6" Type="http://schemas.openxmlformats.org/officeDocument/2006/relationships/slide" Target="slide8.xml"/><Relationship Id="rId11" Type="http://schemas.openxmlformats.org/officeDocument/2006/relationships/image" Target="../media/image10.svg"/><Relationship Id="rId24" Type="http://schemas.openxmlformats.org/officeDocument/2006/relationships/slide" Target="slide9.xml"/><Relationship Id="rId5" Type="http://schemas.openxmlformats.org/officeDocument/2006/relationships/image" Target="../media/image6.svg"/><Relationship Id="rId15" Type="http://schemas.openxmlformats.org/officeDocument/2006/relationships/slide" Target="slide11.xml"/><Relationship Id="rId23" Type="http://schemas.openxmlformats.org/officeDocument/2006/relationships/image" Target="../media/image18.svg"/><Relationship Id="rId28" Type="http://schemas.openxmlformats.org/officeDocument/2006/relationships/image" Target="../media/image21.png"/><Relationship Id="rId10" Type="http://schemas.openxmlformats.org/officeDocument/2006/relationships/image" Target="../media/image9.png"/><Relationship Id="rId19" Type="http://schemas.openxmlformats.org/officeDocument/2006/relationships/image" Target="../media/image15.png"/><Relationship Id="rId4" Type="http://schemas.openxmlformats.org/officeDocument/2006/relationships/image" Target="../media/image5.png"/><Relationship Id="rId9" Type="http://schemas.openxmlformats.org/officeDocument/2006/relationships/slide" Target="slide12.xml"/><Relationship Id="rId14" Type="http://schemas.openxmlformats.org/officeDocument/2006/relationships/image" Target="../media/image12.svg"/><Relationship Id="rId22" Type="http://schemas.openxmlformats.org/officeDocument/2006/relationships/image" Target="../media/image17.png"/><Relationship Id="rId27" Type="http://schemas.openxmlformats.org/officeDocument/2006/relationships/slide" Target="slide15.xml"/></Relationships>
</file>

<file path=ppt/slides/_rels/slide15.xml.rels><?xml version="1.0" encoding="UTF-8" standalone="yes"?>
<Relationships xmlns="http://schemas.openxmlformats.org/package/2006/relationships"><Relationship Id="rId8" Type="http://schemas.openxmlformats.org/officeDocument/2006/relationships/image" Target="../media/image8.svg"/><Relationship Id="rId13" Type="http://schemas.openxmlformats.org/officeDocument/2006/relationships/image" Target="../media/image11.png"/><Relationship Id="rId18" Type="http://schemas.openxmlformats.org/officeDocument/2006/relationships/slide" Target="slide10.xml"/><Relationship Id="rId26" Type="http://schemas.openxmlformats.org/officeDocument/2006/relationships/image" Target="../media/image20.svg"/><Relationship Id="rId3" Type="http://schemas.openxmlformats.org/officeDocument/2006/relationships/image" Target="../media/image4.svg"/><Relationship Id="rId21" Type="http://schemas.openxmlformats.org/officeDocument/2006/relationships/slide" Target="slide14.xml"/><Relationship Id="rId7" Type="http://schemas.openxmlformats.org/officeDocument/2006/relationships/image" Target="../media/image7.png"/><Relationship Id="rId12" Type="http://schemas.openxmlformats.org/officeDocument/2006/relationships/slide" Target="slide13.xml"/><Relationship Id="rId17" Type="http://schemas.openxmlformats.org/officeDocument/2006/relationships/image" Target="../media/image14.svg"/><Relationship Id="rId25" Type="http://schemas.openxmlformats.org/officeDocument/2006/relationships/image" Target="../media/image19.png"/><Relationship Id="rId2" Type="http://schemas.openxmlformats.org/officeDocument/2006/relationships/image" Target="../media/image3.png"/><Relationship Id="rId16" Type="http://schemas.openxmlformats.org/officeDocument/2006/relationships/image" Target="../media/image13.png"/><Relationship Id="rId20" Type="http://schemas.openxmlformats.org/officeDocument/2006/relationships/image" Target="../media/image16.svg"/><Relationship Id="rId29" Type="http://schemas.openxmlformats.org/officeDocument/2006/relationships/image" Target="../media/image22.svg"/><Relationship Id="rId1" Type="http://schemas.openxmlformats.org/officeDocument/2006/relationships/slideLayout" Target="../slideLayouts/slideLayout12.xml"/><Relationship Id="rId6" Type="http://schemas.openxmlformats.org/officeDocument/2006/relationships/slide" Target="slide8.xml"/><Relationship Id="rId11" Type="http://schemas.openxmlformats.org/officeDocument/2006/relationships/image" Target="../media/image10.svg"/><Relationship Id="rId24" Type="http://schemas.openxmlformats.org/officeDocument/2006/relationships/slide" Target="slide9.xml"/><Relationship Id="rId5" Type="http://schemas.openxmlformats.org/officeDocument/2006/relationships/image" Target="../media/image6.svg"/><Relationship Id="rId15" Type="http://schemas.openxmlformats.org/officeDocument/2006/relationships/slide" Target="slide11.xml"/><Relationship Id="rId23" Type="http://schemas.openxmlformats.org/officeDocument/2006/relationships/image" Target="../media/image18.svg"/><Relationship Id="rId28" Type="http://schemas.openxmlformats.org/officeDocument/2006/relationships/image" Target="../media/image21.png"/><Relationship Id="rId10" Type="http://schemas.openxmlformats.org/officeDocument/2006/relationships/image" Target="../media/image9.png"/><Relationship Id="rId19" Type="http://schemas.openxmlformats.org/officeDocument/2006/relationships/image" Target="../media/image15.png"/><Relationship Id="rId4" Type="http://schemas.openxmlformats.org/officeDocument/2006/relationships/image" Target="../media/image5.png"/><Relationship Id="rId9" Type="http://schemas.openxmlformats.org/officeDocument/2006/relationships/slide" Target="slide12.xml"/><Relationship Id="rId14" Type="http://schemas.openxmlformats.org/officeDocument/2006/relationships/image" Target="../media/image12.svg"/><Relationship Id="rId22" Type="http://schemas.openxmlformats.org/officeDocument/2006/relationships/image" Target="../media/image17.png"/><Relationship Id="rId27" Type="http://schemas.openxmlformats.org/officeDocument/2006/relationships/slide" Target="slide15.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8.gif"/><Relationship Id="rId1" Type="http://schemas.openxmlformats.org/officeDocument/2006/relationships/slideLayout" Target="../slideLayouts/slideLayout1.xml"/><Relationship Id="rId4" Type="http://schemas.openxmlformats.org/officeDocument/2006/relationships/image" Target="../media/image2.sv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9.png"/><Relationship Id="rId1" Type="http://schemas.openxmlformats.org/officeDocument/2006/relationships/slideLayout" Target="../slideLayouts/slideLayout1.xml"/><Relationship Id="rId4" Type="http://schemas.openxmlformats.org/officeDocument/2006/relationships/image" Target="../media/image2.svg"/></Relationships>
</file>

<file path=ppt/slides/_rels/slide18.xml.rels><?xml version="1.0" encoding="UTF-8" standalone="yes"?>
<Relationships xmlns="http://schemas.openxmlformats.org/package/2006/relationships"><Relationship Id="rId8" Type="http://schemas.openxmlformats.org/officeDocument/2006/relationships/image" Target="../media/image2.svg"/><Relationship Id="rId3" Type="http://schemas.openxmlformats.org/officeDocument/2006/relationships/diagramLayout" Target="../diagrams/layout1.xml"/><Relationship Id="rId7" Type="http://schemas.openxmlformats.org/officeDocument/2006/relationships/image" Target="../media/image1.png"/><Relationship Id="rId2" Type="http://schemas.openxmlformats.org/officeDocument/2006/relationships/diagramData" Target="../diagrams/data1.xml"/><Relationship Id="rId1" Type="http://schemas.openxmlformats.org/officeDocument/2006/relationships/slideLayout" Target="../slideLayouts/slideLayout1.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9.xml.rels><?xml version="1.0" encoding="UTF-8" standalone="yes"?>
<Relationships xmlns="http://schemas.openxmlformats.org/package/2006/relationships"><Relationship Id="rId8" Type="http://schemas.openxmlformats.org/officeDocument/2006/relationships/image" Target="../media/image36.svg"/><Relationship Id="rId3" Type="http://schemas.openxmlformats.org/officeDocument/2006/relationships/image" Target="../media/image31.png"/><Relationship Id="rId7" Type="http://schemas.openxmlformats.org/officeDocument/2006/relationships/image" Target="../media/image35.png"/><Relationship Id="rId2" Type="http://schemas.openxmlformats.org/officeDocument/2006/relationships/image" Target="../media/image30.png"/><Relationship Id="rId1" Type="http://schemas.openxmlformats.org/officeDocument/2006/relationships/slideLayout" Target="../slideLayouts/slideLayout1.xml"/><Relationship Id="rId6" Type="http://schemas.openxmlformats.org/officeDocument/2006/relationships/image" Target="../media/image34.svg"/><Relationship Id="rId5" Type="http://schemas.openxmlformats.org/officeDocument/2006/relationships/image" Target="../media/image33.png"/><Relationship Id="rId10" Type="http://schemas.openxmlformats.org/officeDocument/2006/relationships/image" Target="../media/image2.svg"/><Relationship Id="rId4" Type="http://schemas.openxmlformats.org/officeDocument/2006/relationships/image" Target="../media/image32.svg"/><Relationship Id="rId9" Type="http://schemas.openxmlformats.org/officeDocument/2006/relationships/image" Target="../media/image1.png"/></Relationships>
</file>

<file path=ppt/slides/_rels/slide2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8" Type="http://schemas.openxmlformats.org/officeDocument/2006/relationships/image" Target="../media/image2.svg"/><Relationship Id="rId3" Type="http://schemas.openxmlformats.org/officeDocument/2006/relationships/diagramLayout" Target="../diagrams/layout2.xml"/><Relationship Id="rId7" Type="http://schemas.openxmlformats.org/officeDocument/2006/relationships/image" Target="../media/image1.png"/><Relationship Id="rId2" Type="http://schemas.openxmlformats.org/officeDocument/2006/relationships/diagramData" Target="../diagrams/data2.xml"/><Relationship Id="rId1" Type="http://schemas.openxmlformats.org/officeDocument/2006/relationships/slideLayout" Target="../slideLayouts/slideLayout1.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22.xml.rels><?xml version="1.0" encoding="UTF-8" standalone="yes"?>
<Relationships xmlns="http://schemas.openxmlformats.org/package/2006/relationships"><Relationship Id="rId3" Type="http://schemas.openxmlformats.org/officeDocument/2006/relationships/image" Target="../media/image36.svg"/><Relationship Id="rId7" Type="http://schemas.openxmlformats.org/officeDocument/2006/relationships/image" Target="../media/image2.svg"/><Relationship Id="rId2" Type="http://schemas.openxmlformats.org/officeDocument/2006/relationships/image" Target="../media/image35.png"/><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38.svg"/><Relationship Id="rId4" Type="http://schemas.openxmlformats.org/officeDocument/2006/relationships/image" Target="../media/image37.png"/></Relationships>
</file>

<file path=ppt/slides/_rels/slide23.xml.rels><?xml version="1.0" encoding="UTF-8" standalone="yes"?>
<Relationships xmlns="http://schemas.openxmlformats.org/package/2006/relationships"><Relationship Id="rId3" Type="http://schemas.openxmlformats.org/officeDocument/2006/relationships/image" Target="../media/image36.svg"/><Relationship Id="rId7" Type="http://schemas.openxmlformats.org/officeDocument/2006/relationships/image" Target="../media/image2.svg"/><Relationship Id="rId2" Type="http://schemas.openxmlformats.org/officeDocument/2006/relationships/image" Target="../media/image35.png"/><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38.svg"/><Relationship Id="rId4" Type="http://schemas.openxmlformats.org/officeDocument/2006/relationships/image" Target="../media/image37.png"/></Relationships>
</file>

<file path=ppt/slides/_rels/slide2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9.png"/><Relationship Id="rId1" Type="http://schemas.openxmlformats.org/officeDocument/2006/relationships/slideLayout" Target="../slideLayouts/slideLayout1.xml"/><Relationship Id="rId5" Type="http://schemas.openxmlformats.org/officeDocument/2006/relationships/image" Target="../media/image2.svg"/><Relationship Id="rId4" Type="http://schemas.openxmlformats.org/officeDocument/2006/relationships/image" Target="../media/image1.png"/></Relationships>
</file>

<file path=ppt/slides/_rels/slide2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8" Type="http://schemas.openxmlformats.org/officeDocument/2006/relationships/image" Target="../media/image46.png"/><Relationship Id="rId3" Type="http://schemas.openxmlformats.org/officeDocument/2006/relationships/image" Target="../media/image41.svg"/><Relationship Id="rId7" Type="http://schemas.openxmlformats.org/officeDocument/2006/relationships/image" Target="../media/image45.svg"/><Relationship Id="rId2" Type="http://schemas.openxmlformats.org/officeDocument/2006/relationships/image" Target="../media/image40.png"/><Relationship Id="rId1" Type="http://schemas.openxmlformats.org/officeDocument/2006/relationships/slideLayout" Target="../slideLayouts/slideLayout1.xml"/><Relationship Id="rId6" Type="http://schemas.openxmlformats.org/officeDocument/2006/relationships/image" Target="../media/image44.png"/><Relationship Id="rId11" Type="http://schemas.openxmlformats.org/officeDocument/2006/relationships/image" Target="../media/image2.svg"/><Relationship Id="rId5" Type="http://schemas.openxmlformats.org/officeDocument/2006/relationships/image" Target="../media/image43.svg"/><Relationship Id="rId10" Type="http://schemas.openxmlformats.org/officeDocument/2006/relationships/image" Target="../media/image1.png"/><Relationship Id="rId4" Type="http://schemas.openxmlformats.org/officeDocument/2006/relationships/image" Target="../media/image42.png"/><Relationship Id="rId9" Type="http://schemas.openxmlformats.org/officeDocument/2006/relationships/image" Target="../media/image47.svg"/></Relationships>
</file>

<file path=ppt/slides/_rels/slide28.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image" Target="../media/image49.svg"/><Relationship Id="rId7" Type="http://schemas.openxmlformats.org/officeDocument/2006/relationships/image" Target="../media/image47.svg"/><Relationship Id="rId2" Type="http://schemas.openxmlformats.org/officeDocument/2006/relationships/image" Target="../media/image48.png"/><Relationship Id="rId1" Type="http://schemas.openxmlformats.org/officeDocument/2006/relationships/slideLayout" Target="../slideLayouts/slideLayout1.xml"/><Relationship Id="rId6" Type="http://schemas.openxmlformats.org/officeDocument/2006/relationships/image" Target="../media/image46.png"/><Relationship Id="rId5" Type="http://schemas.openxmlformats.org/officeDocument/2006/relationships/image" Target="../media/image51.svg"/><Relationship Id="rId4" Type="http://schemas.openxmlformats.org/officeDocument/2006/relationships/image" Target="../media/image50.png"/><Relationship Id="rId9" Type="http://schemas.openxmlformats.org/officeDocument/2006/relationships/image" Target="../media/image2.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310147"/>
        </a:solidFill>
        <a:effectLst/>
      </p:bgPr>
    </p:bg>
    <p:spTree>
      <p:nvGrpSpPr>
        <p:cNvPr id="1" name=""/>
        <p:cNvGrpSpPr/>
        <p:nvPr/>
      </p:nvGrpSpPr>
      <p:grpSpPr>
        <a:xfrm>
          <a:off x="0" y="0"/>
          <a:ext cx="0" cy="0"/>
          <a:chOff x="0" y="0"/>
          <a:chExt cx="0" cy="0"/>
        </a:xfrm>
      </p:grpSpPr>
      <p:sp>
        <p:nvSpPr>
          <p:cNvPr id="8" name="Forme libre : forme 7">
            <a:extLst>
              <a:ext uri="{FF2B5EF4-FFF2-40B4-BE49-F238E27FC236}">
                <a16:creationId xmlns:a16="http://schemas.microsoft.com/office/drawing/2014/main" id="{D76CE248-90F3-3A8F-2880-07F5C158F758}"/>
              </a:ext>
            </a:extLst>
          </p:cNvPr>
          <p:cNvSpPr/>
          <p:nvPr/>
        </p:nvSpPr>
        <p:spPr>
          <a:xfrm>
            <a:off x="-7331164" y="0"/>
            <a:ext cx="11635405" cy="6858000"/>
          </a:xfrm>
          <a:custGeom>
            <a:avLst/>
            <a:gdLst>
              <a:gd name="connsiteX0" fmla="*/ 0 w 11635405"/>
              <a:gd name="connsiteY0" fmla="*/ 0 h 6858000"/>
              <a:gd name="connsiteX1" fmla="*/ 10946167 w 11635405"/>
              <a:gd name="connsiteY1" fmla="*/ 0 h 6858000"/>
              <a:gd name="connsiteX2" fmla="*/ 10946167 w 11635405"/>
              <a:gd name="connsiteY2" fmla="*/ 5185254 h 6858000"/>
              <a:gd name="connsiteX3" fmla="*/ 11488920 w 11635405"/>
              <a:gd name="connsiteY3" fmla="*/ 5185254 h 6858000"/>
              <a:gd name="connsiteX4" fmla="*/ 11635405 w 11635405"/>
              <a:gd name="connsiteY4" fmla="*/ 5331739 h 6858000"/>
              <a:gd name="connsiteX5" fmla="*/ 11635405 w 11635405"/>
              <a:gd name="connsiteY5" fmla="*/ 5917659 h 6858000"/>
              <a:gd name="connsiteX6" fmla="*/ 11488920 w 11635405"/>
              <a:gd name="connsiteY6" fmla="*/ 6064144 h 6858000"/>
              <a:gd name="connsiteX7" fmla="*/ 10946167 w 11635405"/>
              <a:gd name="connsiteY7" fmla="*/ 6064144 h 6858000"/>
              <a:gd name="connsiteX8" fmla="*/ 10946167 w 11635405"/>
              <a:gd name="connsiteY8" fmla="*/ 6858000 h 6858000"/>
              <a:gd name="connsiteX9" fmla="*/ 0 w 11635405"/>
              <a:gd name="connsiteY9"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635405" h="6858000">
                <a:moveTo>
                  <a:pt x="0" y="0"/>
                </a:moveTo>
                <a:lnTo>
                  <a:pt x="10946167" y="0"/>
                </a:lnTo>
                <a:lnTo>
                  <a:pt x="10946167" y="5185254"/>
                </a:lnTo>
                <a:lnTo>
                  <a:pt x="11488920" y="5185254"/>
                </a:lnTo>
                <a:cubicBezTo>
                  <a:pt x="11569821" y="5185254"/>
                  <a:pt x="11635405" y="5250838"/>
                  <a:pt x="11635405" y="5331739"/>
                </a:cubicBezTo>
                <a:lnTo>
                  <a:pt x="11635405" y="5917659"/>
                </a:lnTo>
                <a:cubicBezTo>
                  <a:pt x="11635405" y="5998560"/>
                  <a:pt x="11569821" y="6064144"/>
                  <a:pt x="11488920" y="6064144"/>
                </a:cubicBezTo>
                <a:lnTo>
                  <a:pt x="10946167" y="6064144"/>
                </a:lnTo>
                <a:lnTo>
                  <a:pt x="10946167" y="6858000"/>
                </a:lnTo>
                <a:lnTo>
                  <a:pt x="0" y="6858000"/>
                </a:lnTo>
                <a:close/>
              </a:path>
            </a:pathLst>
          </a:custGeom>
          <a:solidFill>
            <a:srgbClr val="E32199"/>
          </a:solidFill>
          <a:ln>
            <a:noFill/>
          </a:ln>
          <a:effectLst>
            <a:outerShdw blurRad="127000" dist="63500" algn="ctr" rotWithShape="0">
              <a:srgbClr val="000000">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9" name="Forme libre : forme 8">
            <a:extLst>
              <a:ext uri="{FF2B5EF4-FFF2-40B4-BE49-F238E27FC236}">
                <a16:creationId xmlns:a16="http://schemas.microsoft.com/office/drawing/2014/main" id="{661DC5EE-A416-631C-C0B1-1719EBAE8EB3}"/>
              </a:ext>
            </a:extLst>
          </p:cNvPr>
          <p:cNvSpPr/>
          <p:nvPr/>
        </p:nvSpPr>
        <p:spPr>
          <a:xfrm>
            <a:off x="-8211151" y="0"/>
            <a:ext cx="11635405" cy="6858000"/>
          </a:xfrm>
          <a:custGeom>
            <a:avLst/>
            <a:gdLst>
              <a:gd name="connsiteX0" fmla="*/ 0 w 11635405"/>
              <a:gd name="connsiteY0" fmla="*/ 0 h 6858000"/>
              <a:gd name="connsiteX1" fmla="*/ 10946167 w 11635405"/>
              <a:gd name="connsiteY1" fmla="*/ 0 h 6858000"/>
              <a:gd name="connsiteX2" fmla="*/ 10946167 w 11635405"/>
              <a:gd name="connsiteY2" fmla="*/ 3830345 h 6858000"/>
              <a:gd name="connsiteX3" fmla="*/ 11488920 w 11635405"/>
              <a:gd name="connsiteY3" fmla="*/ 3830345 h 6858000"/>
              <a:gd name="connsiteX4" fmla="*/ 11635405 w 11635405"/>
              <a:gd name="connsiteY4" fmla="*/ 3976830 h 6858000"/>
              <a:gd name="connsiteX5" fmla="*/ 11635405 w 11635405"/>
              <a:gd name="connsiteY5" fmla="*/ 4562750 h 6858000"/>
              <a:gd name="connsiteX6" fmla="*/ 11488920 w 11635405"/>
              <a:gd name="connsiteY6" fmla="*/ 4709235 h 6858000"/>
              <a:gd name="connsiteX7" fmla="*/ 10946167 w 11635405"/>
              <a:gd name="connsiteY7" fmla="*/ 4709235 h 6858000"/>
              <a:gd name="connsiteX8" fmla="*/ 10946167 w 11635405"/>
              <a:gd name="connsiteY8" fmla="*/ 6858000 h 6858000"/>
              <a:gd name="connsiteX9" fmla="*/ 0 w 11635405"/>
              <a:gd name="connsiteY9"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635405" h="6858000">
                <a:moveTo>
                  <a:pt x="0" y="0"/>
                </a:moveTo>
                <a:lnTo>
                  <a:pt x="10946167" y="0"/>
                </a:lnTo>
                <a:lnTo>
                  <a:pt x="10946167" y="3830345"/>
                </a:lnTo>
                <a:lnTo>
                  <a:pt x="11488920" y="3830345"/>
                </a:lnTo>
                <a:cubicBezTo>
                  <a:pt x="11569821" y="3830345"/>
                  <a:pt x="11635405" y="3895929"/>
                  <a:pt x="11635405" y="3976830"/>
                </a:cubicBezTo>
                <a:lnTo>
                  <a:pt x="11635405" y="4562750"/>
                </a:lnTo>
                <a:cubicBezTo>
                  <a:pt x="11635405" y="4643651"/>
                  <a:pt x="11569821" y="4709235"/>
                  <a:pt x="11488920" y="4709235"/>
                </a:cubicBezTo>
                <a:lnTo>
                  <a:pt x="10946167" y="4709235"/>
                </a:lnTo>
                <a:lnTo>
                  <a:pt x="10946167" y="6858000"/>
                </a:lnTo>
                <a:lnTo>
                  <a:pt x="0" y="6858000"/>
                </a:lnTo>
                <a:close/>
              </a:path>
            </a:pathLst>
          </a:custGeom>
          <a:solidFill>
            <a:srgbClr val="EF7DC4"/>
          </a:solidFill>
          <a:ln>
            <a:noFill/>
          </a:ln>
          <a:effectLst>
            <a:outerShdw blurRad="127000" dist="63500" algn="ctr" rotWithShape="0">
              <a:srgbClr val="000000">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10" name="Forme libre : forme 9">
            <a:extLst>
              <a:ext uri="{FF2B5EF4-FFF2-40B4-BE49-F238E27FC236}">
                <a16:creationId xmlns:a16="http://schemas.microsoft.com/office/drawing/2014/main" id="{0B12C12A-2906-C382-1118-42248FCD7819}"/>
              </a:ext>
            </a:extLst>
          </p:cNvPr>
          <p:cNvSpPr/>
          <p:nvPr/>
        </p:nvSpPr>
        <p:spPr>
          <a:xfrm>
            <a:off x="-9091138" y="0"/>
            <a:ext cx="11635405" cy="6858000"/>
          </a:xfrm>
          <a:custGeom>
            <a:avLst/>
            <a:gdLst>
              <a:gd name="connsiteX0" fmla="*/ 0 w 11635405"/>
              <a:gd name="connsiteY0" fmla="*/ 0 h 6858000"/>
              <a:gd name="connsiteX1" fmla="*/ 10946167 w 11635405"/>
              <a:gd name="connsiteY1" fmla="*/ 0 h 6858000"/>
              <a:gd name="connsiteX2" fmla="*/ 10946167 w 11635405"/>
              <a:gd name="connsiteY2" fmla="*/ 2475436 h 6858000"/>
              <a:gd name="connsiteX3" fmla="*/ 11488920 w 11635405"/>
              <a:gd name="connsiteY3" fmla="*/ 2475436 h 6858000"/>
              <a:gd name="connsiteX4" fmla="*/ 11635405 w 11635405"/>
              <a:gd name="connsiteY4" fmla="*/ 2621921 h 6858000"/>
              <a:gd name="connsiteX5" fmla="*/ 11635405 w 11635405"/>
              <a:gd name="connsiteY5" fmla="*/ 3207841 h 6858000"/>
              <a:gd name="connsiteX6" fmla="*/ 11488920 w 11635405"/>
              <a:gd name="connsiteY6" fmla="*/ 3354326 h 6858000"/>
              <a:gd name="connsiteX7" fmla="*/ 10946167 w 11635405"/>
              <a:gd name="connsiteY7" fmla="*/ 3354326 h 6858000"/>
              <a:gd name="connsiteX8" fmla="*/ 10946167 w 11635405"/>
              <a:gd name="connsiteY8" fmla="*/ 6858000 h 6858000"/>
              <a:gd name="connsiteX9" fmla="*/ 0 w 11635405"/>
              <a:gd name="connsiteY9"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635405" h="6858000">
                <a:moveTo>
                  <a:pt x="0" y="0"/>
                </a:moveTo>
                <a:lnTo>
                  <a:pt x="10946167" y="0"/>
                </a:lnTo>
                <a:lnTo>
                  <a:pt x="10946167" y="2475436"/>
                </a:lnTo>
                <a:lnTo>
                  <a:pt x="11488920" y="2475436"/>
                </a:lnTo>
                <a:cubicBezTo>
                  <a:pt x="11569821" y="2475436"/>
                  <a:pt x="11635405" y="2541020"/>
                  <a:pt x="11635405" y="2621921"/>
                </a:cubicBezTo>
                <a:lnTo>
                  <a:pt x="11635405" y="3207841"/>
                </a:lnTo>
                <a:cubicBezTo>
                  <a:pt x="11635405" y="3288742"/>
                  <a:pt x="11569821" y="3354326"/>
                  <a:pt x="11488920" y="3354326"/>
                </a:cubicBezTo>
                <a:lnTo>
                  <a:pt x="10946167" y="3354326"/>
                </a:lnTo>
                <a:lnTo>
                  <a:pt x="10946167" y="6858000"/>
                </a:lnTo>
                <a:lnTo>
                  <a:pt x="0" y="6858000"/>
                </a:lnTo>
                <a:close/>
              </a:path>
            </a:pathLst>
          </a:custGeom>
          <a:solidFill>
            <a:srgbClr val="F6B8DE"/>
          </a:solidFill>
          <a:ln>
            <a:noFill/>
          </a:ln>
          <a:effectLst>
            <a:outerShdw blurRad="127000" dist="63500" algn="ctr" rotWithShape="0">
              <a:srgbClr val="000000">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dirty="0"/>
          </a:p>
        </p:txBody>
      </p:sp>
      <p:sp>
        <p:nvSpPr>
          <p:cNvPr id="11" name="Forme libre : forme 10">
            <a:extLst>
              <a:ext uri="{FF2B5EF4-FFF2-40B4-BE49-F238E27FC236}">
                <a16:creationId xmlns:a16="http://schemas.microsoft.com/office/drawing/2014/main" id="{F1B92F30-1CE2-3DDD-8521-166E5E75062C}"/>
              </a:ext>
            </a:extLst>
          </p:cNvPr>
          <p:cNvSpPr/>
          <p:nvPr/>
        </p:nvSpPr>
        <p:spPr>
          <a:xfrm>
            <a:off x="-9971125" y="0"/>
            <a:ext cx="11635405" cy="6858000"/>
          </a:xfrm>
          <a:custGeom>
            <a:avLst/>
            <a:gdLst>
              <a:gd name="connsiteX0" fmla="*/ 0 w 11635405"/>
              <a:gd name="connsiteY0" fmla="*/ 0 h 6858000"/>
              <a:gd name="connsiteX1" fmla="*/ 10946167 w 11635405"/>
              <a:gd name="connsiteY1" fmla="*/ 0 h 6858000"/>
              <a:gd name="connsiteX2" fmla="*/ 10946167 w 11635405"/>
              <a:gd name="connsiteY2" fmla="*/ 1120527 h 6858000"/>
              <a:gd name="connsiteX3" fmla="*/ 11488920 w 11635405"/>
              <a:gd name="connsiteY3" fmla="*/ 1120527 h 6858000"/>
              <a:gd name="connsiteX4" fmla="*/ 11635405 w 11635405"/>
              <a:gd name="connsiteY4" fmla="*/ 1267012 h 6858000"/>
              <a:gd name="connsiteX5" fmla="*/ 11635405 w 11635405"/>
              <a:gd name="connsiteY5" fmla="*/ 1852932 h 6858000"/>
              <a:gd name="connsiteX6" fmla="*/ 11488920 w 11635405"/>
              <a:gd name="connsiteY6" fmla="*/ 1999417 h 6858000"/>
              <a:gd name="connsiteX7" fmla="*/ 10946167 w 11635405"/>
              <a:gd name="connsiteY7" fmla="*/ 1999417 h 6858000"/>
              <a:gd name="connsiteX8" fmla="*/ 10946167 w 11635405"/>
              <a:gd name="connsiteY8" fmla="*/ 6858000 h 6858000"/>
              <a:gd name="connsiteX9" fmla="*/ 0 w 11635405"/>
              <a:gd name="connsiteY9"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635405" h="6858000">
                <a:moveTo>
                  <a:pt x="0" y="0"/>
                </a:moveTo>
                <a:lnTo>
                  <a:pt x="10946167" y="0"/>
                </a:lnTo>
                <a:lnTo>
                  <a:pt x="10946167" y="1120527"/>
                </a:lnTo>
                <a:lnTo>
                  <a:pt x="11488920" y="1120527"/>
                </a:lnTo>
                <a:cubicBezTo>
                  <a:pt x="11569821" y="1120527"/>
                  <a:pt x="11635405" y="1186111"/>
                  <a:pt x="11635405" y="1267012"/>
                </a:cubicBezTo>
                <a:lnTo>
                  <a:pt x="11635405" y="1852932"/>
                </a:lnTo>
                <a:cubicBezTo>
                  <a:pt x="11635405" y="1933833"/>
                  <a:pt x="11569821" y="1999417"/>
                  <a:pt x="11488920" y="1999417"/>
                </a:cubicBezTo>
                <a:lnTo>
                  <a:pt x="10946167" y="1999417"/>
                </a:lnTo>
                <a:lnTo>
                  <a:pt x="10946167" y="6858000"/>
                </a:lnTo>
                <a:lnTo>
                  <a:pt x="0" y="6858000"/>
                </a:lnTo>
                <a:close/>
              </a:path>
            </a:pathLst>
          </a:custGeom>
          <a:solidFill>
            <a:srgbClr val="FBE1F1"/>
          </a:solidFill>
          <a:ln>
            <a:noFill/>
          </a:ln>
          <a:effectLst>
            <a:outerShdw blurRad="127000" dist="508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12" name="ZoneTexte 11">
            <a:extLst>
              <a:ext uri="{FF2B5EF4-FFF2-40B4-BE49-F238E27FC236}">
                <a16:creationId xmlns:a16="http://schemas.microsoft.com/office/drawing/2014/main" id="{885D801B-3BAF-C6CD-E2D2-A2D58E6519D3}"/>
              </a:ext>
            </a:extLst>
          </p:cNvPr>
          <p:cNvSpPr txBox="1"/>
          <p:nvPr/>
        </p:nvSpPr>
        <p:spPr>
          <a:xfrm>
            <a:off x="3810459" y="3203300"/>
            <a:ext cx="8154604" cy="1569660"/>
          </a:xfrm>
          <a:prstGeom prst="rect">
            <a:avLst/>
          </a:prstGeom>
          <a:noFill/>
        </p:spPr>
        <p:txBody>
          <a:bodyPr wrap="square" rtlCol="0">
            <a:spAutoFit/>
          </a:bodyPr>
          <a:lstStyle/>
          <a:p>
            <a:r>
              <a:rPr lang="fr-FR" sz="9600" dirty="0">
                <a:solidFill>
                  <a:schemeClr val="bg1"/>
                </a:solidFill>
                <a:latin typeface="Bebas Neue" panose="020B0606020202050201" pitchFamily="34" charset="0"/>
              </a:rPr>
              <a:t>INTERSECTIONALISME</a:t>
            </a:r>
          </a:p>
        </p:txBody>
      </p:sp>
      <p:sp>
        <p:nvSpPr>
          <p:cNvPr id="13" name="ZoneTexte 12">
            <a:extLst>
              <a:ext uri="{FF2B5EF4-FFF2-40B4-BE49-F238E27FC236}">
                <a16:creationId xmlns:a16="http://schemas.microsoft.com/office/drawing/2014/main" id="{303B4F79-119E-A2E1-4DBD-1DA638B5C838}"/>
              </a:ext>
            </a:extLst>
          </p:cNvPr>
          <p:cNvSpPr txBox="1"/>
          <p:nvPr/>
        </p:nvSpPr>
        <p:spPr>
          <a:xfrm rot="21396052">
            <a:off x="5400034" y="2390362"/>
            <a:ext cx="6527887" cy="1446550"/>
          </a:xfrm>
          <a:prstGeom prst="rect">
            <a:avLst/>
          </a:prstGeom>
          <a:noFill/>
        </p:spPr>
        <p:txBody>
          <a:bodyPr wrap="square" rtlCol="0">
            <a:spAutoFit/>
          </a:bodyPr>
          <a:lstStyle/>
          <a:p>
            <a:r>
              <a:rPr lang="fr-FR" sz="8800" dirty="0">
                <a:solidFill>
                  <a:srgbClr val="E32199"/>
                </a:solidFill>
                <a:effectLst>
                  <a:outerShdw blurRad="50800" dist="38100" dir="2700000" algn="tl" rotWithShape="0">
                    <a:prstClr val="black">
                      <a:alpha val="40000"/>
                    </a:prstClr>
                  </a:outerShdw>
                </a:effectLst>
                <a:latin typeface="Brush Script MT" panose="03060802040406070304" pitchFamily="66" charset="0"/>
              </a:rPr>
              <a:t>Trans-inclusivité</a:t>
            </a:r>
          </a:p>
        </p:txBody>
      </p:sp>
      <p:sp>
        <p:nvSpPr>
          <p:cNvPr id="14" name="ZoneTexte 13">
            <a:extLst>
              <a:ext uri="{FF2B5EF4-FFF2-40B4-BE49-F238E27FC236}">
                <a16:creationId xmlns:a16="http://schemas.microsoft.com/office/drawing/2014/main" id="{E18374AD-D646-2148-91ED-F0D35997EA3D}"/>
              </a:ext>
            </a:extLst>
          </p:cNvPr>
          <p:cNvSpPr txBox="1"/>
          <p:nvPr/>
        </p:nvSpPr>
        <p:spPr>
          <a:xfrm>
            <a:off x="7580885" y="2956557"/>
            <a:ext cx="613751" cy="1200329"/>
          </a:xfrm>
          <a:prstGeom prst="rect">
            <a:avLst/>
          </a:prstGeom>
          <a:noFill/>
        </p:spPr>
        <p:txBody>
          <a:bodyPr wrap="square" rtlCol="0">
            <a:spAutoFit/>
          </a:bodyPr>
          <a:lstStyle/>
          <a:p>
            <a:r>
              <a:rPr lang="fr-FR" sz="7200" dirty="0">
                <a:solidFill>
                  <a:srgbClr val="FFFF00"/>
                </a:solidFill>
                <a:effectLst>
                  <a:outerShdw blurRad="50800" dist="38100" dir="2700000" algn="tl" rotWithShape="0">
                    <a:prstClr val="black">
                      <a:alpha val="40000"/>
                    </a:prstClr>
                  </a:outerShdw>
                </a:effectLst>
                <a:latin typeface="Brush Script MT" panose="03060802040406070304" pitchFamily="66" charset="0"/>
              </a:rPr>
              <a:t>&amp;</a:t>
            </a:r>
          </a:p>
        </p:txBody>
      </p:sp>
      <p:sp>
        <p:nvSpPr>
          <p:cNvPr id="15" name="ZoneTexte 14">
            <a:extLst>
              <a:ext uri="{FF2B5EF4-FFF2-40B4-BE49-F238E27FC236}">
                <a16:creationId xmlns:a16="http://schemas.microsoft.com/office/drawing/2014/main" id="{A23C2217-B184-5A6A-EE96-F455496C358B}"/>
              </a:ext>
            </a:extLst>
          </p:cNvPr>
          <p:cNvSpPr txBox="1"/>
          <p:nvPr/>
        </p:nvSpPr>
        <p:spPr>
          <a:xfrm>
            <a:off x="3742853" y="5093989"/>
            <a:ext cx="643555" cy="1107996"/>
          </a:xfrm>
          <a:prstGeom prst="rect">
            <a:avLst/>
          </a:prstGeom>
          <a:noFill/>
        </p:spPr>
        <p:txBody>
          <a:bodyPr wrap="square" rtlCol="0">
            <a:spAutoFit/>
          </a:bodyPr>
          <a:lstStyle/>
          <a:p>
            <a:r>
              <a:rPr lang="fr-FR" sz="6600" b="1" dirty="0">
                <a:solidFill>
                  <a:srgbClr val="310147"/>
                </a:solidFill>
                <a:latin typeface="Montserrat" panose="00000500000000000000" pitchFamily="2" charset="0"/>
              </a:rPr>
              <a:t>1</a:t>
            </a:r>
          </a:p>
        </p:txBody>
      </p:sp>
      <p:sp>
        <p:nvSpPr>
          <p:cNvPr id="16" name="ZoneTexte 15">
            <a:extLst>
              <a:ext uri="{FF2B5EF4-FFF2-40B4-BE49-F238E27FC236}">
                <a16:creationId xmlns:a16="http://schemas.microsoft.com/office/drawing/2014/main" id="{30E5F59C-E38C-02A7-0712-F6EEA10292E9}"/>
              </a:ext>
            </a:extLst>
          </p:cNvPr>
          <p:cNvSpPr txBox="1"/>
          <p:nvPr/>
        </p:nvSpPr>
        <p:spPr>
          <a:xfrm>
            <a:off x="2726910" y="3733382"/>
            <a:ext cx="643555" cy="1107996"/>
          </a:xfrm>
          <a:prstGeom prst="rect">
            <a:avLst/>
          </a:prstGeom>
          <a:noFill/>
        </p:spPr>
        <p:txBody>
          <a:bodyPr wrap="square" rtlCol="0">
            <a:spAutoFit/>
          </a:bodyPr>
          <a:lstStyle/>
          <a:p>
            <a:r>
              <a:rPr lang="fr-FR" sz="6600" b="1" dirty="0">
                <a:solidFill>
                  <a:srgbClr val="E32199"/>
                </a:solidFill>
                <a:latin typeface="Montserrat" panose="00000500000000000000" pitchFamily="2" charset="0"/>
              </a:rPr>
              <a:t>2</a:t>
            </a:r>
          </a:p>
        </p:txBody>
      </p:sp>
      <p:sp>
        <p:nvSpPr>
          <p:cNvPr id="17" name="ZoneTexte 16">
            <a:extLst>
              <a:ext uri="{FF2B5EF4-FFF2-40B4-BE49-F238E27FC236}">
                <a16:creationId xmlns:a16="http://schemas.microsoft.com/office/drawing/2014/main" id="{CD8D4AF0-C97A-A0C5-889C-13388A68CE4F}"/>
              </a:ext>
            </a:extLst>
          </p:cNvPr>
          <p:cNvSpPr txBox="1"/>
          <p:nvPr/>
        </p:nvSpPr>
        <p:spPr>
          <a:xfrm>
            <a:off x="1871828" y="2402559"/>
            <a:ext cx="643555" cy="1107996"/>
          </a:xfrm>
          <a:prstGeom prst="rect">
            <a:avLst/>
          </a:prstGeom>
          <a:noFill/>
        </p:spPr>
        <p:txBody>
          <a:bodyPr wrap="square" rtlCol="0">
            <a:spAutoFit/>
          </a:bodyPr>
          <a:lstStyle/>
          <a:p>
            <a:r>
              <a:rPr lang="fr-FR" sz="6600" b="1" dirty="0">
                <a:solidFill>
                  <a:srgbClr val="EF7DC4"/>
                </a:solidFill>
                <a:latin typeface="Montserrat" panose="00000500000000000000" pitchFamily="2" charset="0"/>
              </a:rPr>
              <a:t>3</a:t>
            </a:r>
          </a:p>
        </p:txBody>
      </p:sp>
      <p:sp>
        <p:nvSpPr>
          <p:cNvPr id="18" name="ZoneTexte 17">
            <a:extLst>
              <a:ext uri="{FF2B5EF4-FFF2-40B4-BE49-F238E27FC236}">
                <a16:creationId xmlns:a16="http://schemas.microsoft.com/office/drawing/2014/main" id="{27C1A958-F384-D863-EB9B-3996F7DB3CFD}"/>
              </a:ext>
            </a:extLst>
          </p:cNvPr>
          <p:cNvSpPr txBox="1"/>
          <p:nvPr/>
        </p:nvSpPr>
        <p:spPr>
          <a:xfrm>
            <a:off x="892050" y="1017342"/>
            <a:ext cx="643555" cy="1107996"/>
          </a:xfrm>
          <a:prstGeom prst="rect">
            <a:avLst/>
          </a:prstGeom>
          <a:noFill/>
        </p:spPr>
        <p:txBody>
          <a:bodyPr wrap="square" rtlCol="0">
            <a:spAutoFit/>
          </a:bodyPr>
          <a:lstStyle/>
          <a:p>
            <a:r>
              <a:rPr lang="fr-FR" sz="6600" b="1" dirty="0">
                <a:solidFill>
                  <a:srgbClr val="F6B8DE"/>
                </a:solidFill>
                <a:latin typeface="Montserrat" panose="00000500000000000000" pitchFamily="2" charset="0"/>
              </a:rPr>
              <a:t>4</a:t>
            </a:r>
          </a:p>
        </p:txBody>
      </p:sp>
      <p:pic>
        <p:nvPicPr>
          <p:cNvPr id="4" name="Caméra 3">
            <a:extLst>
              <a:ext uri="{FF2B5EF4-FFF2-40B4-BE49-F238E27FC236}">
                <a16:creationId xmlns:a16="http://schemas.microsoft.com/office/drawing/2014/main" id="{1C28C034-FDE1-D94E-00C7-8FB4E67B74D2}"/>
              </a:ext>
            </a:extLst>
          </p:cNvPr>
          <p:cNvPicPr>
            <a:picLocks noChangeAspect="1"/>
            <a:extLst>
              <a:ext uri="{51228E76-BA90-4043-B771-695A4F85340A}">
                <alf:liveFeedProps xmlns:alf="http://schemas.microsoft.com/office/drawing/2021/livefeed"/>
              </a:ext>
            </a:extLst>
          </p:cNvPicPr>
          <p:nvPr/>
        </p:nvPicPr>
        <p:blipFill>
          <a:blip r:embed="rId2">
            <a:extLst>
              <a:ext uri="{96DAC541-7B7A-43D3-8B79-37D633B846F1}">
                <asvg:svgBlip xmlns:asvg="http://schemas.microsoft.com/office/drawing/2016/SVG/main" r:embed="rId3"/>
              </a:ext>
            </a:extLst>
          </a:blip>
          <a:stretch>
            <a:fillRect/>
          </a:stretch>
        </p:blipFill>
        <p:spPr>
          <a:xfrm>
            <a:off x="10895685" y="5668780"/>
            <a:ext cx="1124680" cy="1124680"/>
          </a:xfrm>
          <a:prstGeom prst="ellipse">
            <a:avLst/>
          </a:prstGeom>
          <a:ln w="19050" cap="rnd">
            <a:solidFill>
              <a:srgbClr val="404040"/>
            </a:solidFill>
          </a:ln>
          <a:effectLst/>
        </p:spPr>
      </p:pic>
    </p:spTree>
    <p:extLst>
      <p:ext uri="{BB962C8B-B14F-4D97-AF65-F5344CB8AC3E}">
        <p14:creationId xmlns:p14="http://schemas.microsoft.com/office/powerpoint/2010/main" val="26734652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310147"/>
        </a:solidFill>
        <a:effectLst/>
      </p:bgPr>
    </p:bg>
    <p:spTree>
      <p:nvGrpSpPr>
        <p:cNvPr id="1" name=""/>
        <p:cNvGrpSpPr/>
        <p:nvPr/>
      </p:nvGrpSpPr>
      <p:grpSpPr>
        <a:xfrm>
          <a:off x="0" y="0"/>
          <a:ext cx="0" cy="0"/>
          <a:chOff x="0" y="0"/>
          <a:chExt cx="0" cy="0"/>
        </a:xfrm>
      </p:grpSpPr>
      <p:sp>
        <p:nvSpPr>
          <p:cNvPr id="8" name="Forme libre : forme 7">
            <a:extLst>
              <a:ext uri="{FF2B5EF4-FFF2-40B4-BE49-F238E27FC236}">
                <a16:creationId xmlns:a16="http://schemas.microsoft.com/office/drawing/2014/main" id="{D76CE248-90F3-3A8F-2880-07F5C158F758}"/>
              </a:ext>
            </a:extLst>
          </p:cNvPr>
          <p:cNvSpPr/>
          <p:nvPr/>
        </p:nvSpPr>
        <p:spPr>
          <a:xfrm>
            <a:off x="0" y="0"/>
            <a:ext cx="11635405" cy="6858000"/>
          </a:xfrm>
          <a:custGeom>
            <a:avLst/>
            <a:gdLst>
              <a:gd name="connsiteX0" fmla="*/ 0 w 11635405"/>
              <a:gd name="connsiteY0" fmla="*/ 0 h 6858000"/>
              <a:gd name="connsiteX1" fmla="*/ 10946167 w 11635405"/>
              <a:gd name="connsiteY1" fmla="*/ 0 h 6858000"/>
              <a:gd name="connsiteX2" fmla="*/ 10946167 w 11635405"/>
              <a:gd name="connsiteY2" fmla="*/ 5185254 h 6858000"/>
              <a:gd name="connsiteX3" fmla="*/ 11488920 w 11635405"/>
              <a:gd name="connsiteY3" fmla="*/ 5185254 h 6858000"/>
              <a:gd name="connsiteX4" fmla="*/ 11635405 w 11635405"/>
              <a:gd name="connsiteY4" fmla="*/ 5331739 h 6858000"/>
              <a:gd name="connsiteX5" fmla="*/ 11635405 w 11635405"/>
              <a:gd name="connsiteY5" fmla="*/ 5917659 h 6858000"/>
              <a:gd name="connsiteX6" fmla="*/ 11488920 w 11635405"/>
              <a:gd name="connsiteY6" fmla="*/ 6064144 h 6858000"/>
              <a:gd name="connsiteX7" fmla="*/ 10946167 w 11635405"/>
              <a:gd name="connsiteY7" fmla="*/ 6064144 h 6858000"/>
              <a:gd name="connsiteX8" fmla="*/ 10946167 w 11635405"/>
              <a:gd name="connsiteY8" fmla="*/ 6858000 h 6858000"/>
              <a:gd name="connsiteX9" fmla="*/ 0 w 11635405"/>
              <a:gd name="connsiteY9"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635405" h="6858000">
                <a:moveTo>
                  <a:pt x="0" y="0"/>
                </a:moveTo>
                <a:lnTo>
                  <a:pt x="10946167" y="0"/>
                </a:lnTo>
                <a:lnTo>
                  <a:pt x="10946167" y="5185254"/>
                </a:lnTo>
                <a:lnTo>
                  <a:pt x="11488920" y="5185254"/>
                </a:lnTo>
                <a:cubicBezTo>
                  <a:pt x="11569821" y="5185254"/>
                  <a:pt x="11635405" y="5250838"/>
                  <a:pt x="11635405" y="5331739"/>
                </a:cubicBezTo>
                <a:lnTo>
                  <a:pt x="11635405" y="5917659"/>
                </a:lnTo>
                <a:cubicBezTo>
                  <a:pt x="11635405" y="5998560"/>
                  <a:pt x="11569821" y="6064144"/>
                  <a:pt x="11488920" y="6064144"/>
                </a:cubicBezTo>
                <a:lnTo>
                  <a:pt x="10946167" y="6064144"/>
                </a:lnTo>
                <a:lnTo>
                  <a:pt x="10946167" y="6858000"/>
                </a:lnTo>
                <a:lnTo>
                  <a:pt x="0" y="6858000"/>
                </a:lnTo>
                <a:close/>
              </a:path>
            </a:pathLst>
          </a:custGeom>
          <a:solidFill>
            <a:srgbClr val="E32199"/>
          </a:solidFill>
          <a:ln>
            <a:noFill/>
          </a:ln>
          <a:effectLst>
            <a:outerShdw blurRad="127000" dist="63500" algn="ctr" rotWithShape="0">
              <a:srgbClr val="000000">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2" name="ZoneTexte 1">
            <a:extLst>
              <a:ext uri="{FF2B5EF4-FFF2-40B4-BE49-F238E27FC236}">
                <a16:creationId xmlns:a16="http://schemas.microsoft.com/office/drawing/2014/main" id="{9144DC8D-88B8-1A14-2F23-030319CF10C6}"/>
              </a:ext>
            </a:extLst>
          </p:cNvPr>
          <p:cNvSpPr txBox="1"/>
          <p:nvPr/>
        </p:nvSpPr>
        <p:spPr>
          <a:xfrm>
            <a:off x="412750" y="1925905"/>
            <a:ext cx="9493250" cy="4524315"/>
          </a:xfrm>
          <a:prstGeom prst="rect">
            <a:avLst/>
          </a:prstGeom>
          <a:noFill/>
        </p:spPr>
        <p:txBody>
          <a:bodyPr wrap="square">
            <a:spAutoFit/>
          </a:bodyPr>
          <a:lstStyle/>
          <a:p>
            <a:pPr algn="just"/>
            <a:r>
              <a:rPr lang="fr-FR" sz="2400" b="0" i="0" dirty="0">
                <a:solidFill>
                  <a:schemeClr val="bg1"/>
                </a:solidFill>
                <a:effectLst>
                  <a:outerShdw blurRad="50800" dist="38100" algn="l" rotWithShape="0">
                    <a:prstClr val="black">
                      <a:alpha val="40000"/>
                    </a:prstClr>
                  </a:outerShdw>
                </a:effectLst>
                <a:latin typeface="Roboto" panose="02000000000000000000" pitchFamily="2" charset="0"/>
              </a:rPr>
              <a:t>Au mois d’août, le Planning familial a lancé </a:t>
            </a:r>
            <a:r>
              <a:rPr lang="fr-FR" sz="2400" b="1" i="0" dirty="0">
                <a:solidFill>
                  <a:schemeClr val="bg1"/>
                </a:solidFill>
                <a:effectLst>
                  <a:outerShdw blurRad="50800" dist="38100" algn="l" rotWithShape="0">
                    <a:prstClr val="black">
                      <a:alpha val="40000"/>
                    </a:prstClr>
                  </a:outerShdw>
                </a:effectLst>
                <a:latin typeface="Roboto" panose="02000000000000000000" pitchFamily="2" charset="0"/>
              </a:rPr>
              <a:t>une campagne de communication incluant les personnes trans dans la question de la grossesse</a:t>
            </a:r>
            <a:r>
              <a:rPr lang="fr-FR" sz="2400" b="0" i="0" dirty="0">
                <a:solidFill>
                  <a:schemeClr val="bg1"/>
                </a:solidFill>
                <a:effectLst>
                  <a:outerShdw blurRad="50800" dist="38100" algn="l" rotWithShape="0">
                    <a:prstClr val="black">
                      <a:alpha val="40000"/>
                    </a:prstClr>
                  </a:outerShdw>
                </a:effectLst>
                <a:latin typeface="Roboto" panose="02000000000000000000" pitchFamily="2" charset="0"/>
              </a:rPr>
              <a:t>. Leur slogan annonçait : </a:t>
            </a:r>
            <a:r>
              <a:rPr lang="fr-FR" sz="2400" b="0" i="1" dirty="0">
                <a:solidFill>
                  <a:schemeClr val="bg1"/>
                </a:solidFill>
                <a:effectLst>
                  <a:outerShdw blurRad="50800" dist="38100" algn="l" rotWithShape="0">
                    <a:prstClr val="black">
                      <a:alpha val="40000"/>
                    </a:prstClr>
                  </a:outerShdw>
                </a:effectLst>
                <a:latin typeface="Roboto" panose="02000000000000000000" pitchFamily="2" charset="0"/>
              </a:rPr>
              <a:t>« Au Planning, les hommes aussi peuvent être enceints »</a:t>
            </a:r>
            <a:r>
              <a:rPr lang="fr-FR" sz="2400" b="0" i="0" dirty="0">
                <a:solidFill>
                  <a:schemeClr val="bg1"/>
                </a:solidFill>
                <a:effectLst>
                  <a:outerShdw blurRad="50800" dist="38100" algn="l" rotWithShape="0">
                    <a:prstClr val="black">
                      <a:alpha val="40000"/>
                    </a:prstClr>
                  </a:outerShdw>
                </a:effectLst>
                <a:latin typeface="Roboto" panose="02000000000000000000" pitchFamily="2" charset="0"/>
              </a:rPr>
              <a:t>. Le dessin utilisé était un </a:t>
            </a:r>
            <a:r>
              <a:rPr lang="fr-FR" sz="2400" b="0" i="0" u="none" strike="noStrike" dirty="0">
                <a:solidFill>
                  <a:schemeClr val="bg1"/>
                </a:solidFill>
                <a:effectLst>
                  <a:outerShdw blurRad="50800" dist="38100" algn="l" rotWithShape="0">
                    <a:prstClr val="black">
                      <a:alpha val="40000"/>
                    </a:prstClr>
                  </a:outerShdw>
                </a:effectLst>
                <a:latin typeface="Roboto" panose="02000000000000000000" pitchFamily="2" charset="0"/>
                <a:hlinkClick r:id="rId2">
                  <a:extLst>
                    <a:ext uri="{A12FA001-AC4F-418D-AE19-62706E023703}">
                      <ahyp:hlinkClr xmlns:ahyp="http://schemas.microsoft.com/office/drawing/2018/hyperlinkcolor" val="tx"/>
                    </a:ext>
                  </a:extLst>
                </a:hlinkClick>
              </a:rPr>
              <a:t>homme trans enceint</a:t>
            </a:r>
            <a:r>
              <a:rPr lang="fr-FR" sz="2400" b="0" i="0" dirty="0">
                <a:solidFill>
                  <a:schemeClr val="bg1"/>
                </a:solidFill>
                <a:effectLst>
                  <a:outerShdw blurRad="50800" dist="38100" algn="l" rotWithShape="0">
                    <a:prstClr val="black">
                      <a:alpha val="40000"/>
                    </a:prstClr>
                  </a:outerShdw>
                </a:effectLst>
                <a:latin typeface="Roboto" panose="02000000000000000000" pitchFamily="2" charset="0"/>
              </a:rPr>
              <a:t>. Cette </a:t>
            </a:r>
            <a:r>
              <a:rPr lang="fr-FR" sz="2400" b="1" i="0" dirty="0">
                <a:solidFill>
                  <a:schemeClr val="bg1"/>
                </a:solidFill>
                <a:effectLst>
                  <a:outerShdw blurRad="50800" dist="38100" algn="l" rotWithShape="0">
                    <a:prstClr val="black">
                      <a:alpha val="40000"/>
                    </a:prstClr>
                  </a:outerShdw>
                </a:effectLst>
                <a:latin typeface="Roboto" panose="02000000000000000000" pitchFamily="2" charset="0"/>
              </a:rPr>
              <a:t>inclusion a relancé le débat de la place des personnes trans dans les mouvements féministes</a:t>
            </a:r>
            <a:r>
              <a:rPr lang="fr-FR" sz="2400" b="0" i="0" dirty="0">
                <a:solidFill>
                  <a:schemeClr val="bg1"/>
                </a:solidFill>
                <a:effectLst>
                  <a:outerShdw blurRad="50800" dist="38100" algn="l" rotWithShape="0">
                    <a:prstClr val="black">
                      <a:alpha val="40000"/>
                    </a:prstClr>
                  </a:outerShdw>
                </a:effectLst>
                <a:latin typeface="Roboto" panose="02000000000000000000" pitchFamily="2" charset="0"/>
              </a:rPr>
              <a:t> en France. C’est surtout sur les réseaux sociaux que déferlent les commentaires des militantes. Ils peuvent être très violents. Pour certaines femmes et quelques personnalités d’extrême-droite, cette campagne </a:t>
            </a:r>
            <a:r>
              <a:rPr lang="fr-FR" sz="2400" b="1" i="0" dirty="0">
                <a:solidFill>
                  <a:schemeClr val="bg1"/>
                </a:solidFill>
                <a:effectLst>
                  <a:outerShdw blurRad="50800" dist="38100" algn="l" rotWithShape="0">
                    <a:prstClr val="black">
                      <a:alpha val="40000"/>
                    </a:prstClr>
                  </a:outerShdw>
                </a:effectLst>
                <a:latin typeface="Roboto" panose="02000000000000000000" pitchFamily="2" charset="0"/>
              </a:rPr>
              <a:t>promeut une dangereuse « théorie de genre »</a:t>
            </a:r>
            <a:r>
              <a:rPr lang="fr-FR" sz="2400" b="0" i="0" dirty="0">
                <a:solidFill>
                  <a:schemeClr val="bg1"/>
                </a:solidFill>
                <a:effectLst>
                  <a:outerShdw blurRad="50800" dist="38100" algn="l" rotWithShape="0">
                    <a:prstClr val="black">
                      <a:alpha val="40000"/>
                    </a:prstClr>
                  </a:outerShdw>
                </a:effectLst>
                <a:latin typeface="Roboto" panose="02000000000000000000" pitchFamily="2" charset="0"/>
              </a:rPr>
              <a:t>. Pour d’autres, il est question d’</a:t>
            </a:r>
            <a:r>
              <a:rPr lang="fr-FR" sz="2400" b="1" i="0" dirty="0">
                <a:solidFill>
                  <a:schemeClr val="bg1"/>
                </a:solidFill>
                <a:effectLst>
                  <a:outerShdw blurRad="50800" dist="38100" algn="l" rotWithShape="0">
                    <a:prstClr val="black">
                      <a:alpha val="40000"/>
                    </a:prstClr>
                  </a:outerShdw>
                </a:effectLst>
                <a:latin typeface="Roboto" panose="02000000000000000000" pitchFamily="2" charset="0"/>
              </a:rPr>
              <a:t>inclure toutes les personnes ayant un utérus dans l’accès aux soins</a:t>
            </a:r>
            <a:r>
              <a:rPr lang="fr-FR" sz="2400" b="0" i="0" dirty="0">
                <a:solidFill>
                  <a:schemeClr val="bg1"/>
                </a:solidFill>
                <a:effectLst>
                  <a:outerShdw blurRad="50800" dist="38100" algn="l" rotWithShape="0">
                    <a:prstClr val="black">
                      <a:alpha val="40000"/>
                    </a:prstClr>
                  </a:outerShdw>
                </a:effectLst>
                <a:latin typeface="Roboto" panose="02000000000000000000" pitchFamily="2" charset="0"/>
              </a:rPr>
              <a:t>, sans que l’on vienne débattre de leur identité.</a:t>
            </a:r>
          </a:p>
        </p:txBody>
      </p:sp>
      <p:sp>
        <p:nvSpPr>
          <p:cNvPr id="3" name="ZoneTexte 2">
            <a:extLst>
              <a:ext uri="{FF2B5EF4-FFF2-40B4-BE49-F238E27FC236}">
                <a16:creationId xmlns:a16="http://schemas.microsoft.com/office/drawing/2014/main" id="{463FB4B0-CCAC-E634-287C-CAE9BD4BDD16}"/>
              </a:ext>
            </a:extLst>
          </p:cNvPr>
          <p:cNvSpPr txBox="1"/>
          <p:nvPr/>
        </p:nvSpPr>
        <p:spPr>
          <a:xfrm>
            <a:off x="11049000" y="5057775"/>
            <a:ext cx="643555" cy="1107996"/>
          </a:xfrm>
          <a:prstGeom prst="rect">
            <a:avLst/>
          </a:prstGeom>
          <a:noFill/>
        </p:spPr>
        <p:txBody>
          <a:bodyPr wrap="square" rtlCol="0">
            <a:spAutoFit/>
          </a:bodyPr>
          <a:lstStyle/>
          <a:p>
            <a:r>
              <a:rPr lang="fr-FR" sz="6600" b="1" dirty="0">
                <a:solidFill>
                  <a:srgbClr val="310147"/>
                </a:solidFill>
                <a:latin typeface="Montserrat" panose="00000500000000000000" pitchFamily="2" charset="0"/>
              </a:rPr>
              <a:t>1</a:t>
            </a:r>
          </a:p>
        </p:txBody>
      </p:sp>
      <p:sp>
        <p:nvSpPr>
          <p:cNvPr id="4" name="ZoneTexte 3">
            <a:extLst>
              <a:ext uri="{FF2B5EF4-FFF2-40B4-BE49-F238E27FC236}">
                <a16:creationId xmlns:a16="http://schemas.microsoft.com/office/drawing/2014/main" id="{32F393D6-7AA8-E996-1117-6247A9264C70}"/>
              </a:ext>
            </a:extLst>
          </p:cNvPr>
          <p:cNvSpPr txBox="1"/>
          <p:nvPr/>
        </p:nvSpPr>
        <p:spPr>
          <a:xfrm>
            <a:off x="3810000" y="1194959"/>
            <a:ext cx="6096000" cy="646331"/>
          </a:xfrm>
          <a:prstGeom prst="rect">
            <a:avLst/>
          </a:prstGeom>
          <a:noFill/>
        </p:spPr>
        <p:txBody>
          <a:bodyPr wrap="square">
            <a:spAutoFit/>
          </a:bodyPr>
          <a:lstStyle/>
          <a:p>
            <a:r>
              <a:rPr lang="fr-FR" b="1" i="0" dirty="0">
                <a:solidFill>
                  <a:srgbClr val="660066"/>
                </a:solidFill>
                <a:effectLst/>
                <a:latin typeface="EB Garamond" panose="00000500000000000000" pitchFamily="2" charset="0"/>
              </a:rPr>
              <a:t>Féminisme et transidentité : pourquoi une telle controverse ?</a:t>
            </a:r>
          </a:p>
          <a:p>
            <a:r>
              <a:rPr lang="fr-FR" b="1" dirty="0">
                <a:solidFill>
                  <a:srgbClr val="660066"/>
                </a:solidFill>
                <a:latin typeface="EB Garamond" panose="00000500000000000000" pitchFamily="2" charset="0"/>
              </a:rPr>
              <a:t>Source : The Body </a:t>
            </a:r>
            <a:r>
              <a:rPr lang="fr-FR" b="1" dirty="0" err="1">
                <a:solidFill>
                  <a:srgbClr val="660066"/>
                </a:solidFill>
                <a:latin typeface="EB Garamond" panose="00000500000000000000" pitchFamily="2" charset="0"/>
              </a:rPr>
              <a:t>Optimist</a:t>
            </a:r>
            <a:endParaRPr lang="fr-FR" dirty="0">
              <a:solidFill>
                <a:srgbClr val="660066"/>
              </a:solidFill>
            </a:endParaRPr>
          </a:p>
        </p:txBody>
      </p:sp>
      <p:sp>
        <p:nvSpPr>
          <p:cNvPr id="7" name="ZoneTexte 6">
            <a:extLst>
              <a:ext uri="{FF2B5EF4-FFF2-40B4-BE49-F238E27FC236}">
                <a16:creationId xmlns:a16="http://schemas.microsoft.com/office/drawing/2014/main" id="{AE9CECED-1A5F-B6CA-26AC-54D9EFAAEC02}"/>
              </a:ext>
            </a:extLst>
          </p:cNvPr>
          <p:cNvSpPr txBox="1"/>
          <p:nvPr/>
        </p:nvSpPr>
        <p:spPr>
          <a:xfrm>
            <a:off x="412750" y="304180"/>
            <a:ext cx="6129336" cy="461665"/>
          </a:xfrm>
          <a:prstGeom prst="rect">
            <a:avLst/>
          </a:prstGeom>
          <a:noFill/>
          <a:effectLst/>
        </p:spPr>
        <p:txBody>
          <a:bodyPr wrap="square">
            <a:spAutoFit/>
          </a:bodyPr>
          <a:lstStyle/>
          <a:p>
            <a:r>
              <a:rPr lang="fr-FR" sz="2400" dirty="0">
                <a:solidFill>
                  <a:srgbClr val="660066">
                    <a:alpha val="35000"/>
                  </a:srgbClr>
                </a:solidFill>
                <a:latin typeface="Bebas Neue" panose="020B0606020202050201" pitchFamily="34" charset="0"/>
              </a:rPr>
              <a:t>Les féminismes intersectionnels, inclusifs, radicaux…</a:t>
            </a:r>
          </a:p>
        </p:txBody>
      </p:sp>
      <p:sp>
        <p:nvSpPr>
          <p:cNvPr id="17" name="Forme libre : forme 16">
            <a:extLst>
              <a:ext uri="{FF2B5EF4-FFF2-40B4-BE49-F238E27FC236}">
                <a16:creationId xmlns:a16="http://schemas.microsoft.com/office/drawing/2014/main" id="{4D0F97F6-DC77-3AC4-B2CA-56D1BE191B4A}"/>
              </a:ext>
            </a:extLst>
          </p:cNvPr>
          <p:cNvSpPr/>
          <p:nvPr/>
        </p:nvSpPr>
        <p:spPr>
          <a:xfrm>
            <a:off x="-11635405" y="0"/>
            <a:ext cx="11635405" cy="6858000"/>
          </a:xfrm>
          <a:custGeom>
            <a:avLst/>
            <a:gdLst>
              <a:gd name="connsiteX0" fmla="*/ 0 w 11635405"/>
              <a:gd name="connsiteY0" fmla="*/ 0 h 6858000"/>
              <a:gd name="connsiteX1" fmla="*/ 10946167 w 11635405"/>
              <a:gd name="connsiteY1" fmla="*/ 0 h 6858000"/>
              <a:gd name="connsiteX2" fmla="*/ 10946167 w 11635405"/>
              <a:gd name="connsiteY2" fmla="*/ 3830345 h 6858000"/>
              <a:gd name="connsiteX3" fmla="*/ 11488920 w 11635405"/>
              <a:gd name="connsiteY3" fmla="*/ 3830345 h 6858000"/>
              <a:gd name="connsiteX4" fmla="*/ 11635405 w 11635405"/>
              <a:gd name="connsiteY4" fmla="*/ 3976830 h 6858000"/>
              <a:gd name="connsiteX5" fmla="*/ 11635405 w 11635405"/>
              <a:gd name="connsiteY5" fmla="*/ 4562750 h 6858000"/>
              <a:gd name="connsiteX6" fmla="*/ 11488920 w 11635405"/>
              <a:gd name="connsiteY6" fmla="*/ 4709235 h 6858000"/>
              <a:gd name="connsiteX7" fmla="*/ 10946167 w 11635405"/>
              <a:gd name="connsiteY7" fmla="*/ 4709235 h 6858000"/>
              <a:gd name="connsiteX8" fmla="*/ 10946167 w 11635405"/>
              <a:gd name="connsiteY8" fmla="*/ 6858000 h 6858000"/>
              <a:gd name="connsiteX9" fmla="*/ 0 w 11635405"/>
              <a:gd name="connsiteY9"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635405" h="6858000">
                <a:moveTo>
                  <a:pt x="0" y="0"/>
                </a:moveTo>
                <a:lnTo>
                  <a:pt x="10946167" y="0"/>
                </a:lnTo>
                <a:lnTo>
                  <a:pt x="10946167" y="3830345"/>
                </a:lnTo>
                <a:lnTo>
                  <a:pt x="11488920" y="3830345"/>
                </a:lnTo>
                <a:cubicBezTo>
                  <a:pt x="11569821" y="3830345"/>
                  <a:pt x="11635405" y="3895929"/>
                  <a:pt x="11635405" y="3976830"/>
                </a:cubicBezTo>
                <a:lnTo>
                  <a:pt x="11635405" y="4562750"/>
                </a:lnTo>
                <a:cubicBezTo>
                  <a:pt x="11635405" y="4643651"/>
                  <a:pt x="11569821" y="4709235"/>
                  <a:pt x="11488920" y="4709235"/>
                </a:cubicBezTo>
                <a:lnTo>
                  <a:pt x="10946167" y="4709235"/>
                </a:lnTo>
                <a:lnTo>
                  <a:pt x="10946167" y="6858000"/>
                </a:lnTo>
                <a:lnTo>
                  <a:pt x="0" y="6858000"/>
                </a:lnTo>
                <a:close/>
              </a:path>
            </a:pathLst>
          </a:custGeom>
          <a:solidFill>
            <a:srgbClr val="EF7DC4"/>
          </a:solidFill>
          <a:ln>
            <a:noFill/>
          </a:ln>
          <a:effectLst>
            <a:outerShdw blurRad="127000" dist="63500" algn="ctr" rotWithShape="0">
              <a:srgbClr val="000000">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18" name="Forme libre : forme 17">
            <a:extLst>
              <a:ext uri="{FF2B5EF4-FFF2-40B4-BE49-F238E27FC236}">
                <a16:creationId xmlns:a16="http://schemas.microsoft.com/office/drawing/2014/main" id="{B044C591-761A-68EE-B6BB-24FE0263AEBB}"/>
              </a:ext>
            </a:extLst>
          </p:cNvPr>
          <p:cNvSpPr/>
          <p:nvPr/>
        </p:nvSpPr>
        <p:spPr>
          <a:xfrm>
            <a:off x="-12515392" y="0"/>
            <a:ext cx="11635405" cy="6858000"/>
          </a:xfrm>
          <a:custGeom>
            <a:avLst/>
            <a:gdLst>
              <a:gd name="connsiteX0" fmla="*/ 0 w 11635405"/>
              <a:gd name="connsiteY0" fmla="*/ 0 h 6858000"/>
              <a:gd name="connsiteX1" fmla="*/ 10946167 w 11635405"/>
              <a:gd name="connsiteY1" fmla="*/ 0 h 6858000"/>
              <a:gd name="connsiteX2" fmla="*/ 10946167 w 11635405"/>
              <a:gd name="connsiteY2" fmla="*/ 2475436 h 6858000"/>
              <a:gd name="connsiteX3" fmla="*/ 11488920 w 11635405"/>
              <a:gd name="connsiteY3" fmla="*/ 2475436 h 6858000"/>
              <a:gd name="connsiteX4" fmla="*/ 11635405 w 11635405"/>
              <a:gd name="connsiteY4" fmla="*/ 2621921 h 6858000"/>
              <a:gd name="connsiteX5" fmla="*/ 11635405 w 11635405"/>
              <a:gd name="connsiteY5" fmla="*/ 3207841 h 6858000"/>
              <a:gd name="connsiteX6" fmla="*/ 11488920 w 11635405"/>
              <a:gd name="connsiteY6" fmla="*/ 3354326 h 6858000"/>
              <a:gd name="connsiteX7" fmla="*/ 10946167 w 11635405"/>
              <a:gd name="connsiteY7" fmla="*/ 3354326 h 6858000"/>
              <a:gd name="connsiteX8" fmla="*/ 10946167 w 11635405"/>
              <a:gd name="connsiteY8" fmla="*/ 6858000 h 6858000"/>
              <a:gd name="connsiteX9" fmla="*/ 0 w 11635405"/>
              <a:gd name="connsiteY9"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635405" h="6858000">
                <a:moveTo>
                  <a:pt x="0" y="0"/>
                </a:moveTo>
                <a:lnTo>
                  <a:pt x="10946167" y="0"/>
                </a:lnTo>
                <a:lnTo>
                  <a:pt x="10946167" y="2475436"/>
                </a:lnTo>
                <a:lnTo>
                  <a:pt x="11488920" y="2475436"/>
                </a:lnTo>
                <a:cubicBezTo>
                  <a:pt x="11569821" y="2475436"/>
                  <a:pt x="11635405" y="2541020"/>
                  <a:pt x="11635405" y="2621921"/>
                </a:cubicBezTo>
                <a:lnTo>
                  <a:pt x="11635405" y="3207841"/>
                </a:lnTo>
                <a:cubicBezTo>
                  <a:pt x="11635405" y="3288742"/>
                  <a:pt x="11569821" y="3354326"/>
                  <a:pt x="11488920" y="3354326"/>
                </a:cubicBezTo>
                <a:lnTo>
                  <a:pt x="10946167" y="3354326"/>
                </a:lnTo>
                <a:lnTo>
                  <a:pt x="10946167" y="6858000"/>
                </a:lnTo>
                <a:lnTo>
                  <a:pt x="0" y="6858000"/>
                </a:lnTo>
                <a:close/>
              </a:path>
            </a:pathLst>
          </a:custGeom>
          <a:solidFill>
            <a:srgbClr val="F6B8DE"/>
          </a:solidFill>
          <a:ln>
            <a:noFill/>
          </a:ln>
          <a:effectLst>
            <a:outerShdw blurRad="127000" dist="63500" algn="ctr" rotWithShape="0">
              <a:srgbClr val="000000">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dirty="0"/>
          </a:p>
        </p:txBody>
      </p:sp>
      <p:sp>
        <p:nvSpPr>
          <p:cNvPr id="19" name="Forme libre : forme 18">
            <a:extLst>
              <a:ext uri="{FF2B5EF4-FFF2-40B4-BE49-F238E27FC236}">
                <a16:creationId xmlns:a16="http://schemas.microsoft.com/office/drawing/2014/main" id="{4E9B963E-66E7-A910-BE1F-7A9750068CAA}"/>
              </a:ext>
            </a:extLst>
          </p:cNvPr>
          <p:cNvSpPr/>
          <p:nvPr/>
        </p:nvSpPr>
        <p:spPr>
          <a:xfrm>
            <a:off x="-13395379" y="0"/>
            <a:ext cx="11635405" cy="6858000"/>
          </a:xfrm>
          <a:custGeom>
            <a:avLst/>
            <a:gdLst>
              <a:gd name="connsiteX0" fmla="*/ 0 w 11635405"/>
              <a:gd name="connsiteY0" fmla="*/ 0 h 6858000"/>
              <a:gd name="connsiteX1" fmla="*/ 10946167 w 11635405"/>
              <a:gd name="connsiteY1" fmla="*/ 0 h 6858000"/>
              <a:gd name="connsiteX2" fmla="*/ 10946167 w 11635405"/>
              <a:gd name="connsiteY2" fmla="*/ 1120527 h 6858000"/>
              <a:gd name="connsiteX3" fmla="*/ 11488920 w 11635405"/>
              <a:gd name="connsiteY3" fmla="*/ 1120527 h 6858000"/>
              <a:gd name="connsiteX4" fmla="*/ 11635405 w 11635405"/>
              <a:gd name="connsiteY4" fmla="*/ 1267012 h 6858000"/>
              <a:gd name="connsiteX5" fmla="*/ 11635405 w 11635405"/>
              <a:gd name="connsiteY5" fmla="*/ 1852932 h 6858000"/>
              <a:gd name="connsiteX6" fmla="*/ 11488920 w 11635405"/>
              <a:gd name="connsiteY6" fmla="*/ 1999417 h 6858000"/>
              <a:gd name="connsiteX7" fmla="*/ 10946167 w 11635405"/>
              <a:gd name="connsiteY7" fmla="*/ 1999417 h 6858000"/>
              <a:gd name="connsiteX8" fmla="*/ 10946167 w 11635405"/>
              <a:gd name="connsiteY8" fmla="*/ 6858000 h 6858000"/>
              <a:gd name="connsiteX9" fmla="*/ 0 w 11635405"/>
              <a:gd name="connsiteY9"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635405" h="6858000">
                <a:moveTo>
                  <a:pt x="0" y="0"/>
                </a:moveTo>
                <a:lnTo>
                  <a:pt x="10946167" y="0"/>
                </a:lnTo>
                <a:lnTo>
                  <a:pt x="10946167" y="1120527"/>
                </a:lnTo>
                <a:lnTo>
                  <a:pt x="11488920" y="1120527"/>
                </a:lnTo>
                <a:cubicBezTo>
                  <a:pt x="11569821" y="1120527"/>
                  <a:pt x="11635405" y="1186111"/>
                  <a:pt x="11635405" y="1267012"/>
                </a:cubicBezTo>
                <a:lnTo>
                  <a:pt x="11635405" y="1852932"/>
                </a:lnTo>
                <a:cubicBezTo>
                  <a:pt x="11635405" y="1933833"/>
                  <a:pt x="11569821" y="1999417"/>
                  <a:pt x="11488920" y="1999417"/>
                </a:cubicBezTo>
                <a:lnTo>
                  <a:pt x="10946167" y="1999417"/>
                </a:lnTo>
                <a:lnTo>
                  <a:pt x="10946167" y="6858000"/>
                </a:lnTo>
                <a:lnTo>
                  <a:pt x="0" y="6858000"/>
                </a:lnTo>
                <a:close/>
              </a:path>
            </a:pathLst>
          </a:custGeom>
          <a:solidFill>
            <a:srgbClr val="FBE1F1"/>
          </a:solidFill>
          <a:ln>
            <a:noFill/>
          </a:ln>
          <a:effectLst>
            <a:outerShdw blurRad="127000" dist="508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21" name="ZoneTexte 20">
            <a:extLst>
              <a:ext uri="{FF2B5EF4-FFF2-40B4-BE49-F238E27FC236}">
                <a16:creationId xmlns:a16="http://schemas.microsoft.com/office/drawing/2014/main" id="{F92ECBDE-41B5-48C0-82B5-54598F3DB28A}"/>
              </a:ext>
            </a:extLst>
          </p:cNvPr>
          <p:cNvSpPr txBox="1"/>
          <p:nvPr/>
        </p:nvSpPr>
        <p:spPr>
          <a:xfrm>
            <a:off x="-697344" y="3733382"/>
            <a:ext cx="643555" cy="1107996"/>
          </a:xfrm>
          <a:prstGeom prst="rect">
            <a:avLst/>
          </a:prstGeom>
          <a:noFill/>
        </p:spPr>
        <p:txBody>
          <a:bodyPr wrap="square" rtlCol="0">
            <a:spAutoFit/>
          </a:bodyPr>
          <a:lstStyle/>
          <a:p>
            <a:r>
              <a:rPr lang="fr-FR" sz="6600" b="1" dirty="0">
                <a:solidFill>
                  <a:srgbClr val="E32199"/>
                </a:solidFill>
                <a:latin typeface="Montserrat" panose="00000500000000000000" pitchFamily="2" charset="0"/>
              </a:rPr>
              <a:t>2</a:t>
            </a:r>
          </a:p>
        </p:txBody>
      </p:sp>
      <p:sp>
        <p:nvSpPr>
          <p:cNvPr id="22" name="ZoneTexte 21">
            <a:extLst>
              <a:ext uri="{FF2B5EF4-FFF2-40B4-BE49-F238E27FC236}">
                <a16:creationId xmlns:a16="http://schemas.microsoft.com/office/drawing/2014/main" id="{2B4D8C0F-A8A4-A63A-4E63-C19F745B2509}"/>
              </a:ext>
            </a:extLst>
          </p:cNvPr>
          <p:cNvSpPr txBox="1"/>
          <p:nvPr/>
        </p:nvSpPr>
        <p:spPr>
          <a:xfrm>
            <a:off x="-1552426" y="2402559"/>
            <a:ext cx="643555" cy="1107996"/>
          </a:xfrm>
          <a:prstGeom prst="rect">
            <a:avLst/>
          </a:prstGeom>
          <a:noFill/>
        </p:spPr>
        <p:txBody>
          <a:bodyPr wrap="square" rtlCol="0">
            <a:spAutoFit/>
          </a:bodyPr>
          <a:lstStyle/>
          <a:p>
            <a:r>
              <a:rPr lang="fr-FR" sz="6600" b="1" dirty="0">
                <a:solidFill>
                  <a:srgbClr val="EF7DC4"/>
                </a:solidFill>
                <a:latin typeface="Montserrat" panose="00000500000000000000" pitchFamily="2" charset="0"/>
              </a:rPr>
              <a:t>3</a:t>
            </a:r>
          </a:p>
        </p:txBody>
      </p:sp>
      <p:sp>
        <p:nvSpPr>
          <p:cNvPr id="23" name="ZoneTexte 22">
            <a:extLst>
              <a:ext uri="{FF2B5EF4-FFF2-40B4-BE49-F238E27FC236}">
                <a16:creationId xmlns:a16="http://schemas.microsoft.com/office/drawing/2014/main" id="{3E612721-1230-343E-180D-83717A5455F7}"/>
              </a:ext>
            </a:extLst>
          </p:cNvPr>
          <p:cNvSpPr txBox="1"/>
          <p:nvPr/>
        </p:nvSpPr>
        <p:spPr>
          <a:xfrm>
            <a:off x="-2532204" y="1017342"/>
            <a:ext cx="643555" cy="1107996"/>
          </a:xfrm>
          <a:prstGeom prst="rect">
            <a:avLst/>
          </a:prstGeom>
          <a:noFill/>
        </p:spPr>
        <p:txBody>
          <a:bodyPr wrap="square" rtlCol="0">
            <a:spAutoFit/>
          </a:bodyPr>
          <a:lstStyle/>
          <a:p>
            <a:r>
              <a:rPr lang="fr-FR" sz="6600" b="1" dirty="0">
                <a:solidFill>
                  <a:srgbClr val="F6B8DE"/>
                </a:solidFill>
                <a:latin typeface="Montserrat" panose="00000500000000000000" pitchFamily="2" charset="0"/>
              </a:rPr>
              <a:t>4</a:t>
            </a:r>
          </a:p>
        </p:txBody>
      </p:sp>
      <p:sp>
        <p:nvSpPr>
          <p:cNvPr id="25" name="ZoneTexte 24">
            <a:extLst>
              <a:ext uri="{FF2B5EF4-FFF2-40B4-BE49-F238E27FC236}">
                <a16:creationId xmlns:a16="http://schemas.microsoft.com/office/drawing/2014/main" id="{6A5FCA39-B705-6AC2-3755-3A0F59007E0B}"/>
              </a:ext>
            </a:extLst>
          </p:cNvPr>
          <p:cNvSpPr txBox="1"/>
          <p:nvPr/>
        </p:nvSpPr>
        <p:spPr>
          <a:xfrm>
            <a:off x="461848" y="1960804"/>
            <a:ext cx="9444152" cy="3785652"/>
          </a:xfrm>
          <a:prstGeom prst="rect">
            <a:avLst/>
          </a:prstGeom>
          <a:noFill/>
        </p:spPr>
        <p:txBody>
          <a:bodyPr wrap="square">
            <a:spAutoFit/>
          </a:bodyPr>
          <a:lstStyle/>
          <a:p>
            <a:pPr algn="just"/>
            <a:r>
              <a:rPr lang="fr-FR" sz="2400" b="0" i="0" dirty="0">
                <a:solidFill>
                  <a:schemeClr val="bg1"/>
                </a:solidFill>
                <a:effectLst>
                  <a:outerShdw blurRad="50800" dist="38100" algn="l" rotWithShape="0">
                    <a:prstClr val="black">
                      <a:alpha val="40000"/>
                    </a:prstClr>
                  </a:outerShdw>
                </a:effectLst>
                <a:latin typeface="Roboto" panose="02000000000000000000" pitchFamily="2" charset="0"/>
              </a:rPr>
              <a:t>Grossièrement, il y a deux écoles. D’un côté, les féministes « intersectionnelles » ou « inclusives ». Celles-ci soutiennent que les </a:t>
            </a:r>
            <a:r>
              <a:rPr lang="fr-FR" sz="2400" b="0" i="0" u="none" strike="noStrike" dirty="0">
                <a:solidFill>
                  <a:schemeClr val="bg1"/>
                </a:solidFill>
                <a:effectLst>
                  <a:outerShdw blurRad="50800" dist="38100" algn="l" rotWithShape="0">
                    <a:prstClr val="black">
                      <a:alpha val="40000"/>
                    </a:prstClr>
                  </a:outerShdw>
                </a:effectLst>
                <a:latin typeface="Roboto" panose="02000000000000000000" pitchFamily="2" charset="0"/>
                <a:hlinkClick r:id="rId3">
                  <a:extLst>
                    <a:ext uri="{A12FA001-AC4F-418D-AE19-62706E023703}">
                      <ahyp:hlinkClr xmlns:ahyp="http://schemas.microsoft.com/office/drawing/2018/hyperlinkcolor" val="tx"/>
                    </a:ext>
                  </a:extLst>
                </a:hlinkClick>
              </a:rPr>
              <a:t>femmes trans</a:t>
            </a:r>
            <a:r>
              <a:rPr lang="fr-FR" sz="2400" b="0" i="0" dirty="0">
                <a:solidFill>
                  <a:schemeClr val="bg1"/>
                </a:solidFill>
                <a:effectLst>
                  <a:outerShdw blurRad="50800" dist="38100" algn="l" rotWithShape="0">
                    <a:prstClr val="black">
                      <a:alpha val="40000"/>
                    </a:prstClr>
                  </a:outerShdw>
                </a:effectLst>
                <a:latin typeface="Roboto" panose="02000000000000000000" pitchFamily="2" charset="0"/>
              </a:rPr>
              <a:t> </a:t>
            </a:r>
            <a:r>
              <a:rPr lang="fr-FR" sz="2400" b="1" i="0" dirty="0">
                <a:solidFill>
                  <a:schemeClr val="bg1"/>
                </a:solidFill>
                <a:effectLst>
                  <a:outerShdw blurRad="50800" dist="38100" algn="l" rotWithShape="0">
                    <a:prstClr val="black">
                      <a:alpha val="40000"/>
                    </a:prstClr>
                  </a:outerShdw>
                </a:effectLst>
                <a:latin typeface="Roboto" panose="02000000000000000000" pitchFamily="2" charset="0"/>
              </a:rPr>
              <a:t>sont des femmes de par leur sentiment et leur expérience individuelle</a:t>
            </a:r>
            <a:r>
              <a:rPr lang="fr-FR" sz="2400" b="0" i="0" dirty="0">
                <a:solidFill>
                  <a:schemeClr val="bg1"/>
                </a:solidFill>
                <a:effectLst>
                  <a:outerShdw blurRad="50800" dist="38100" algn="l" rotWithShape="0">
                    <a:prstClr val="black">
                      <a:alpha val="40000"/>
                    </a:prstClr>
                  </a:outerShdw>
                </a:effectLst>
                <a:latin typeface="Roboto" panose="02000000000000000000" pitchFamily="2" charset="0"/>
              </a:rPr>
              <a:t>. Elles cherchent à lutter ensemble contre le patriarcat. De l’autre côté, les féministes « radicales » ou « critiques du genre ». Celles-ci </a:t>
            </a:r>
            <a:r>
              <a:rPr lang="fr-FR" sz="2400" b="1" i="0" dirty="0">
                <a:solidFill>
                  <a:schemeClr val="bg1"/>
                </a:solidFill>
                <a:effectLst>
                  <a:outerShdw blurRad="50800" dist="38100" algn="l" rotWithShape="0">
                    <a:prstClr val="black">
                      <a:alpha val="40000"/>
                    </a:prstClr>
                  </a:outerShdw>
                </a:effectLst>
                <a:latin typeface="Roboto" panose="02000000000000000000" pitchFamily="2" charset="0"/>
              </a:rPr>
              <a:t>définissent les femmes à partir de critères biologiques communs</a:t>
            </a:r>
            <a:r>
              <a:rPr lang="fr-FR" sz="2400" b="0" i="0" dirty="0">
                <a:solidFill>
                  <a:schemeClr val="bg1"/>
                </a:solidFill>
                <a:effectLst>
                  <a:outerShdw blurRad="50800" dist="38100" algn="l" rotWithShape="0">
                    <a:prstClr val="black">
                      <a:alpha val="40000"/>
                    </a:prstClr>
                  </a:outerShdw>
                </a:effectLst>
                <a:latin typeface="Roboto" panose="02000000000000000000" pitchFamily="2" charset="0"/>
              </a:rPr>
              <a:t>. Elles excluent par conséquent les femmes trans de la catégorie. Ou pour les féministes inclusives, les « </a:t>
            </a:r>
            <a:r>
              <a:rPr lang="fr-FR" sz="2400" b="1" i="0" dirty="0">
                <a:solidFill>
                  <a:schemeClr val="bg1"/>
                </a:solidFill>
                <a:effectLst>
                  <a:outerShdw blurRad="50800" dist="38100" algn="l" rotWithShape="0">
                    <a:prstClr val="black">
                      <a:alpha val="40000"/>
                    </a:prstClr>
                  </a:outerShdw>
                </a:effectLst>
                <a:latin typeface="Roboto" panose="02000000000000000000" pitchFamily="2" charset="0"/>
              </a:rPr>
              <a:t>TERF</a:t>
            </a:r>
            <a:r>
              <a:rPr lang="fr-FR" sz="2400" b="0" i="0" dirty="0">
                <a:solidFill>
                  <a:schemeClr val="bg1"/>
                </a:solidFill>
                <a:effectLst>
                  <a:outerShdw blurRad="50800" dist="38100" algn="l" rotWithShape="0">
                    <a:prstClr val="black">
                      <a:alpha val="40000"/>
                    </a:prstClr>
                  </a:outerShdw>
                </a:effectLst>
                <a:latin typeface="Roboto" panose="02000000000000000000" pitchFamily="2" charset="0"/>
              </a:rPr>
              <a:t> » (comprenez en anglais « trans-</a:t>
            </a:r>
            <a:r>
              <a:rPr lang="fr-FR" sz="2400" b="0" i="0" dirty="0" err="1">
                <a:solidFill>
                  <a:schemeClr val="bg1"/>
                </a:solidFill>
                <a:effectLst>
                  <a:outerShdw blurRad="50800" dist="38100" algn="l" rotWithShape="0">
                    <a:prstClr val="black">
                      <a:alpha val="40000"/>
                    </a:prstClr>
                  </a:outerShdw>
                </a:effectLst>
                <a:latin typeface="Roboto" panose="02000000000000000000" pitchFamily="2" charset="0"/>
              </a:rPr>
              <a:t>exclusionary</a:t>
            </a:r>
            <a:r>
              <a:rPr lang="fr-FR" sz="2400" b="0" i="0" dirty="0">
                <a:solidFill>
                  <a:schemeClr val="bg1"/>
                </a:solidFill>
                <a:effectLst>
                  <a:outerShdw blurRad="50800" dist="38100" algn="l" rotWithShape="0">
                    <a:prstClr val="black">
                      <a:alpha val="40000"/>
                    </a:prstClr>
                  </a:outerShdw>
                </a:effectLst>
                <a:latin typeface="Roboto" panose="02000000000000000000" pitchFamily="2" charset="0"/>
              </a:rPr>
              <a:t> radical </a:t>
            </a:r>
            <a:r>
              <a:rPr lang="fr-FR" sz="2400" b="0" i="0" dirty="0" err="1">
                <a:solidFill>
                  <a:schemeClr val="bg1"/>
                </a:solidFill>
                <a:effectLst>
                  <a:outerShdw blurRad="50800" dist="38100" algn="l" rotWithShape="0">
                    <a:prstClr val="black">
                      <a:alpha val="40000"/>
                    </a:prstClr>
                  </a:outerShdw>
                </a:effectLst>
                <a:latin typeface="Roboto" panose="02000000000000000000" pitchFamily="2" charset="0"/>
              </a:rPr>
              <a:t>feminist</a:t>
            </a:r>
            <a:r>
              <a:rPr lang="fr-FR" sz="2400" b="0" i="0" dirty="0">
                <a:solidFill>
                  <a:schemeClr val="bg1"/>
                </a:solidFill>
                <a:effectLst>
                  <a:outerShdw blurRad="50800" dist="38100" algn="l" rotWithShape="0">
                    <a:prstClr val="black">
                      <a:alpha val="40000"/>
                    </a:prstClr>
                  </a:outerShdw>
                </a:effectLst>
                <a:latin typeface="Roboto" panose="02000000000000000000" pitchFamily="2" charset="0"/>
              </a:rPr>
              <a:t> » soit « féministes radicales excluant les trans »).</a:t>
            </a:r>
          </a:p>
        </p:txBody>
      </p:sp>
      <p:pic>
        <p:nvPicPr>
          <p:cNvPr id="5" name="Caméra 4">
            <a:extLst>
              <a:ext uri="{FF2B5EF4-FFF2-40B4-BE49-F238E27FC236}">
                <a16:creationId xmlns:a16="http://schemas.microsoft.com/office/drawing/2014/main" id="{434D1C1A-D331-D14F-5035-BAE3C2AD11EA}"/>
              </a:ext>
            </a:extLst>
          </p:cNvPr>
          <p:cNvPicPr>
            <a:picLocks noChangeAspect="1"/>
            <a:extLst>
              <a:ext uri="{51228E76-BA90-4043-B771-695A4F85340A}">
                <alf:liveFeedProps xmlns:alf="http://schemas.microsoft.com/office/drawing/2021/livefeed"/>
              </a:ext>
            </a:extLst>
          </p:cNvPicPr>
          <p:nvPr/>
        </p:nvPicPr>
        <p:blipFill>
          <a:blip r:embed="rId4">
            <a:extLst>
              <a:ext uri="{96DAC541-7B7A-43D3-8B79-37D633B846F1}">
                <asvg:svgBlip xmlns:asvg="http://schemas.microsoft.com/office/drawing/2016/SVG/main" r:embed="rId5"/>
              </a:ext>
            </a:extLst>
          </a:blip>
          <a:stretch>
            <a:fillRect/>
          </a:stretch>
        </p:blipFill>
        <p:spPr>
          <a:xfrm>
            <a:off x="10052304" y="4718304"/>
            <a:ext cx="2057400" cy="2057400"/>
          </a:xfrm>
          <a:prstGeom prst="ellipse">
            <a:avLst/>
          </a:prstGeom>
        </p:spPr>
      </p:pic>
      <p:pic>
        <p:nvPicPr>
          <p:cNvPr id="6" name="Caméra 5">
            <a:extLst>
              <a:ext uri="{FF2B5EF4-FFF2-40B4-BE49-F238E27FC236}">
                <a16:creationId xmlns:a16="http://schemas.microsoft.com/office/drawing/2014/main" id="{77187B63-430D-D1FB-BCC6-A0911235C666}"/>
              </a:ext>
            </a:extLst>
          </p:cNvPr>
          <p:cNvPicPr>
            <a:picLocks noChangeAspect="1"/>
            <a:extLst>
              <a:ext uri="{51228E76-BA90-4043-B771-695A4F85340A}">
                <alf:liveFeedProps xmlns:alf="http://schemas.microsoft.com/office/drawing/2021/livefeed"/>
              </a:ext>
            </a:extLst>
          </p:cNvPicPr>
          <p:nvPr/>
        </p:nvPicPr>
        <p:blipFill>
          <a:blip r:embed="rId4">
            <a:extLst>
              <a:ext uri="{96DAC541-7B7A-43D3-8B79-37D633B846F1}">
                <asvg:svgBlip xmlns:asvg="http://schemas.microsoft.com/office/drawing/2016/SVG/main" r:embed="rId5"/>
              </a:ext>
            </a:extLst>
          </a:blip>
          <a:stretch>
            <a:fillRect/>
          </a:stretch>
        </p:blipFill>
        <p:spPr>
          <a:xfrm>
            <a:off x="10052305" y="4718304"/>
            <a:ext cx="2057400" cy="2057400"/>
          </a:xfrm>
          <a:prstGeom prst="ellipse">
            <a:avLst/>
          </a:prstGeom>
          <a:ln>
            <a:noFill/>
          </a:ln>
          <a:effectLst>
            <a:softEdge rad="127000"/>
          </a:effectLst>
        </p:spPr>
      </p:pic>
      <p:pic>
        <p:nvPicPr>
          <p:cNvPr id="9" name="Caméra 8">
            <a:extLst>
              <a:ext uri="{FF2B5EF4-FFF2-40B4-BE49-F238E27FC236}">
                <a16:creationId xmlns:a16="http://schemas.microsoft.com/office/drawing/2014/main" id="{642ED805-7770-AFF5-1400-70525DF7106E}"/>
              </a:ext>
            </a:extLst>
          </p:cNvPr>
          <p:cNvPicPr>
            <a:picLocks noChangeAspect="1"/>
            <a:extLst>
              <a:ext uri="{51228E76-BA90-4043-B771-695A4F85340A}">
                <alf:liveFeedProps xmlns:alf="http://schemas.microsoft.com/office/drawing/2021/livefeed"/>
              </a:ext>
            </a:extLst>
          </p:cNvPicPr>
          <p:nvPr/>
        </p:nvPicPr>
        <p:blipFill>
          <a:blip r:embed="rId4">
            <a:extLst>
              <a:ext uri="{96DAC541-7B7A-43D3-8B79-37D633B846F1}">
                <asvg:svgBlip xmlns:asvg="http://schemas.microsoft.com/office/drawing/2016/SVG/main" r:embed="rId5"/>
              </a:ext>
            </a:extLst>
          </a:blip>
          <a:stretch>
            <a:fillRect/>
          </a:stretch>
        </p:blipFill>
        <p:spPr>
          <a:xfrm>
            <a:off x="10895685" y="5668780"/>
            <a:ext cx="1124680" cy="1124680"/>
          </a:xfrm>
          <a:prstGeom prst="ellipse">
            <a:avLst/>
          </a:prstGeom>
          <a:ln w="19050" cap="rnd">
            <a:solidFill>
              <a:srgbClr val="404040"/>
            </a:solidFill>
          </a:ln>
          <a:effectLst/>
        </p:spPr>
      </p:pic>
    </p:spTree>
    <p:extLst>
      <p:ext uri="{BB962C8B-B14F-4D97-AF65-F5344CB8AC3E}">
        <p14:creationId xmlns:p14="http://schemas.microsoft.com/office/powerpoint/2010/main" val="78820691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xit" presetSubtype="0" fill="hold" grpId="1" nodeType="clickEffect">
                                  <p:stCondLst>
                                    <p:cond delay="0"/>
                                  </p:stCondLst>
                                  <p:childTnLst>
                                    <p:animEffect transition="out" filter="fade">
                                      <p:cBhvr>
                                        <p:cTn id="17" dur="500"/>
                                        <p:tgtEl>
                                          <p:spTgt spid="2"/>
                                        </p:tgtEl>
                                      </p:cBhvr>
                                    </p:animEffect>
                                    <p:set>
                                      <p:cBhvr>
                                        <p:cTn id="18" dur="1" fill="hold">
                                          <p:stCondLst>
                                            <p:cond delay="499"/>
                                          </p:stCondLst>
                                        </p:cTn>
                                        <p:tgtEl>
                                          <p:spTgt spid="2"/>
                                        </p:tgtEl>
                                        <p:attrNameLst>
                                          <p:attrName>style.visibility</p:attrName>
                                        </p:attrNameLst>
                                      </p:cBhvr>
                                      <p:to>
                                        <p:strVal val="hidden"/>
                                      </p:to>
                                    </p:set>
                                  </p:childTnLst>
                                </p:cTn>
                              </p:par>
                              <p:par>
                                <p:cTn id="19" presetID="10" presetClass="exit" presetSubtype="0" fill="hold" grpId="1" nodeType="withEffect">
                                  <p:stCondLst>
                                    <p:cond delay="0"/>
                                  </p:stCondLst>
                                  <p:childTnLst>
                                    <p:animEffect transition="out" filter="fade">
                                      <p:cBhvr>
                                        <p:cTn id="20" dur="500"/>
                                        <p:tgtEl>
                                          <p:spTgt spid="4"/>
                                        </p:tgtEl>
                                      </p:cBhvr>
                                    </p:animEffect>
                                    <p:set>
                                      <p:cBhvr>
                                        <p:cTn id="21" dur="1" fill="hold">
                                          <p:stCondLst>
                                            <p:cond delay="499"/>
                                          </p:stCondLst>
                                        </p:cTn>
                                        <p:tgtEl>
                                          <p:spTgt spid="4"/>
                                        </p:tgtEl>
                                        <p:attrNameLst>
                                          <p:attrName>style.visibility</p:attrName>
                                        </p:attrNameLst>
                                      </p:cBhvr>
                                      <p:to>
                                        <p:strVal val="hidden"/>
                                      </p:to>
                                    </p:set>
                                  </p:childTnLst>
                                </p:cTn>
                              </p:par>
                            </p:childTnLst>
                          </p:cTn>
                        </p:par>
                        <p:par>
                          <p:cTn id="22" fill="hold">
                            <p:stCondLst>
                              <p:cond delay="500"/>
                            </p:stCondLst>
                            <p:childTnLst>
                              <p:par>
                                <p:cTn id="23" presetID="10" presetClass="entr" presetSubtype="0" fill="hold" grpId="0" nodeType="afterEffect">
                                  <p:stCondLst>
                                    <p:cond delay="0"/>
                                  </p:stCondLst>
                                  <p:childTnLst>
                                    <p:set>
                                      <p:cBhvr>
                                        <p:cTn id="24" dur="1" fill="hold">
                                          <p:stCondLst>
                                            <p:cond delay="0"/>
                                          </p:stCondLst>
                                        </p:cTn>
                                        <p:tgtEl>
                                          <p:spTgt spid="25"/>
                                        </p:tgtEl>
                                        <p:attrNameLst>
                                          <p:attrName>style.visibility</p:attrName>
                                        </p:attrNameLst>
                                      </p:cBhvr>
                                      <p:to>
                                        <p:strVal val="visible"/>
                                      </p:to>
                                    </p:set>
                                    <p:animEffect transition="in" filter="fade">
                                      <p:cBhvr>
                                        <p:cTn id="25"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P spid="4" grpId="0"/>
      <p:bldP spid="4" grpId="1"/>
      <p:bldP spid="7" grpId="0"/>
      <p:bldP spid="25"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310147"/>
        </a:solidFill>
        <a:effectLst/>
      </p:bgPr>
    </p:bg>
    <p:spTree>
      <p:nvGrpSpPr>
        <p:cNvPr id="1" name=""/>
        <p:cNvGrpSpPr/>
        <p:nvPr/>
      </p:nvGrpSpPr>
      <p:grpSpPr>
        <a:xfrm>
          <a:off x="0" y="0"/>
          <a:ext cx="0" cy="0"/>
          <a:chOff x="0" y="0"/>
          <a:chExt cx="0" cy="0"/>
        </a:xfrm>
      </p:grpSpPr>
      <p:sp>
        <p:nvSpPr>
          <p:cNvPr id="8" name="Forme libre : forme 7">
            <a:extLst>
              <a:ext uri="{FF2B5EF4-FFF2-40B4-BE49-F238E27FC236}">
                <a16:creationId xmlns:a16="http://schemas.microsoft.com/office/drawing/2014/main" id="{D76CE248-90F3-3A8F-2880-07F5C158F758}"/>
              </a:ext>
            </a:extLst>
          </p:cNvPr>
          <p:cNvSpPr/>
          <p:nvPr/>
        </p:nvSpPr>
        <p:spPr>
          <a:xfrm>
            <a:off x="0" y="0"/>
            <a:ext cx="11635405" cy="6858000"/>
          </a:xfrm>
          <a:custGeom>
            <a:avLst/>
            <a:gdLst>
              <a:gd name="connsiteX0" fmla="*/ 0 w 11635405"/>
              <a:gd name="connsiteY0" fmla="*/ 0 h 6858000"/>
              <a:gd name="connsiteX1" fmla="*/ 10946167 w 11635405"/>
              <a:gd name="connsiteY1" fmla="*/ 0 h 6858000"/>
              <a:gd name="connsiteX2" fmla="*/ 10946167 w 11635405"/>
              <a:gd name="connsiteY2" fmla="*/ 5185254 h 6858000"/>
              <a:gd name="connsiteX3" fmla="*/ 11488920 w 11635405"/>
              <a:gd name="connsiteY3" fmla="*/ 5185254 h 6858000"/>
              <a:gd name="connsiteX4" fmla="*/ 11635405 w 11635405"/>
              <a:gd name="connsiteY4" fmla="*/ 5331739 h 6858000"/>
              <a:gd name="connsiteX5" fmla="*/ 11635405 w 11635405"/>
              <a:gd name="connsiteY5" fmla="*/ 5917659 h 6858000"/>
              <a:gd name="connsiteX6" fmla="*/ 11488920 w 11635405"/>
              <a:gd name="connsiteY6" fmla="*/ 6064144 h 6858000"/>
              <a:gd name="connsiteX7" fmla="*/ 10946167 w 11635405"/>
              <a:gd name="connsiteY7" fmla="*/ 6064144 h 6858000"/>
              <a:gd name="connsiteX8" fmla="*/ 10946167 w 11635405"/>
              <a:gd name="connsiteY8" fmla="*/ 6858000 h 6858000"/>
              <a:gd name="connsiteX9" fmla="*/ 0 w 11635405"/>
              <a:gd name="connsiteY9"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635405" h="6858000">
                <a:moveTo>
                  <a:pt x="0" y="0"/>
                </a:moveTo>
                <a:lnTo>
                  <a:pt x="10946167" y="0"/>
                </a:lnTo>
                <a:lnTo>
                  <a:pt x="10946167" y="5185254"/>
                </a:lnTo>
                <a:lnTo>
                  <a:pt x="11488920" y="5185254"/>
                </a:lnTo>
                <a:cubicBezTo>
                  <a:pt x="11569821" y="5185254"/>
                  <a:pt x="11635405" y="5250838"/>
                  <a:pt x="11635405" y="5331739"/>
                </a:cubicBezTo>
                <a:lnTo>
                  <a:pt x="11635405" y="5917659"/>
                </a:lnTo>
                <a:cubicBezTo>
                  <a:pt x="11635405" y="5998560"/>
                  <a:pt x="11569821" y="6064144"/>
                  <a:pt x="11488920" y="6064144"/>
                </a:cubicBezTo>
                <a:lnTo>
                  <a:pt x="10946167" y="6064144"/>
                </a:lnTo>
                <a:lnTo>
                  <a:pt x="10946167" y="6858000"/>
                </a:lnTo>
                <a:lnTo>
                  <a:pt x="0" y="6858000"/>
                </a:lnTo>
                <a:close/>
              </a:path>
            </a:pathLst>
          </a:custGeom>
          <a:solidFill>
            <a:srgbClr val="E32199"/>
          </a:solidFill>
          <a:ln>
            <a:noFill/>
          </a:ln>
          <a:effectLst>
            <a:outerShdw blurRad="127000" dist="63500" algn="ctr" rotWithShape="0">
              <a:srgbClr val="000000">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2" name="ZoneTexte 1">
            <a:extLst>
              <a:ext uri="{FF2B5EF4-FFF2-40B4-BE49-F238E27FC236}">
                <a16:creationId xmlns:a16="http://schemas.microsoft.com/office/drawing/2014/main" id="{9144DC8D-88B8-1A14-2F23-030319CF10C6}"/>
              </a:ext>
            </a:extLst>
          </p:cNvPr>
          <p:cNvSpPr txBox="1"/>
          <p:nvPr/>
        </p:nvSpPr>
        <p:spPr>
          <a:xfrm>
            <a:off x="412750" y="1925905"/>
            <a:ext cx="9493250" cy="4524315"/>
          </a:xfrm>
          <a:prstGeom prst="rect">
            <a:avLst/>
          </a:prstGeom>
          <a:noFill/>
        </p:spPr>
        <p:txBody>
          <a:bodyPr wrap="square">
            <a:spAutoFit/>
          </a:bodyPr>
          <a:lstStyle/>
          <a:p>
            <a:pPr algn="just"/>
            <a:r>
              <a:rPr lang="fr-FR" sz="2400" b="0" i="0" dirty="0">
                <a:solidFill>
                  <a:schemeClr val="bg1"/>
                </a:solidFill>
                <a:effectLst/>
                <a:latin typeface="Roboto" panose="02000000000000000000" pitchFamily="2" charset="0"/>
              </a:rPr>
              <a:t>Au mois d’août, le Planning familial a lancé </a:t>
            </a:r>
            <a:r>
              <a:rPr lang="fr-FR" sz="2400" b="1" i="0" dirty="0">
                <a:solidFill>
                  <a:schemeClr val="bg1"/>
                </a:solidFill>
                <a:effectLst/>
                <a:latin typeface="Roboto" panose="02000000000000000000" pitchFamily="2" charset="0"/>
              </a:rPr>
              <a:t>une campagne de communication incluant les personnes trans dans la question de la grossesse</a:t>
            </a:r>
            <a:r>
              <a:rPr lang="fr-FR" sz="2400" b="0" i="0" dirty="0">
                <a:solidFill>
                  <a:schemeClr val="bg1"/>
                </a:solidFill>
                <a:effectLst/>
                <a:latin typeface="Roboto" panose="02000000000000000000" pitchFamily="2" charset="0"/>
              </a:rPr>
              <a:t>. Leur slogan annonçait : </a:t>
            </a:r>
            <a:r>
              <a:rPr lang="fr-FR" sz="2400" b="0" i="1" dirty="0">
                <a:solidFill>
                  <a:schemeClr val="bg1"/>
                </a:solidFill>
                <a:effectLst/>
                <a:latin typeface="Roboto" panose="02000000000000000000" pitchFamily="2" charset="0"/>
              </a:rPr>
              <a:t>« Au Planning, les hommes aussi peuvent être enceints »</a:t>
            </a:r>
            <a:r>
              <a:rPr lang="fr-FR" sz="2400" b="0" i="0" dirty="0">
                <a:solidFill>
                  <a:schemeClr val="bg1"/>
                </a:solidFill>
                <a:effectLst/>
                <a:latin typeface="Roboto" panose="02000000000000000000" pitchFamily="2" charset="0"/>
              </a:rPr>
              <a:t>. Le dessin utilisé était un </a:t>
            </a:r>
            <a:r>
              <a:rPr lang="fr-FR" sz="2400" b="0" i="0" u="none" strike="noStrike" dirty="0">
                <a:solidFill>
                  <a:schemeClr val="bg1"/>
                </a:solidFill>
                <a:effectLst/>
                <a:latin typeface="Roboto" panose="02000000000000000000" pitchFamily="2" charset="0"/>
                <a:hlinkClick r:id="rId2">
                  <a:extLst>
                    <a:ext uri="{A12FA001-AC4F-418D-AE19-62706E023703}">
                      <ahyp:hlinkClr xmlns:ahyp="http://schemas.microsoft.com/office/drawing/2018/hyperlinkcolor" val="tx"/>
                    </a:ext>
                  </a:extLst>
                </a:hlinkClick>
              </a:rPr>
              <a:t>homme trans enceint</a:t>
            </a:r>
            <a:r>
              <a:rPr lang="fr-FR" sz="2400" b="0" i="0" dirty="0">
                <a:solidFill>
                  <a:schemeClr val="bg1"/>
                </a:solidFill>
                <a:effectLst/>
                <a:latin typeface="Roboto" panose="02000000000000000000" pitchFamily="2" charset="0"/>
              </a:rPr>
              <a:t>. Cette </a:t>
            </a:r>
            <a:r>
              <a:rPr lang="fr-FR" sz="2400" b="1" i="0" dirty="0">
                <a:solidFill>
                  <a:schemeClr val="bg1"/>
                </a:solidFill>
                <a:effectLst/>
                <a:latin typeface="Roboto" panose="02000000000000000000" pitchFamily="2" charset="0"/>
              </a:rPr>
              <a:t>inclusion a relancé le débat de la place des personnes trans dans les mouvements féministes</a:t>
            </a:r>
            <a:r>
              <a:rPr lang="fr-FR" sz="2400" b="0" i="0" dirty="0">
                <a:solidFill>
                  <a:schemeClr val="bg1"/>
                </a:solidFill>
                <a:effectLst/>
                <a:latin typeface="Roboto" panose="02000000000000000000" pitchFamily="2" charset="0"/>
              </a:rPr>
              <a:t> en France. C’est surtout sur les réseaux sociaux que déferlent les commentaires des militantes. Ils peuvent être très violents. Pour certaines femmes et quelques personnalités d’extrême-droite, cette campagne </a:t>
            </a:r>
            <a:r>
              <a:rPr lang="fr-FR" sz="2400" b="1" i="0" dirty="0">
                <a:solidFill>
                  <a:schemeClr val="bg1"/>
                </a:solidFill>
                <a:effectLst/>
                <a:latin typeface="Roboto" panose="02000000000000000000" pitchFamily="2" charset="0"/>
              </a:rPr>
              <a:t>promeut une dangereuse « théorie de genre »</a:t>
            </a:r>
            <a:r>
              <a:rPr lang="fr-FR" sz="2400" b="0" i="0" dirty="0">
                <a:solidFill>
                  <a:schemeClr val="bg1"/>
                </a:solidFill>
                <a:effectLst/>
                <a:latin typeface="Roboto" panose="02000000000000000000" pitchFamily="2" charset="0"/>
              </a:rPr>
              <a:t>. Pour d’autres, il est question d’</a:t>
            </a:r>
            <a:r>
              <a:rPr lang="fr-FR" sz="2400" b="1" i="0" dirty="0">
                <a:solidFill>
                  <a:schemeClr val="bg1"/>
                </a:solidFill>
                <a:effectLst/>
                <a:latin typeface="Roboto" panose="02000000000000000000" pitchFamily="2" charset="0"/>
              </a:rPr>
              <a:t>inclure toutes les personnes ayant un utérus dans l’accès aux soins</a:t>
            </a:r>
            <a:r>
              <a:rPr lang="fr-FR" sz="2400" b="0" i="0" dirty="0">
                <a:solidFill>
                  <a:schemeClr val="bg1"/>
                </a:solidFill>
                <a:effectLst/>
                <a:latin typeface="Roboto" panose="02000000000000000000" pitchFamily="2" charset="0"/>
              </a:rPr>
              <a:t>, sans que l’on vienne débattre de leur identité.</a:t>
            </a:r>
          </a:p>
        </p:txBody>
      </p:sp>
      <p:sp>
        <p:nvSpPr>
          <p:cNvPr id="3" name="ZoneTexte 2">
            <a:extLst>
              <a:ext uri="{FF2B5EF4-FFF2-40B4-BE49-F238E27FC236}">
                <a16:creationId xmlns:a16="http://schemas.microsoft.com/office/drawing/2014/main" id="{463FB4B0-CCAC-E634-287C-CAE9BD4BDD16}"/>
              </a:ext>
            </a:extLst>
          </p:cNvPr>
          <p:cNvSpPr txBox="1"/>
          <p:nvPr/>
        </p:nvSpPr>
        <p:spPr>
          <a:xfrm>
            <a:off x="11049000" y="5057775"/>
            <a:ext cx="643555" cy="1107996"/>
          </a:xfrm>
          <a:prstGeom prst="rect">
            <a:avLst/>
          </a:prstGeom>
          <a:noFill/>
        </p:spPr>
        <p:txBody>
          <a:bodyPr wrap="square" rtlCol="0">
            <a:spAutoFit/>
          </a:bodyPr>
          <a:lstStyle/>
          <a:p>
            <a:r>
              <a:rPr lang="fr-FR" sz="6600" b="1" dirty="0">
                <a:solidFill>
                  <a:srgbClr val="310147"/>
                </a:solidFill>
                <a:latin typeface="Montserrat" panose="00000500000000000000" pitchFamily="2" charset="0"/>
              </a:rPr>
              <a:t>1</a:t>
            </a:r>
          </a:p>
        </p:txBody>
      </p:sp>
      <p:sp>
        <p:nvSpPr>
          <p:cNvPr id="4" name="ZoneTexte 3">
            <a:extLst>
              <a:ext uri="{FF2B5EF4-FFF2-40B4-BE49-F238E27FC236}">
                <a16:creationId xmlns:a16="http://schemas.microsoft.com/office/drawing/2014/main" id="{32F393D6-7AA8-E996-1117-6247A9264C70}"/>
              </a:ext>
            </a:extLst>
          </p:cNvPr>
          <p:cNvSpPr txBox="1"/>
          <p:nvPr/>
        </p:nvSpPr>
        <p:spPr>
          <a:xfrm>
            <a:off x="3810000" y="1194959"/>
            <a:ext cx="6096000" cy="646331"/>
          </a:xfrm>
          <a:prstGeom prst="rect">
            <a:avLst/>
          </a:prstGeom>
          <a:noFill/>
        </p:spPr>
        <p:txBody>
          <a:bodyPr wrap="square">
            <a:spAutoFit/>
          </a:bodyPr>
          <a:lstStyle/>
          <a:p>
            <a:r>
              <a:rPr lang="fr-FR" b="1" i="0" dirty="0">
                <a:solidFill>
                  <a:srgbClr val="660066"/>
                </a:solidFill>
                <a:effectLst/>
                <a:latin typeface="EB Garamond" panose="00000500000000000000" pitchFamily="2" charset="0"/>
              </a:rPr>
              <a:t>Féminisme et transidentité : pourquoi une telle controverse ?</a:t>
            </a:r>
          </a:p>
          <a:p>
            <a:r>
              <a:rPr lang="fr-FR" b="1" dirty="0">
                <a:solidFill>
                  <a:srgbClr val="660066"/>
                </a:solidFill>
                <a:latin typeface="EB Garamond" panose="00000500000000000000" pitchFamily="2" charset="0"/>
              </a:rPr>
              <a:t>Source : The Body </a:t>
            </a:r>
            <a:r>
              <a:rPr lang="fr-FR" b="1" dirty="0" err="1">
                <a:solidFill>
                  <a:srgbClr val="660066"/>
                </a:solidFill>
                <a:latin typeface="EB Garamond" panose="00000500000000000000" pitchFamily="2" charset="0"/>
              </a:rPr>
              <a:t>Optimist</a:t>
            </a:r>
            <a:endParaRPr lang="fr-FR" dirty="0">
              <a:solidFill>
                <a:srgbClr val="660066"/>
              </a:solidFill>
            </a:endParaRPr>
          </a:p>
        </p:txBody>
      </p:sp>
      <p:sp>
        <p:nvSpPr>
          <p:cNvPr id="7" name="ZoneTexte 6">
            <a:extLst>
              <a:ext uri="{FF2B5EF4-FFF2-40B4-BE49-F238E27FC236}">
                <a16:creationId xmlns:a16="http://schemas.microsoft.com/office/drawing/2014/main" id="{AE9CECED-1A5F-B6CA-26AC-54D9EFAAEC02}"/>
              </a:ext>
            </a:extLst>
          </p:cNvPr>
          <p:cNvSpPr txBox="1"/>
          <p:nvPr/>
        </p:nvSpPr>
        <p:spPr>
          <a:xfrm>
            <a:off x="412750" y="304180"/>
            <a:ext cx="6129336" cy="461665"/>
          </a:xfrm>
          <a:prstGeom prst="rect">
            <a:avLst/>
          </a:prstGeom>
          <a:noFill/>
          <a:effectLst/>
        </p:spPr>
        <p:txBody>
          <a:bodyPr wrap="square">
            <a:spAutoFit/>
          </a:bodyPr>
          <a:lstStyle/>
          <a:p>
            <a:r>
              <a:rPr lang="fr-FR" sz="2400" dirty="0">
                <a:solidFill>
                  <a:srgbClr val="660066">
                    <a:alpha val="35000"/>
                  </a:srgbClr>
                </a:solidFill>
                <a:latin typeface="Bebas Neue" panose="020B0606020202050201" pitchFamily="34" charset="0"/>
              </a:rPr>
              <a:t>Les féminismes intersectionnels, inclusifs, radicaux…</a:t>
            </a:r>
          </a:p>
        </p:txBody>
      </p:sp>
      <p:sp>
        <p:nvSpPr>
          <p:cNvPr id="5" name="Forme libre : forme 4">
            <a:extLst>
              <a:ext uri="{FF2B5EF4-FFF2-40B4-BE49-F238E27FC236}">
                <a16:creationId xmlns:a16="http://schemas.microsoft.com/office/drawing/2014/main" id="{F91AA7B6-5AEA-56F3-B664-7E4592D77B8D}"/>
              </a:ext>
            </a:extLst>
          </p:cNvPr>
          <p:cNvSpPr/>
          <p:nvPr/>
        </p:nvSpPr>
        <p:spPr>
          <a:xfrm>
            <a:off x="-878889" y="0"/>
            <a:ext cx="11635405" cy="6858000"/>
          </a:xfrm>
          <a:custGeom>
            <a:avLst/>
            <a:gdLst>
              <a:gd name="connsiteX0" fmla="*/ 0 w 11635405"/>
              <a:gd name="connsiteY0" fmla="*/ 0 h 6858000"/>
              <a:gd name="connsiteX1" fmla="*/ 10946167 w 11635405"/>
              <a:gd name="connsiteY1" fmla="*/ 0 h 6858000"/>
              <a:gd name="connsiteX2" fmla="*/ 10946167 w 11635405"/>
              <a:gd name="connsiteY2" fmla="*/ 3830345 h 6858000"/>
              <a:gd name="connsiteX3" fmla="*/ 11488920 w 11635405"/>
              <a:gd name="connsiteY3" fmla="*/ 3830345 h 6858000"/>
              <a:gd name="connsiteX4" fmla="*/ 11635405 w 11635405"/>
              <a:gd name="connsiteY4" fmla="*/ 3976830 h 6858000"/>
              <a:gd name="connsiteX5" fmla="*/ 11635405 w 11635405"/>
              <a:gd name="connsiteY5" fmla="*/ 4562750 h 6858000"/>
              <a:gd name="connsiteX6" fmla="*/ 11488920 w 11635405"/>
              <a:gd name="connsiteY6" fmla="*/ 4709235 h 6858000"/>
              <a:gd name="connsiteX7" fmla="*/ 10946167 w 11635405"/>
              <a:gd name="connsiteY7" fmla="*/ 4709235 h 6858000"/>
              <a:gd name="connsiteX8" fmla="*/ 10946167 w 11635405"/>
              <a:gd name="connsiteY8" fmla="*/ 6858000 h 6858000"/>
              <a:gd name="connsiteX9" fmla="*/ 0 w 11635405"/>
              <a:gd name="connsiteY9"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635405" h="6858000">
                <a:moveTo>
                  <a:pt x="0" y="0"/>
                </a:moveTo>
                <a:lnTo>
                  <a:pt x="10946167" y="0"/>
                </a:lnTo>
                <a:lnTo>
                  <a:pt x="10946167" y="3830345"/>
                </a:lnTo>
                <a:lnTo>
                  <a:pt x="11488920" y="3830345"/>
                </a:lnTo>
                <a:cubicBezTo>
                  <a:pt x="11569821" y="3830345"/>
                  <a:pt x="11635405" y="3895929"/>
                  <a:pt x="11635405" y="3976830"/>
                </a:cubicBezTo>
                <a:lnTo>
                  <a:pt x="11635405" y="4562750"/>
                </a:lnTo>
                <a:cubicBezTo>
                  <a:pt x="11635405" y="4643651"/>
                  <a:pt x="11569821" y="4709235"/>
                  <a:pt x="11488920" y="4709235"/>
                </a:cubicBezTo>
                <a:lnTo>
                  <a:pt x="10946167" y="4709235"/>
                </a:lnTo>
                <a:lnTo>
                  <a:pt x="10946167" y="6858000"/>
                </a:lnTo>
                <a:lnTo>
                  <a:pt x="0" y="6858000"/>
                </a:lnTo>
                <a:close/>
              </a:path>
            </a:pathLst>
          </a:custGeom>
          <a:solidFill>
            <a:srgbClr val="EF7DC4"/>
          </a:solidFill>
          <a:ln>
            <a:noFill/>
          </a:ln>
          <a:effectLst>
            <a:outerShdw blurRad="127000" dist="63500" algn="ctr" rotWithShape="0">
              <a:srgbClr val="000000">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6" name="ZoneTexte 5">
            <a:extLst>
              <a:ext uri="{FF2B5EF4-FFF2-40B4-BE49-F238E27FC236}">
                <a16:creationId xmlns:a16="http://schemas.microsoft.com/office/drawing/2014/main" id="{07F85794-9C43-E9AB-9487-744976D8003B}"/>
              </a:ext>
            </a:extLst>
          </p:cNvPr>
          <p:cNvSpPr txBox="1"/>
          <p:nvPr/>
        </p:nvSpPr>
        <p:spPr>
          <a:xfrm>
            <a:off x="10112961" y="3751489"/>
            <a:ext cx="643555" cy="1107996"/>
          </a:xfrm>
          <a:prstGeom prst="rect">
            <a:avLst/>
          </a:prstGeom>
          <a:noFill/>
        </p:spPr>
        <p:txBody>
          <a:bodyPr wrap="square" rtlCol="0">
            <a:spAutoFit/>
          </a:bodyPr>
          <a:lstStyle/>
          <a:p>
            <a:r>
              <a:rPr lang="fr-FR" sz="6600" b="1" dirty="0">
                <a:solidFill>
                  <a:srgbClr val="E32199"/>
                </a:solidFill>
                <a:latin typeface="Montserrat" panose="00000500000000000000" pitchFamily="2" charset="0"/>
              </a:rPr>
              <a:t>2</a:t>
            </a:r>
          </a:p>
        </p:txBody>
      </p:sp>
      <p:sp>
        <p:nvSpPr>
          <p:cNvPr id="9" name="ZoneTexte 8">
            <a:extLst>
              <a:ext uri="{FF2B5EF4-FFF2-40B4-BE49-F238E27FC236}">
                <a16:creationId xmlns:a16="http://schemas.microsoft.com/office/drawing/2014/main" id="{4E4AA06A-F78D-CC46-1407-412C7CD913AE}"/>
              </a:ext>
            </a:extLst>
          </p:cNvPr>
          <p:cNvSpPr txBox="1"/>
          <p:nvPr/>
        </p:nvSpPr>
        <p:spPr>
          <a:xfrm>
            <a:off x="289711" y="2002776"/>
            <a:ext cx="8944361" cy="3785652"/>
          </a:xfrm>
          <a:prstGeom prst="rect">
            <a:avLst/>
          </a:prstGeom>
          <a:noFill/>
        </p:spPr>
        <p:txBody>
          <a:bodyPr wrap="square">
            <a:spAutoFit/>
          </a:bodyPr>
          <a:lstStyle/>
          <a:p>
            <a:pPr algn="just"/>
            <a:r>
              <a:rPr lang="fr-FR" sz="2400" b="0" i="0" dirty="0">
                <a:solidFill>
                  <a:schemeClr val="bg1"/>
                </a:solidFill>
                <a:effectLst>
                  <a:outerShdw blurRad="50800" dist="38100" algn="l" rotWithShape="0">
                    <a:prstClr val="black">
                      <a:alpha val="40000"/>
                    </a:prstClr>
                  </a:outerShdw>
                </a:effectLst>
                <a:latin typeface="Roboto" panose="02000000000000000000" pitchFamily="2" charset="0"/>
              </a:rPr>
              <a:t>Grossièrement, il y a deux écoles. D’un côté, les féministes « intersectionnelles » ou « inclusives ». Celles-ci soutiennent que les </a:t>
            </a:r>
            <a:r>
              <a:rPr lang="fr-FR" sz="2400" b="0" i="0" u="none" strike="noStrike" dirty="0">
                <a:solidFill>
                  <a:schemeClr val="bg1"/>
                </a:solidFill>
                <a:effectLst>
                  <a:outerShdw blurRad="50800" dist="38100" algn="l" rotWithShape="0">
                    <a:prstClr val="black">
                      <a:alpha val="40000"/>
                    </a:prstClr>
                  </a:outerShdw>
                </a:effectLst>
                <a:latin typeface="Roboto" panose="02000000000000000000" pitchFamily="2" charset="0"/>
                <a:hlinkClick r:id="rId3">
                  <a:extLst>
                    <a:ext uri="{A12FA001-AC4F-418D-AE19-62706E023703}">
                      <ahyp:hlinkClr xmlns:ahyp="http://schemas.microsoft.com/office/drawing/2018/hyperlinkcolor" val="tx"/>
                    </a:ext>
                  </a:extLst>
                </a:hlinkClick>
              </a:rPr>
              <a:t>femmes trans</a:t>
            </a:r>
            <a:r>
              <a:rPr lang="fr-FR" sz="2400" b="0" i="0" dirty="0">
                <a:solidFill>
                  <a:schemeClr val="bg1"/>
                </a:solidFill>
                <a:effectLst>
                  <a:outerShdw blurRad="50800" dist="38100" algn="l" rotWithShape="0">
                    <a:prstClr val="black">
                      <a:alpha val="40000"/>
                    </a:prstClr>
                  </a:outerShdw>
                </a:effectLst>
                <a:latin typeface="Roboto" panose="02000000000000000000" pitchFamily="2" charset="0"/>
              </a:rPr>
              <a:t> </a:t>
            </a:r>
            <a:r>
              <a:rPr lang="fr-FR" sz="2400" b="1" i="0" dirty="0">
                <a:solidFill>
                  <a:schemeClr val="bg1"/>
                </a:solidFill>
                <a:effectLst>
                  <a:outerShdw blurRad="50800" dist="38100" algn="l" rotWithShape="0">
                    <a:prstClr val="black">
                      <a:alpha val="40000"/>
                    </a:prstClr>
                  </a:outerShdw>
                </a:effectLst>
                <a:latin typeface="Roboto" panose="02000000000000000000" pitchFamily="2" charset="0"/>
              </a:rPr>
              <a:t>sont des femmes de par leur sentiment et leur expérience individuelle</a:t>
            </a:r>
            <a:r>
              <a:rPr lang="fr-FR" sz="2400" b="0" i="0" dirty="0">
                <a:solidFill>
                  <a:schemeClr val="bg1"/>
                </a:solidFill>
                <a:effectLst>
                  <a:outerShdw blurRad="50800" dist="38100" algn="l" rotWithShape="0">
                    <a:prstClr val="black">
                      <a:alpha val="40000"/>
                    </a:prstClr>
                  </a:outerShdw>
                </a:effectLst>
                <a:latin typeface="Roboto" panose="02000000000000000000" pitchFamily="2" charset="0"/>
              </a:rPr>
              <a:t>. Elles cherchent à lutter ensemble contre le patriarcat. De l’autre côté, les féministes « radicales » ou « critiques du genre ». Celles-ci </a:t>
            </a:r>
            <a:r>
              <a:rPr lang="fr-FR" sz="2400" b="1" i="0" dirty="0">
                <a:solidFill>
                  <a:schemeClr val="bg1"/>
                </a:solidFill>
                <a:effectLst>
                  <a:outerShdw blurRad="50800" dist="38100" algn="l" rotWithShape="0">
                    <a:prstClr val="black">
                      <a:alpha val="40000"/>
                    </a:prstClr>
                  </a:outerShdw>
                </a:effectLst>
                <a:latin typeface="Roboto" panose="02000000000000000000" pitchFamily="2" charset="0"/>
              </a:rPr>
              <a:t>définissent les femmes à partir de critères biologiques communs</a:t>
            </a:r>
            <a:r>
              <a:rPr lang="fr-FR" sz="2400" b="0" i="0" dirty="0">
                <a:solidFill>
                  <a:schemeClr val="bg1"/>
                </a:solidFill>
                <a:effectLst>
                  <a:outerShdw blurRad="50800" dist="38100" algn="l" rotWithShape="0">
                    <a:prstClr val="black">
                      <a:alpha val="40000"/>
                    </a:prstClr>
                  </a:outerShdw>
                </a:effectLst>
                <a:latin typeface="Roboto" panose="02000000000000000000" pitchFamily="2" charset="0"/>
              </a:rPr>
              <a:t>. Elles excluent par conséquent les femmes trans de la catégorie. Ou pour les féministes inclusives, les « </a:t>
            </a:r>
            <a:r>
              <a:rPr lang="fr-FR" sz="2400" b="1" i="0" dirty="0">
                <a:solidFill>
                  <a:schemeClr val="bg1"/>
                </a:solidFill>
                <a:effectLst>
                  <a:outerShdw blurRad="50800" dist="38100" algn="l" rotWithShape="0">
                    <a:prstClr val="black">
                      <a:alpha val="40000"/>
                    </a:prstClr>
                  </a:outerShdw>
                </a:effectLst>
                <a:latin typeface="Roboto" panose="02000000000000000000" pitchFamily="2" charset="0"/>
              </a:rPr>
              <a:t>TERF</a:t>
            </a:r>
            <a:r>
              <a:rPr lang="fr-FR" sz="2400" b="0" i="0" dirty="0">
                <a:solidFill>
                  <a:schemeClr val="bg1"/>
                </a:solidFill>
                <a:effectLst>
                  <a:outerShdw blurRad="50800" dist="38100" algn="l" rotWithShape="0">
                    <a:prstClr val="black">
                      <a:alpha val="40000"/>
                    </a:prstClr>
                  </a:outerShdw>
                </a:effectLst>
                <a:latin typeface="Roboto" panose="02000000000000000000" pitchFamily="2" charset="0"/>
              </a:rPr>
              <a:t> » (comprenez en anglais « trans-</a:t>
            </a:r>
            <a:r>
              <a:rPr lang="fr-FR" sz="2400" b="0" i="0" dirty="0" err="1">
                <a:solidFill>
                  <a:schemeClr val="bg1"/>
                </a:solidFill>
                <a:effectLst>
                  <a:outerShdw blurRad="50800" dist="38100" algn="l" rotWithShape="0">
                    <a:prstClr val="black">
                      <a:alpha val="40000"/>
                    </a:prstClr>
                  </a:outerShdw>
                </a:effectLst>
                <a:latin typeface="Roboto" panose="02000000000000000000" pitchFamily="2" charset="0"/>
              </a:rPr>
              <a:t>exclusionary</a:t>
            </a:r>
            <a:r>
              <a:rPr lang="fr-FR" sz="2400" b="0" i="0" dirty="0">
                <a:solidFill>
                  <a:schemeClr val="bg1"/>
                </a:solidFill>
                <a:effectLst>
                  <a:outerShdw blurRad="50800" dist="38100" algn="l" rotWithShape="0">
                    <a:prstClr val="black">
                      <a:alpha val="40000"/>
                    </a:prstClr>
                  </a:outerShdw>
                </a:effectLst>
                <a:latin typeface="Roboto" panose="02000000000000000000" pitchFamily="2" charset="0"/>
              </a:rPr>
              <a:t> radical </a:t>
            </a:r>
            <a:r>
              <a:rPr lang="fr-FR" sz="2400" b="0" i="0" dirty="0" err="1">
                <a:solidFill>
                  <a:schemeClr val="bg1"/>
                </a:solidFill>
                <a:effectLst>
                  <a:outerShdw blurRad="50800" dist="38100" algn="l" rotWithShape="0">
                    <a:prstClr val="black">
                      <a:alpha val="40000"/>
                    </a:prstClr>
                  </a:outerShdw>
                </a:effectLst>
                <a:latin typeface="Roboto" panose="02000000000000000000" pitchFamily="2" charset="0"/>
              </a:rPr>
              <a:t>feminist</a:t>
            </a:r>
            <a:r>
              <a:rPr lang="fr-FR" sz="2400" b="0" i="0" dirty="0">
                <a:solidFill>
                  <a:schemeClr val="bg1"/>
                </a:solidFill>
                <a:effectLst>
                  <a:outerShdw blurRad="50800" dist="38100" algn="l" rotWithShape="0">
                    <a:prstClr val="black">
                      <a:alpha val="40000"/>
                    </a:prstClr>
                  </a:outerShdw>
                </a:effectLst>
                <a:latin typeface="Roboto" panose="02000000000000000000" pitchFamily="2" charset="0"/>
              </a:rPr>
              <a:t> » soit « féministes radicales excluant les trans »).</a:t>
            </a:r>
          </a:p>
        </p:txBody>
      </p:sp>
      <p:sp>
        <p:nvSpPr>
          <p:cNvPr id="11" name="Forme libre : forme 10">
            <a:extLst>
              <a:ext uri="{FF2B5EF4-FFF2-40B4-BE49-F238E27FC236}">
                <a16:creationId xmlns:a16="http://schemas.microsoft.com/office/drawing/2014/main" id="{CF593422-0C07-5F13-0591-9D9F2BDE276D}"/>
              </a:ext>
            </a:extLst>
          </p:cNvPr>
          <p:cNvSpPr/>
          <p:nvPr/>
        </p:nvSpPr>
        <p:spPr>
          <a:xfrm>
            <a:off x="-11638178" y="0"/>
            <a:ext cx="11635405" cy="6858000"/>
          </a:xfrm>
          <a:custGeom>
            <a:avLst/>
            <a:gdLst>
              <a:gd name="connsiteX0" fmla="*/ 0 w 11635405"/>
              <a:gd name="connsiteY0" fmla="*/ 0 h 6858000"/>
              <a:gd name="connsiteX1" fmla="*/ 10946167 w 11635405"/>
              <a:gd name="connsiteY1" fmla="*/ 0 h 6858000"/>
              <a:gd name="connsiteX2" fmla="*/ 10946167 w 11635405"/>
              <a:gd name="connsiteY2" fmla="*/ 2475436 h 6858000"/>
              <a:gd name="connsiteX3" fmla="*/ 11488920 w 11635405"/>
              <a:gd name="connsiteY3" fmla="*/ 2475436 h 6858000"/>
              <a:gd name="connsiteX4" fmla="*/ 11635405 w 11635405"/>
              <a:gd name="connsiteY4" fmla="*/ 2621921 h 6858000"/>
              <a:gd name="connsiteX5" fmla="*/ 11635405 w 11635405"/>
              <a:gd name="connsiteY5" fmla="*/ 3207841 h 6858000"/>
              <a:gd name="connsiteX6" fmla="*/ 11488920 w 11635405"/>
              <a:gd name="connsiteY6" fmla="*/ 3354326 h 6858000"/>
              <a:gd name="connsiteX7" fmla="*/ 10946167 w 11635405"/>
              <a:gd name="connsiteY7" fmla="*/ 3354326 h 6858000"/>
              <a:gd name="connsiteX8" fmla="*/ 10946167 w 11635405"/>
              <a:gd name="connsiteY8" fmla="*/ 6858000 h 6858000"/>
              <a:gd name="connsiteX9" fmla="*/ 0 w 11635405"/>
              <a:gd name="connsiteY9"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635405" h="6858000">
                <a:moveTo>
                  <a:pt x="0" y="0"/>
                </a:moveTo>
                <a:lnTo>
                  <a:pt x="10946167" y="0"/>
                </a:lnTo>
                <a:lnTo>
                  <a:pt x="10946167" y="2475436"/>
                </a:lnTo>
                <a:lnTo>
                  <a:pt x="11488920" y="2475436"/>
                </a:lnTo>
                <a:cubicBezTo>
                  <a:pt x="11569821" y="2475436"/>
                  <a:pt x="11635405" y="2541020"/>
                  <a:pt x="11635405" y="2621921"/>
                </a:cubicBezTo>
                <a:lnTo>
                  <a:pt x="11635405" y="3207841"/>
                </a:lnTo>
                <a:cubicBezTo>
                  <a:pt x="11635405" y="3288742"/>
                  <a:pt x="11569821" y="3354326"/>
                  <a:pt x="11488920" y="3354326"/>
                </a:cubicBezTo>
                <a:lnTo>
                  <a:pt x="10946167" y="3354326"/>
                </a:lnTo>
                <a:lnTo>
                  <a:pt x="10946167" y="6858000"/>
                </a:lnTo>
                <a:lnTo>
                  <a:pt x="0" y="6858000"/>
                </a:lnTo>
                <a:close/>
              </a:path>
            </a:pathLst>
          </a:custGeom>
          <a:solidFill>
            <a:srgbClr val="F6B8DE"/>
          </a:solidFill>
          <a:ln>
            <a:noFill/>
          </a:ln>
          <a:effectLst>
            <a:outerShdw blurRad="127000" dist="63500" algn="ctr" rotWithShape="0">
              <a:srgbClr val="000000">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dirty="0"/>
          </a:p>
        </p:txBody>
      </p:sp>
      <p:sp>
        <p:nvSpPr>
          <p:cNvPr id="12" name="Forme libre : forme 11">
            <a:extLst>
              <a:ext uri="{FF2B5EF4-FFF2-40B4-BE49-F238E27FC236}">
                <a16:creationId xmlns:a16="http://schemas.microsoft.com/office/drawing/2014/main" id="{658AD2F1-AAA8-D605-35F6-53A9BC7C1126}"/>
              </a:ext>
            </a:extLst>
          </p:cNvPr>
          <p:cNvSpPr/>
          <p:nvPr/>
        </p:nvSpPr>
        <p:spPr>
          <a:xfrm>
            <a:off x="-12518165" y="0"/>
            <a:ext cx="11635405" cy="6858000"/>
          </a:xfrm>
          <a:custGeom>
            <a:avLst/>
            <a:gdLst>
              <a:gd name="connsiteX0" fmla="*/ 0 w 11635405"/>
              <a:gd name="connsiteY0" fmla="*/ 0 h 6858000"/>
              <a:gd name="connsiteX1" fmla="*/ 10946167 w 11635405"/>
              <a:gd name="connsiteY1" fmla="*/ 0 h 6858000"/>
              <a:gd name="connsiteX2" fmla="*/ 10946167 w 11635405"/>
              <a:gd name="connsiteY2" fmla="*/ 1120527 h 6858000"/>
              <a:gd name="connsiteX3" fmla="*/ 11488920 w 11635405"/>
              <a:gd name="connsiteY3" fmla="*/ 1120527 h 6858000"/>
              <a:gd name="connsiteX4" fmla="*/ 11635405 w 11635405"/>
              <a:gd name="connsiteY4" fmla="*/ 1267012 h 6858000"/>
              <a:gd name="connsiteX5" fmla="*/ 11635405 w 11635405"/>
              <a:gd name="connsiteY5" fmla="*/ 1852932 h 6858000"/>
              <a:gd name="connsiteX6" fmla="*/ 11488920 w 11635405"/>
              <a:gd name="connsiteY6" fmla="*/ 1999417 h 6858000"/>
              <a:gd name="connsiteX7" fmla="*/ 10946167 w 11635405"/>
              <a:gd name="connsiteY7" fmla="*/ 1999417 h 6858000"/>
              <a:gd name="connsiteX8" fmla="*/ 10946167 w 11635405"/>
              <a:gd name="connsiteY8" fmla="*/ 6858000 h 6858000"/>
              <a:gd name="connsiteX9" fmla="*/ 0 w 11635405"/>
              <a:gd name="connsiteY9"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635405" h="6858000">
                <a:moveTo>
                  <a:pt x="0" y="0"/>
                </a:moveTo>
                <a:lnTo>
                  <a:pt x="10946167" y="0"/>
                </a:lnTo>
                <a:lnTo>
                  <a:pt x="10946167" y="1120527"/>
                </a:lnTo>
                <a:lnTo>
                  <a:pt x="11488920" y="1120527"/>
                </a:lnTo>
                <a:cubicBezTo>
                  <a:pt x="11569821" y="1120527"/>
                  <a:pt x="11635405" y="1186111"/>
                  <a:pt x="11635405" y="1267012"/>
                </a:cubicBezTo>
                <a:lnTo>
                  <a:pt x="11635405" y="1852932"/>
                </a:lnTo>
                <a:cubicBezTo>
                  <a:pt x="11635405" y="1933833"/>
                  <a:pt x="11569821" y="1999417"/>
                  <a:pt x="11488920" y="1999417"/>
                </a:cubicBezTo>
                <a:lnTo>
                  <a:pt x="10946167" y="1999417"/>
                </a:lnTo>
                <a:lnTo>
                  <a:pt x="10946167" y="6858000"/>
                </a:lnTo>
                <a:lnTo>
                  <a:pt x="0" y="6858000"/>
                </a:lnTo>
                <a:close/>
              </a:path>
            </a:pathLst>
          </a:custGeom>
          <a:solidFill>
            <a:srgbClr val="FBE1F1"/>
          </a:solidFill>
          <a:ln>
            <a:noFill/>
          </a:ln>
          <a:effectLst>
            <a:outerShdw blurRad="127000" dist="508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14" name="ZoneTexte 13">
            <a:extLst>
              <a:ext uri="{FF2B5EF4-FFF2-40B4-BE49-F238E27FC236}">
                <a16:creationId xmlns:a16="http://schemas.microsoft.com/office/drawing/2014/main" id="{C9804185-13E0-92C6-1D54-A4C690F91951}"/>
              </a:ext>
            </a:extLst>
          </p:cNvPr>
          <p:cNvSpPr txBox="1"/>
          <p:nvPr/>
        </p:nvSpPr>
        <p:spPr>
          <a:xfrm>
            <a:off x="-675212" y="2402559"/>
            <a:ext cx="643555" cy="1107996"/>
          </a:xfrm>
          <a:prstGeom prst="rect">
            <a:avLst/>
          </a:prstGeom>
          <a:noFill/>
        </p:spPr>
        <p:txBody>
          <a:bodyPr wrap="square" rtlCol="0">
            <a:spAutoFit/>
          </a:bodyPr>
          <a:lstStyle/>
          <a:p>
            <a:r>
              <a:rPr lang="fr-FR" sz="6600" b="1" dirty="0">
                <a:solidFill>
                  <a:srgbClr val="EF7DC4"/>
                </a:solidFill>
                <a:latin typeface="Montserrat" panose="00000500000000000000" pitchFamily="2" charset="0"/>
              </a:rPr>
              <a:t>3</a:t>
            </a:r>
          </a:p>
        </p:txBody>
      </p:sp>
      <p:sp>
        <p:nvSpPr>
          <p:cNvPr id="15" name="ZoneTexte 14">
            <a:extLst>
              <a:ext uri="{FF2B5EF4-FFF2-40B4-BE49-F238E27FC236}">
                <a16:creationId xmlns:a16="http://schemas.microsoft.com/office/drawing/2014/main" id="{61D60DBC-D236-CD48-8486-E2102721A749}"/>
              </a:ext>
            </a:extLst>
          </p:cNvPr>
          <p:cNvSpPr txBox="1"/>
          <p:nvPr/>
        </p:nvSpPr>
        <p:spPr>
          <a:xfrm>
            <a:off x="-1654990" y="1017342"/>
            <a:ext cx="643555" cy="1107996"/>
          </a:xfrm>
          <a:prstGeom prst="rect">
            <a:avLst/>
          </a:prstGeom>
          <a:noFill/>
        </p:spPr>
        <p:txBody>
          <a:bodyPr wrap="square" rtlCol="0">
            <a:spAutoFit/>
          </a:bodyPr>
          <a:lstStyle/>
          <a:p>
            <a:r>
              <a:rPr lang="fr-FR" sz="6600" b="1" dirty="0">
                <a:solidFill>
                  <a:srgbClr val="F6B8DE"/>
                </a:solidFill>
                <a:latin typeface="Montserrat" panose="00000500000000000000" pitchFamily="2" charset="0"/>
              </a:rPr>
              <a:t>4</a:t>
            </a:r>
          </a:p>
        </p:txBody>
      </p:sp>
      <p:sp>
        <p:nvSpPr>
          <p:cNvPr id="16" name="ZoneTexte 15">
            <a:extLst>
              <a:ext uri="{FF2B5EF4-FFF2-40B4-BE49-F238E27FC236}">
                <a16:creationId xmlns:a16="http://schemas.microsoft.com/office/drawing/2014/main" id="{3D536C81-7519-AF58-8A84-69CB87BBCA51}"/>
              </a:ext>
            </a:extLst>
          </p:cNvPr>
          <p:cNvSpPr txBox="1"/>
          <p:nvPr/>
        </p:nvSpPr>
        <p:spPr>
          <a:xfrm>
            <a:off x="315311" y="700693"/>
            <a:ext cx="6400800" cy="369332"/>
          </a:xfrm>
          <a:prstGeom prst="rect">
            <a:avLst/>
          </a:prstGeom>
          <a:noFill/>
          <a:effectLst/>
        </p:spPr>
        <p:txBody>
          <a:bodyPr wrap="square">
            <a:spAutoFit/>
          </a:bodyPr>
          <a:lstStyle>
            <a:defPPr>
              <a:defRPr lang="en-US"/>
            </a:defPPr>
            <a:lvl1pPr>
              <a:defRPr sz="2400">
                <a:solidFill>
                  <a:srgbClr val="660066">
                    <a:alpha val="35000"/>
                  </a:srgbClr>
                </a:solidFill>
                <a:latin typeface="Bebas Neue" panose="020B0606020202050201" pitchFamily="34" charset="0"/>
              </a:defRPr>
            </a:lvl1pPr>
          </a:lstStyle>
          <a:p>
            <a:r>
              <a:rPr lang="fr-FR" dirty="0">
                <a:solidFill>
                  <a:srgbClr val="E32199"/>
                </a:solidFill>
              </a:rPr>
              <a:t>Les féminismes intersectionnels, inclusifs, radicaux…</a:t>
            </a:r>
          </a:p>
        </p:txBody>
      </p:sp>
      <p:pic>
        <p:nvPicPr>
          <p:cNvPr id="10" name="Caméra 9">
            <a:extLst>
              <a:ext uri="{FF2B5EF4-FFF2-40B4-BE49-F238E27FC236}">
                <a16:creationId xmlns:a16="http://schemas.microsoft.com/office/drawing/2014/main" id="{C4A6A189-67F6-9318-5879-64C7726371F6}"/>
              </a:ext>
            </a:extLst>
          </p:cNvPr>
          <p:cNvPicPr>
            <a:picLocks noChangeAspect="1"/>
            <a:extLst>
              <a:ext uri="{51228E76-BA90-4043-B771-695A4F85340A}">
                <alf:liveFeedProps xmlns:alf="http://schemas.microsoft.com/office/drawing/2021/livefeed"/>
              </a:ext>
            </a:extLst>
          </p:cNvPicPr>
          <p:nvPr/>
        </p:nvPicPr>
        <p:blipFill>
          <a:blip r:embed="rId4">
            <a:extLst>
              <a:ext uri="{96DAC541-7B7A-43D3-8B79-37D633B846F1}">
                <asvg:svgBlip xmlns:asvg="http://schemas.microsoft.com/office/drawing/2016/SVG/main" r:embed="rId5"/>
              </a:ext>
            </a:extLst>
          </a:blip>
          <a:stretch>
            <a:fillRect/>
          </a:stretch>
        </p:blipFill>
        <p:spPr>
          <a:xfrm>
            <a:off x="10052304" y="4718304"/>
            <a:ext cx="2057400" cy="2057400"/>
          </a:xfrm>
          <a:prstGeom prst="ellipse">
            <a:avLst/>
          </a:prstGeom>
        </p:spPr>
      </p:pic>
      <p:pic>
        <p:nvPicPr>
          <p:cNvPr id="13" name="Caméra 12">
            <a:extLst>
              <a:ext uri="{FF2B5EF4-FFF2-40B4-BE49-F238E27FC236}">
                <a16:creationId xmlns:a16="http://schemas.microsoft.com/office/drawing/2014/main" id="{5706D8E0-D62F-FF78-EEFA-2670C7279BFE}"/>
              </a:ext>
            </a:extLst>
          </p:cNvPr>
          <p:cNvPicPr>
            <a:picLocks noChangeAspect="1"/>
            <a:extLst>
              <a:ext uri="{51228E76-BA90-4043-B771-695A4F85340A}">
                <alf:liveFeedProps xmlns:alf="http://schemas.microsoft.com/office/drawing/2021/livefeed"/>
              </a:ext>
            </a:extLst>
          </p:cNvPicPr>
          <p:nvPr/>
        </p:nvPicPr>
        <p:blipFill>
          <a:blip r:embed="rId4">
            <a:extLst>
              <a:ext uri="{96DAC541-7B7A-43D3-8B79-37D633B846F1}">
                <asvg:svgBlip xmlns:asvg="http://schemas.microsoft.com/office/drawing/2016/SVG/main" r:embed="rId5"/>
              </a:ext>
            </a:extLst>
          </a:blip>
          <a:stretch>
            <a:fillRect/>
          </a:stretch>
        </p:blipFill>
        <p:spPr>
          <a:xfrm>
            <a:off x="10052305" y="4718304"/>
            <a:ext cx="2057400" cy="2057400"/>
          </a:xfrm>
          <a:prstGeom prst="ellipse">
            <a:avLst/>
          </a:prstGeom>
          <a:ln>
            <a:noFill/>
          </a:ln>
          <a:effectLst>
            <a:softEdge rad="127000"/>
          </a:effectLst>
        </p:spPr>
      </p:pic>
      <p:pic>
        <p:nvPicPr>
          <p:cNvPr id="17" name="Caméra 16">
            <a:extLst>
              <a:ext uri="{FF2B5EF4-FFF2-40B4-BE49-F238E27FC236}">
                <a16:creationId xmlns:a16="http://schemas.microsoft.com/office/drawing/2014/main" id="{BAE3C7F8-6234-A2A8-07D8-686AD6C1EC33}"/>
              </a:ext>
            </a:extLst>
          </p:cNvPr>
          <p:cNvPicPr>
            <a:picLocks noChangeAspect="1"/>
            <a:extLst>
              <a:ext uri="{51228E76-BA90-4043-B771-695A4F85340A}">
                <alf:liveFeedProps xmlns:alf="http://schemas.microsoft.com/office/drawing/2021/livefeed"/>
              </a:ext>
            </a:extLst>
          </p:cNvPicPr>
          <p:nvPr/>
        </p:nvPicPr>
        <p:blipFill>
          <a:blip r:embed="rId4">
            <a:extLst>
              <a:ext uri="{96DAC541-7B7A-43D3-8B79-37D633B846F1}">
                <asvg:svgBlip xmlns:asvg="http://schemas.microsoft.com/office/drawing/2016/SVG/main" r:embed="rId5"/>
              </a:ext>
            </a:extLst>
          </a:blip>
          <a:stretch>
            <a:fillRect/>
          </a:stretch>
        </p:blipFill>
        <p:spPr>
          <a:xfrm>
            <a:off x="10895685" y="5668780"/>
            <a:ext cx="1124680" cy="1124680"/>
          </a:xfrm>
          <a:prstGeom prst="ellipse">
            <a:avLst/>
          </a:prstGeom>
          <a:ln w="19050" cap="rnd">
            <a:solidFill>
              <a:srgbClr val="404040"/>
            </a:solidFill>
          </a:ln>
          <a:effectLst/>
        </p:spPr>
      </p:pic>
    </p:spTree>
    <p:extLst>
      <p:ext uri="{BB962C8B-B14F-4D97-AF65-F5344CB8AC3E}">
        <p14:creationId xmlns:p14="http://schemas.microsoft.com/office/powerpoint/2010/main" val="252336709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6"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310147"/>
        </a:solidFill>
        <a:effectLst/>
      </p:bgPr>
    </p:bg>
    <p:spTree>
      <p:nvGrpSpPr>
        <p:cNvPr id="1" name=""/>
        <p:cNvGrpSpPr/>
        <p:nvPr/>
      </p:nvGrpSpPr>
      <p:grpSpPr>
        <a:xfrm>
          <a:off x="0" y="0"/>
          <a:ext cx="0" cy="0"/>
          <a:chOff x="0" y="0"/>
          <a:chExt cx="0" cy="0"/>
        </a:xfrm>
      </p:grpSpPr>
      <p:sp>
        <p:nvSpPr>
          <p:cNvPr id="8" name="Forme libre : forme 7">
            <a:extLst>
              <a:ext uri="{FF2B5EF4-FFF2-40B4-BE49-F238E27FC236}">
                <a16:creationId xmlns:a16="http://schemas.microsoft.com/office/drawing/2014/main" id="{D76CE248-90F3-3A8F-2880-07F5C158F758}"/>
              </a:ext>
            </a:extLst>
          </p:cNvPr>
          <p:cNvSpPr/>
          <p:nvPr/>
        </p:nvSpPr>
        <p:spPr>
          <a:xfrm>
            <a:off x="0" y="0"/>
            <a:ext cx="11635405" cy="6858000"/>
          </a:xfrm>
          <a:custGeom>
            <a:avLst/>
            <a:gdLst>
              <a:gd name="connsiteX0" fmla="*/ 0 w 11635405"/>
              <a:gd name="connsiteY0" fmla="*/ 0 h 6858000"/>
              <a:gd name="connsiteX1" fmla="*/ 10946167 w 11635405"/>
              <a:gd name="connsiteY1" fmla="*/ 0 h 6858000"/>
              <a:gd name="connsiteX2" fmla="*/ 10946167 w 11635405"/>
              <a:gd name="connsiteY2" fmla="*/ 5185254 h 6858000"/>
              <a:gd name="connsiteX3" fmla="*/ 11488920 w 11635405"/>
              <a:gd name="connsiteY3" fmla="*/ 5185254 h 6858000"/>
              <a:gd name="connsiteX4" fmla="*/ 11635405 w 11635405"/>
              <a:gd name="connsiteY4" fmla="*/ 5331739 h 6858000"/>
              <a:gd name="connsiteX5" fmla="*/ 11635405 w 11635405"/>
              <a:gd name="connsiteY5" fmla="*/ 5917659 h 6858000"/>
              <a:gd name="connsiteX6" fmla="*/ 11488920 w 11635405"/>
              <a:gd name="connsiteY6" fmla="*/ 6064144 h 6858000"/>
              <a:gd name="connsiteX7" fmla="*/ 10946167 w 11635405"/>
              <a:gd name="connsiteY7" fmla="*/ 6064144 h 6858000"/>
              <a:gd name="connsiteX8" fmla="*/ 10946167 w 11635405"/>
              <a:gd name="connsiteY8" fmla="*/ 6858000 h 6858000"/>
              <a:gd name="connsiteX9" fmla="*/ 0 w 11635405"/>
              <a:gd name="connsiteY9"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635405" h="6858000">
                <a:moveTo>
                  <a:pt x="0" y="0"/>
                </a:moveTo>
                <a:lnTo>
                  <a:pt x="10946167" y="0"/>
                </a:lnTo>
                <a:lnTo>
                  <a:pt x="10946167" y="5185254"/>
                </a:lnTo>
                <a:lnTo>
                  <a:pt x="11488920" y="5185254"/>
                </a:lnTo>
                <a:cubicBezTo>
                  <a:pt x="11569821" y="5185254"/>
                  <a:pt x="11635405" y="5250838"/>
                  <a:pt x="11635405" y="5331739"/>
                </a:cubicBezTo>
                <a:lnTo>
                  <a:pt x="11635405" y="5917659"/>
                </a:lnTo>
                <a:cubicBezTo>
                  <a:pt x="11635405" y="5998560"/>
                  <a:pt x="11569821" y="6064144"/>
                  <a:pt x="11488920" y="6064144"/>
                </a:cubicBezTo>
                <a:lnTo>
                  <a:pt x="10946167" y="6064144"/>
                </a:lnTo>
                <a:lnTo>
                  <a:pt x="10946167" y="6858000"/>
                </a:lnTo>
                <a:lnTo>
                  <a:pt x="0" y="6858000"/>
                </a:lnTo>
                <a:close/>
              </a:path>
            </a:pathLst>
          </a:custGeom>
          <a:solidFill>
            <a:srgbClr val="E32199"/>
          </a:solidFill>
          <a:ln>
            <a:noFill/>
          </a:ln>
          <a:effectLst>
            <a:outerShdw blurRad="127000" dist="63500" algn="ctr" rotWithShape="0">
              <a:srgbClr val="000000">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2" name="ZoneTexte 1">
            <a:extLst>
              <a:ext uri="{FF2B5EF4-FFF2-40B4-BE49-F238E27FC236}">
                <a16:creationId xmlns:a16="http://schemas.microsoft.com/office/drawing/2014/main" id="{9144DC8D-88B8-1A14-2F23-030319CF10C6}"/>
              </a:ext>
            </a:extLst>
          </p:cNvPr>
          <p:cNvSpPr txBox="1"/>
          <p:nvPr/>
        </p:nvSpPr>
        <p:spPr>
          <a:xfrm>
            <a:off x="412750" y="1925905"/>
            <a:ext cx="9493250" cy="4524315"/>
          </a:xfrm>
          <a:prstGeom prst="rect">
            <a:avLst/>
          </a:prstGeom>
          <a:noFill/>
        </p:spPr>
        <p:txBody>
          <a:bodyPr wrap="square">
            <a:spAutoFit/>
          </a:bodyPr>
          <a:lstStyle/>
          <a:p>
            <a:pPr algn="just"/>
            <a:r>
              <a:rPr lang="fr-FR" sz="2400" b="0" i="0" dirty="0">
                <a:solidFill>
                  <a:schemeClr val="bg1"/>
                </a:solidFill>
                <a:effectLst/>
                <a:latin typeface="Roboto" panose="02000000000000000000" pitchFamily="2" charset="0"/>
              </a:rPr>
              <a:t>Au mois d’août, le Planning familial a lancé </a:t>
            </a:r>
            <a:r>
              <a:rPr lang="fr-FR" sz="2400" b="1" i="0" dirty="0">
                <a:solidFill>
                  <a:schemeClr val="bg1"/>
                </a:solidFill>
                <a:effectLst/>
                <a:latin typeface="Roboto" panose="02000000000000000000" pitchFamily="2" charset="0"/>
              </a:rPr>
              <a:t>une campagne de communication incluant les personnes trans dans la question de la grossesse</a:t>
            </a:r>
            <a:r>
              <a:rPr lang="fr-FR" sz="2400" b="0" i="0" dirty="0">
                <a:solidFill>
                  <a:schemeClr val="bg1"/>
                </a:solidFill>
                <a:effectLst/>
                <a:latin typeface="Roboto" panose="02000000000000000000" pitchFamily="2" charset="0"/>
              </a:rPr>
              <a:t>. Leur slogan annonçait : </a:t>
            </a:r>
            <a:r>
              <a:rPr lang="fr-FR" sz="2400" b="0" i="1" dirty="0">
                <a:solidFill>
                  <a:schemeClr val="bg1"/>
                </a:solidFill>
                <a:effectLst/>
                <a:latin typeface="Roboto" panose="02000000000000000000" pitchFamily="2" charset="0"/>
              </a:rPr>
              <a:t>« Au Planning, les hommes aussi peuvent être enceints »</a:t>
            </a:r>
            <a:r>
              <a:rPr lang="fr-FR" sz="2400" b="0" i="0" dirty="0">
                <a:solidFill>
                  <a:schemeClr val="bg1"/>
                </a:solidFill>
                <a:effectLst/>
                <a:latin typeface="Roboto" panose="02000000000000000000" pitchFamily="2" charset="0"/>
              </a:rPr>
              <a:t>. Le dessin utilisé était un </a:t>
            </a:r>
            <a:r>
              <a:rPr lang="fr-FR" sz="2400" b="0" i="0" u="none" strike="noStrike" dirty="0">
                <a:solidFill>
                  <a:schemeClr val="bg1"/>
                </a:solidFill>
                <a:effectLst/>
                <a:latin typeface="Roboto" panose="02000000000000000000" pitchFamily="2" charset="0"/>
                <a:hlinkClick r:id="rId2">
                  <a:extLst>
                    <a:ext uri="{A12FA001-AC4F-418D-AE19-62706E023703}">
                      <ahyp:hlinkClr xmlns:ahyp="http://schemas.microsoft.com/office/drawing/2018/hyperlinkcolor" val="tx"/>
                    </a:ext>
                  </a:extLst>
                </a:hlinkClick>
              </a:rPr>
              <a:t>homme trans enceint</a:t>
            </a:r>
            <a:r>
              <a:rPr lang="fr-FR" sz="2400" b="0" i="0" dirty="0">
                <a:solidFill>
                  <a:schemeClr val="bg1"/>
                </a:solidFill>
                <a:effectLst/>
                <a:latin typeface="Roboto" panose="02000000000000000000" pitchFamily="2" charset="0"/>
              </a:rPr>
              <a:t>. Cette </a:t>
            </a:r>
            <a:r>
              <a:rPr lang="fr-FR" sz="2400" b="1" i="0" dirty="0">
                <a:solidFill>
                  <a:schemeClr val="bg1"/>
                </a:solidFill>
                <a:effectLst/>
                <a:latin typeface="Roboto" panose="02000000000000000000" pitchFamily="2" charset="0"/>
              </a:rPr>
              <a:t>inclusion a relancé le débat de la place des personnes trans dans les mouvements féministes</a:t>
            </a:r>
            <a:r>
              <a:rPr lang="fr-FR" sz="2400" b="0" i="0" dirty="0">
                <a:solidFill>
                  <a:schemeClr val="bg1"/>
                </a:solidFill>
                <a:effectLst/>
                <a:latin typeface="Roboto" panose="02000000000000000000" pitchFamily="2" charset="0"/>
              </a:rPr>
              <a:t> en France. C’est surtout sur les réseaux sociaux que déferlent les commentaires des militantes. Ils peuvent être très violents. Pour certaines femmes et quelques personnalités d’extrême-droite, cette campagne </a:t>
            </a:r>
            <a:r>
              <a:rPr lang="fr-FR" sz="2400" b="1" i="0" dirty="0">
                <a:solidFill>
                  <a:schemeClr val="bg1"/>
                </a:solidFill>
                <a:effectLst/>
                <a:latin typeface="Roboto" panose="02000000000000000000" pitchFamily="2" charset="0"/>
              </a:rPr>
              <a:t>promeut une dangereuse « théorie de genre »</a:t>
            </a:r>
            <a:r>
              <a:rPr lang="fr-FR" sz="2400" b="0" i="0" dirty="0">
                <a:solidFill>
                  <a:schemeClr val="bg1"/>
                </a:solidFill>
                <a:effectLst/>
                <a:latin typeface="Roboto" panose="02000000000000000000" pitchFamily="2" charset="0"/>
              </a:rPr>
              <a:t>. Pour d’autres, il est question d’</a:t>
            </a:r>
            <a:r>
              <a:rPr lang="fr-FR" sz="2400" b="1" i="0" dirty="0">
                <a:solidFill>
                  <a:schemeClr val="bg1"/>
                </a:solidFill>
                <a:effectLst/>
                <a:latin typeface="Roboto" panose="02000000000000000000" pitchFamily="2" charset="0"/>
              </a:rPr>
              <a:t>inclure toutes les personnes ayant un utérus dans l’accès aux soins</a:t>
            </a:r>
            <a:r>
              <a:rPr lang="fr-FR" sz="2400" b="0" i="0" dirty="0">
                <a:solidFill>
                  <a:schemeClr val="bg1"/>
                </a:solidFill>
                <a:effectLst/>
                <a:latin typeface="Roboto" panose="02000000000000000000" pitchFamily="2" charset="0"/>
              </a:rPr>
              <a:t>, sans que l’on vienne débattre de leur identité.</a:t>
            </a:r>
          </a:p>
        </p:txBody>
      </p:sp>
      <p:sp>
        <p:nvSpPr>
          <p:cNvPr id="3" name="ZoneTexte 2">
            <a:extLst>
              <a:ext uri="{FF2B5EF4-FFF2-40B4-BE49-F238E27FC236}">
                <a16:creationId xmlns:a16="http://schemas.microsoft.com/office/drawing/2014/main" id="{463FB4B0-CCAC-E634-287C-CAE9BD4BDD16}"/>
              </a:ext>
            </a:extLst>
          </p:cNvPr>
          <p:cNvSpPr txBox="1"/>
          <p:nvPr/>
        </p:nvSpPr>
        <p:spPr>
          <a:xfrm>
            <a:off x="11049000" y="5057775"/>
            <a:ext cx="643555" cy="1107996"/>
          </a:xfrm>
          <a:prstGeom prst="rect">
            <a:avLst/>
          </a:prstGeom>
          <a:noFill/>
        </p:spPr>
        <p:txBody>
          <a:bodyPr wrap="square" rtlCol="0">
            <a:spAutoFit/>
          </a:bodyPr>
          <a:lstStyle/>
          <a:p>
            <a:r>
              <a:rPr lang="fr-FR" sz="6600" b="1" dirty="0">
                <a:solidFill>
                  <a:srgbClr val="310147"/>
                </a:solidFill>
                <a:latin typeface="Montserrat" panose="00000500000000000000" pitchFamily="2" charset="0"/>
              </a:rPr>
              <a:t>1</a:t>
            </a:r>
          </a:p>
        </p:txBody>
      </p:sp>
      <p:sp>
        <p:nvSpPr>
          <p:cNvPr id="4" name="ZoneTexte 3">
            <a:extLst>
              <a:ext uri="{FF2B5EF4-FFF2-40B4-BE49-F238E27FC236}">
                <a16:creationId xmlns:a16="http://schemas.microsoft.com/office/drawing/2014/main" id="{32F393D6-7AA8-E996-1117-6247A9264C70}"/>
              </a:ext>
            </a:extLst>
          </p:cNvPr>
          <p:cNvSpPr txBox="1"/>
          <p:nvPr/>
        </p:nvSpPr>
        <p:spPr>
          <a:xfrm>
            <a:off x="3810000" y="1194959"/>
            <a:ext cx="6096000" cy="646331"/>
          </a:xfrm>
          <a:prstGeom prst="rect">
            <a:avLst/>
          </a:prstGeom>
          <a:noFill/>
        </p:spPr>
        <p:txBody>
          <a:bodyPr wrap="square">
            <a:spAutoFit/>
          </a:bodyPr>
          <a:lstStyle/>
          <a:p>
            <a:r>
              <a:rPr lang="fr-FR" b="1" i="0" dirty="0">
                <a:solidFill>
                  <a:srgbClr val="660066"/>
                </a:solidFill>
                <a:effectLst/>
                <a:latin typeface="EB Garamond" panose="00000500000000000000" pitchFamily="2" charset="0"/>
              </a:rPr>
              <a:t>Féminisme et transidentité : pourquoi une telle controverse ?</a:t>
            </a:r>
          </a:p>
          <a:p>
            <a:r>
              <a:rPr lang="fr-FR" b="1" dirty="0">
                <a:solidFill>
                  <a:srgbClr val="660066"/>
                </a:solidFill>
                <a:latin typeface="EB Garamond" panose="00000500000000000000" pitchFamily="2" charset="0"/>
              </a:rPr>
              <a:t>Source : The Body </a:t>
            </a:r>
            <a:r>
              <a:rPr lang="fr-FR" b="1" dirty="0" err="1">
                <a:solidFill>
                  <a:srgbClr val="660066"/>
                </a:solidFill>
                <a:latin typeface="EB Garamond" panose="00000500000000000000" pitchFamily="2" charset="0"/>
              </a:rPr>
              <a:t>Optimist</a:t>
            </a:r>
            <a:endParaRPr lang="fr-FR" dirty="0">
              <a:solidFill>
                <a:srgbClr val="660066"/>
              </a:solidFill>
            </a:endParaRPr>
          </a:p>
        </p:txBody>
      </p:sp>
      <p:sp>
        <p:nvSpPr>
          <p:cNvPr id="7" name="ZoneTexte 6">
            <a:extLst>
              <a:ext uri="{FF2B5EF4-FFF2-40B4-BE49-F238E27FC236}">
                <a16:creationId xmlns:a16="http://schemas.microsoft.com/office/drawing/2014/main" id="{AE9CECED-1A5F-B6CA-26AC-54D9EFAAEC02}"/>
              </a:ext>
            </a:extLst>
          </p:cNvPr>
          <p:cNvSpPr txBox="1"/>
          <p:nvPr/>
        </p:nvSpPr>
        <p:spPr>
          <a:xfrm>
            <a:off x="412750" y="304180"/>
            <a:ext cx="6129336" cy="461665"/>
          </a:xfrm>
          <a:prstGeom prst="rect">
            <a:avLst/>
          </a:prstGeom>
          <a:noFill/>
          <a:effectLst/>
        </p:spPr>
        <p:txBody>
          <a:bodyPr wrap="square">
            <a:spAutoFit/>
          </a:bodyPr>
          <a:lstStyle/>
          <a:p>
            <a:r>
              <a:rPr lang="fr-FR" sz="2400" dirty="0">
                <a:solidFill>
                  <a:srgbClr val="660066">
                    <a:alpha val="35000"/>
                  </a:srgbClr>
                </a:solidFill>
                <a:latin typeface="Bebas Neue" panose="020B0606020202050201" pitchFamily="34" charset="0"/>
              </a:rPr>
              <a:t>Les féminismes intersectionnels, inclusifs, radicaux…</a:t>
            </a:r>
          </a:p>
        </p:txBody>
      </p:sp>
      <p:sp>
        <p:nvSpPr>
          <p:cNvPr id="5" name="Forme libre : forme 4">
            <a:extLst>
              <a:ext uri="{FF2B5EF4-FFF2-40B4-BE49-F238E27FC236}">
                <a16:creationId xmlns:a16="http://schemas.microsoft.com/office/drawing/2014/main" id="{F91AA7B6-5AEA-56F3-B664-7E4592D77B8D}"/>
              </a:ext>
            </a:extLst>
          </p:cNvPr>
          <p:cNvSpPr/>
          <p:nvPr/>
        </p:nvSpPr>
        <p:spPr>
          <a:xfrm>
            <a:off x="-878889" y="0"/>
            <a:ext cx="11635405" cy="6858000"/>
          </a:xfrm>
          <a:custGeom>
            <a:avLst/>
            <a:gdLst>
              <a:gd name="connsiteX0" fmla="*/ 0 w 11635405"/>
              <a:gd name="connsiteY0" fmla="*/ 0 h 6858000"/>
              <a:gd name="connsiteX1" fmla="*/ 10946167 w 11635405"/>
              <a:gd name="connsiteY1" fmla="*/ 0 h 6858000"/>
              <a:gd name="connsiteX2" fmla="*/ 10946167 w 11635405"/>
              <a:gd name="connsiteY2" fmla="*/ 3830345 h 6858000"/>
              <a:gd name="connsiteX3" fmla="*/ 11488920 w 11635405"/>
              <a:gd name="connsiteY3" fmla="*/ 3830345 h 6858000"/>
              <a:gd name="connsiteX4" fmla="*/ 11635405 w 11635405"/>
              <a:gd name="connsiteY4" fmla="*/ 3976830 h 6858000"/>
              <a:gd name="connsiteX5" fmla="*/ 11635405 w 11635405"/>
              <a:gd name="connsiteY5" fmla="*/ 4562750 h 6858000"/>
              <a:gd name="connsiteX6" fmla="*/ 11488920 w 11635405"/>
              <a:gd name="connsiteY6" fmla="*/ 4709235 h 6858000"/>
              <a:gd name="connsiteX7" fmla="*/ 10946167 w 11635405"/>
              <a:gd name="connsiteY7" fmla="*/ 4709235 h 6858000"/>
              <a:gd name="connsiteX8" fmla="*/ 10946167 w 11635405"/>
              <a:gd name="connsiteY8" fmla="*/ 6858000 h 6858000"/>
              <a:gd name="connsiteX9" fmla="*/ 0 w 11635405"/>
              <a:gd name="connsiteY9"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635405" h="6858000">
                <a:moveTo>
                  <a:pt x="0" y="0"/>
                </a:moveTo>
                <a:lnTo>
                  <a:pt x="10946167" y="0"/>
                </a:lnTo>
                <a:lnTo>
                  <a:pt x="10946167" y="3830345"/>
                </a:lnTo>
                <a:lnTo>
                  <a:pt x="11488920" y="3830345"/>
                </a:lnTo>
                <a:cubicBezTo>
                  <a:pt x="11569821" y="3830345"/>
                  <a:pt x="11635405" y="3895929"/>
                  <a:pt x="11635405" y="3976830"/>
                </a:cubicBezTo>
                <a:lnTo>
                  <a:pt x="11635405" y="4562750"/>
                </a:lnTo>
                <a:cubicBezTo>
                  <a:pt x="11635405" y="4643651"/>
                  <a:pt x="11569821" y="4709235"/>
                  <a:pt x="11488920" y="4709235"/>
                </a:cubicBezTo>
                <a:lnTo>
                  <a:pt x="10946167" y="4709235"/>
                </a:lnTo>
                <a:lnTo>
                  <a:pt x="10946167" y="6858000"/>
                </a:lnTo>
                <a:lnTo>
                  <a:pt x="0" y="6858000"/>
                </a:lnTo>
                <a:close/>
              </a:path>
            </a:pathLst>
          </a:custGeom>
          <a:solidFill>
            <a:srgbClr val="EF7DC4"/>
          </a:solidFill>
          <a:ln>
            <a:noFill/>
          </a:ln>
          <a:effectLst>
            <a:outerShdw blurRad="127000" dist="63500" algn="ctr" rotWithShape="0">
              <a:srgbClr val="000000">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6" name="ZoneTexte 5">
            <a:extLst>
              <a:ext uri="{FF2B5EF4-FFF2-40B4-BE49-F238E27FC236}">
                <a16:creationId xmlns:a16="http://schemas.microsoft.com/office/drawing/2014/main" id="{07F85794-9C43-E9AB-9487-744976D8003B}"/>
              </a:ext>
            </a:extLst>
          </p:cNvPr>
          <p:cNvSpPr txBox="1"/>
          <p:nvPr/>
        </p:nvSpPr>
        <p:spPr>
          <a:xfrm>
            <a:off x="10112961" y="3751489"/>
            <a:ext cx="643555" cy="1107996"/>
          </a:xfrm>
          <a:prstGeom prst="rect">
            <a:avLst/>
          </a:prstGeom>
          <a:noFill/>
        </p:spPr>
        <p:txBody>
          <a:bodyPr wrap="square" rtlCol="0">
            <a:spAutoFit/>
          </a:bodyPr>
          <a:lstStyle/>
          <a:p>
            <a:r>
              <a:rPr lang="fr-FR" sz="6600" b="1" dirty="0">
                <a:solidFill>
                  <a:srgbClr val="E32199"/>
                </a:solidFill>
                <a:latin typeface="Montserrat" panose="00000500000000000000" pitchFamily="2" charset="0"/>
              </a:rPr>
              <a:t>2</a:t>
            </a:r>
          </a:p>
        </p:txBody>
      </p:sp>
      <p:sp>
        <p:nvSpPr>
          <p:cNvPr id="9" name="ZoneTexte 8">
            <a:extLst>
              <a:ext uri="{FF2B5EF4-FFF2-40B4-BE49-F238E27FC236}">
                <a16:creationId xmlns:a16="http://schemas.microsoft.com/office/drawing/2014/main" id="{4E4AA06A-F78D-CC46-1407-412C7CD913AE}"/>
              </a:ext>
            </a:extLst>
          </p:cNvPr>
          <p:cNvSpPr txBox="1"/>
          <p:nvPr/>
        </p:nvSpPr>
        <p:spPr>
          <a:xfrm>
            <a:off x="289711" y="2270404"/>
            <a:ext cx="8944361" cy="3785652"/>
          </a:xfrm>
          <a:prstGeom prst="rect">
            <a:avLst/>
          </a:prstGeom>
          <a:noFill/>
        </p:spPr>
        <p:txBody>
          <a:bodyPr wrap="square">
            <a:spAutoFit/>
          </a:bodyPr>
          <a:lstStyle/>
          <a:p>
            <a:pPr algn="just"/>
            <a:r>
              <a:rPr lang="fr-FR" sz="2400" b="0" i="0" dirty="0">
                <a:solidFill>
                  <a:schemeClr val="bg1"/>
                </a:solidFill>
                <a:effectLst/>
                <a:latin typeface="Roboto" panose="02000000000000000000" pitchFamily="2" charset="0"/>
              </a:rPr>
              <a:t>Grossièrement, il y a deux écoles. D’un côté, les féministes « intersectionnelles » ou « inclusives ». Celles-ci soutiennent que les </a:t>
            </a:r>
            <a:r>
              <a:rPr lang="fr-FR" sz="2400" b="0" i="0" u="none" strike="noStrike" dirty="0">
                <a:solidFill>
                  <a:schemeClr val="bg1"/>
                </a:solidFill>
                <a:effectLst/>
                <a:latin typeface="Roboto" panose="02000000000000000000" pitchFamily="2" charset="0"/>
                <a:hlinkClick r:id="rId3">
                  <a:extLst>
                    <a:ext uri="{A12FA001-AC4F-418D-AE19-62706E023703}">
                      <ahyp:hlinkClr xmlns:ahyp="http://schemas.microsoft.com/office/drawing/2018/hyperlinkcolor" val="tx"/>
                    </a:ext>
                  </a:extLst>
                </a:hlinkClick>
              </a:rPr>
              <a:t>femmes trans</a:t>
            </a:r>
            <a:r>
              <a:rPr lang="fr-FR" sz="2400" b="0" i="0" dirty="0">
                <a:solidFill>
                  <a:schemeClr val="bg1"/>
                </a:solidFill>
                <a:effectLst/>
                <a:latin typeface="Roboto" panose="02000000000000000000" pitchFamily="2" charset="0"/>
              </a:rPr>
              <a:t> </a:t>
            </a:r>
            <a:r>
              <a:rPr lang="fr-FR" sz="2400" b="1" i="0" dirty="0">
                <a:solidFill>
                  <a:schemeClr val="bg1"/>
                </a:solidFill>
                <a:effectLst/>
                <a:latin typeface="Roboto" panose="02000000000000000000" pitchFamily="2" charset="0"/>
              </a:rPr>
              <a:t>sont des femmes de par leur sentiment et leur expérience individuelle</a:t>
            </a:r>
            <a:r>
              <a:rPr lang="fr-FR" sz="2400" b="0" i="0" dirty="0">
                <a:solidFill>
                  <a:schemeClr val="bg1"/>
                </a:solidFill>
                <a:effectLst/>
                <a:latin typeface="Roboto" panose="02000000000000000000" pitchFamily="2" charset="0"/>
              </a:rPr>
              <a:t>. Elles cherchent à lutter ensemble contre le patriarcat. De l’autre côté, les féministes « radicales » ou « critiques du genre ». Celles-ci </a:t>
            </a:r>
            <a:r>
              <a:rPr lang="fr-FR" sz="2400" b="1" i="0" dirty="0">
                <a:solidFill>
                  <a:schemeClr val="bg1"/>
                </a:solidFill>
                <a:effectLst/>
                <a:latin typeface="Roboto" panose="02000000000000000000" pitchFamily="2" charset="0"/>
              </a:rPr>
              <a:t>définissent les femmes à partir de critères biologiques communs</a:t>
            </a:r>
            <a:r>
              <a:rPr lang="fr-FR" sz="2400" b="0" i="0" dirty="0">
                <a:solidFill>
                  <a:schemeClr val="bg1"/>
                </a:solidFill>
                <a:effectLst/>
                <a:latin typeface="Roboto" panose="02000000000000000000" pitchFamily="2" charset="0"/>
              </a:rPr>
              <a:t>. Elles excluent par conséquent les femmes trans de la catégorie. Ou pour les féministes inclusives, les « </a:t>
            </a:r>
            <a:r>
              <a:rPr lang="fr-FR" sz="2400" b="1" i="0" dirty="0">
                <a:solidFill>
                  <a:schemeClr val="bg1"/>
                </a:solidFill>
                <a:effectLst/>
                <a:latin typeface="Roboto" panose="02000000000000000000" pitchFamily="2" charset="0"/>
              </a:rPr>
              <a:t>TERF</a:t>
            </a:r>
            <a:r>
              <a:rPr lang="fr-FR" sz="2400" b="0" i="0" dirty="0">
                <a:solidFill>
                  <a:schemeClr val="bg1"/>
                </a:solidFill>
                <a:effectLst/>
                <a:latin typeface="Roboto" panose="02000000000000000000" pitchFamily="2" charset="0"/>
              </a:rPr>
              <a:t> » (comprenez en anglais « trans-</a:t>
            </a:r>
            <a:r>
              <a:rPr lang="fr-FR" sz="2400" b="0" i="0" dirty="0" err="1">
                <a:solidFill>
                  <a:schemeClr val="bg1"/>
                </a:solidFill>
                <a:effectLst/>
                <a:latin typeface="Roboto" panose="02000000000000000000" pitchFamily="2" charset="0"/>
              </a:rPr>
              <a:t>exclusionary</a:t>
            </a:r>
            <a:r>
              <a:rPr lang="fr-FR" sz="2400" b="0" i="0" dirty="0">
                <a:solidFill>
                  <a:schemeClr val="bg1"/>
                </a:solidFill>
                <a:effectLst/>
                <a:latin typeface="Roboto" panose="02000000000000000000" pitchFamily="2" charset="0"/>
              </a:rPr>
              <a:t> radical </a:t>
            </a:r>
            <a:r>
              <a:rPr lang="fr-FR" sz="2400" b="0" i="0" dirty="0" err="1">
                <a:solidFill>
                  <a:schemeClr val="bg1"/>
                </a:solidFill>
                <a:effectLst/>
                <a:latin typeface="Roboto" panose="02000000000000000000" pitchFamily="2" charset="0"/>
              </a:rPr>
              <a:t>feminist</a:t>
            </a:r>
            <a:r>
              <a:rPr lang="fr-FR" sz="2400" b="0" i="0" dirty="0">
                <a:solidFill>
                  <a:schemeClr val="bg1"/>
                </a:solidFill>
                <a:effectLst/>
                <a:latin typeface="Roboto" panose="02000000000000000000" pitchFamily="2" charset="0"/>
              </a:rPr>
              <a:t> » soit « féministes radicales excluant les trans »).</a:t>
            </a:r>
          </a:p>
        </p:txBody>
      </p:sp>
      <p:sp>
        <p:nvSpPr>
          <p:cNvPr id="11" name="Forme libre : forme 10">
            <a:extLst>
              <a:ext uri="{FF2B5EF4-FFF2-40B4-BE49-F238E27FC236}">
                <a16:creationId xmlns:a16="http://schemas.microsoft.com/office/drawing/2014/main" id="{CF593422-0C07-5F13-0591-9D9F2BDE276D}"/>
              </a:ext>
            </a:extLst>
          </p:cNvPr>
          <p:cNvSpPr/>
          <p:nvPr/>
        </p:nvSpPr>
        <p:spPr>
          <a:xfrm>
            <a:off x="-1757778" y="0"/>
            <a:ext cx="11635405" cy="6858000"/>
          </a:xfrm>
          <a:custGeom>
            <a:avLst/>
            <a:gdLst>
              <a:gd name="connsiteX0" fmla="*/ 0 w 11635405"/>
              <a:gd name="connsiteY0" fmla="*/ 0 h 6858000"/>
              <a:gd name="connsiteX1" fmla="*/ 10946167 w 11635405"/>
              <a:gd name="connsiteY1" fmla="*/ 0 h 6858000"/>
              <a:gd name="connsiteX2" fmla="*/ 10946167 w 11635405"/>
              <a:gd name="connsiteY2" fmla="*/ 2475436 h 6858000"/>
              <a:gd name="connsiteX3" fmla="*/ 11488920 w 11635405"/>
              <a:gd name="connsiteY3" fmla="*/ 2475436 h 6858000"/>
              <a:gd name="connsiteX4" fmla="*/ 11635405 w 11635405"/>
              <a:gd name="connsiteY4" fmla="*/ 2621921 h 6858000"/>
              <a:gd name="connsiteX5" fmla="*/ 11635405 w 11635405"/>
              <a:gd name="connsiteY5" fmla="*/ 3207841 h 6858000"/>
              <a:gd name="connsiteX6" fmla="*/ 11488920 w 11635405"/>
              <a:gd name="connsiteY6" fmla="*/ 3354326 h 6858000"/>
              <a:gd name="connsiteX7" fmla="*/ 10946167 w 11635405"/>
              <a:gd name="connsiteY7" fmla="*/ 3354326 h 6858000"/>
              <a:gd name="connsiteX8" fmla="*/ 10946167 w 11635405"/>
              <a:gd name="connsiteY8" fmla="*/ 6858000 h 6858000"/>
              <a:gd name="connsiteX9" fmla="*/ 0 w 11635405"/>
              <a:gd name="connsiteY9"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635405" h="6858000">
                <a:moveTo>
                  <a:pt x="0" y="0"/>
                </a:moveTo>
                <a:lnTo>
                  <a:pt x="10946167" y="0"/>
                </a:lnTo>
                <a:lnTo>
                  <a:pt x="10946167" y="2475436"/>
                </a:lnTo>
                <a:lnTo>
                  <a:pt x="11488920" y="2475436"/>
                </a:lnTo>
                <a:cubicBezTo>
                  <a:pt x="11569821" y="2475436"/>
                  <a:pt x="11635405" y="2541020"/>
                  <a:pt x="11635405" y="2621921"/>
                </a:cubicBezTo>
                <a:lnTo>
                  <a:pt x="11635405" y="3207841"/>
                </a:lnTo>
                <a:cubicBezTo>
                  <a:pt x="11635405" y="3288742"/>
                  <a:pt x="11569821" y="3354326"/>
                  <a:pt x="11488920" y="3354326"/>
                </a:cubicBezTo>
                <a:lnTo>
                  <a:pt x="10946167" y="3354326"/>
                </a:lnTo>
                <a:lnTo>
                  <a:pt x="10946167" y="6858000"/>
                </a:lnTo>
                <a:lnTo>
                  <a:pt x="0" y="6858000"/>
                </a:lnTo>
                <a:close/>
              </a:path>
            </a:pathLst>
          </a:custGeom>
          <a:solidFill>
            <a:srgbClr val="F6B8DE"/>
          </a:solidFill>
          <a:ln>
            <a:noFill/>
          </a:ln>
          <a:effectLst>
            <a:outerShdw blurRad="127000" dist="63500" algn="ctr" rotWithShape="0">
              <a:srgbClr val="000000">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dirty="0"/>
          </a:p>
        </p:txBody>
      </p:sp>
      <p:sp>
        <p:nvSpPr>
          <p:cNvPr id="12" name="Forme libre : forme 11">
            <a:extLst>
              <a:ext uri="{FF2B5EF4-FFF2-40B4-BE49-F238E27FC236}">
                <a16:creationId xmlns:a16="http://schemas.microsoft.com/office/drawing/2014/main" id="{658AD2F1-AAA8-D605-35F6-53A9BC7C1126}"/>
              </a:ext>
            </a:extLst>
          </p:cNvPr>
          <p:cNvSpPr/>
          <p:nvPr/>
        </p:nvSpPr>
        <p:spPr>
          <a:xfrm>
            <a:off x="-11662100" y="0"/>
            <a:ext cx="11635405" cy="6858000"/>
          </a:xfrm>
          <a:custGeom>
            <a:avLst/>
            <a:gdLst>
              <a:gd name="connsiteX0" fmla="*/ 0 w 11635405"/>
              <a:gd name="connsiteY0" fmla="*/ 0 h 6858000"/>
              <a:gd name="connsiteX1" fmla="*/ 10946167 w 11635405"/>
              <a:gd name="connsiteY1" fmla="*/ 0 h 6858000"/>
              <a:gd name="connsiteX2" fmla="*/ 10946167 w 11635405"/>
              <a:gd name="connsiteY2" fmla="*/ 1120527 h 6858000"/>
              <a:gd name="connsiteX3" fmla="*/ 11488920 w 11635405"/>
              <a:gd name="connsiteY3" fmla="*/ 1120527 h 6858000"/>
              <a:gd name="connsiteX4" fmla="*/ 11635405 w 11635405"/>
              <a:gd name="connsiteY4" fmla="*/ 1267012 h 6858000"/>
              <a:gd name="connsiteX5" fmla="*/ 11635405 w 11635405"/>
              <a:gd name="connsiteY5" fmla="*/ 1852932 h 6858000"/>
              <a:gd name="connsiteX6" fmla="*/ 11488920 w 11635405"/>
              <a:gd name="connsiteY6" fmla="*/ 1999417 h 6858000"/>
              <a:gd name="connsiteX7" fmla="*/ 10946167 w 11635405"/>
              <a:gd name="connsiteY7" fmla="*/ 1999417 h 6858000"/>
              <a:gd name="connsiteX8" fmla="*/ 10946167 w 11635405"/>
              <a:gd name="connsiteY8" fmla="*/ 6858000 h 6858000"/>
              <a:gd name="connsiteX9" fmla="*/ 0 w 11635405"/>
              <a:gd name="connsiteY9"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635405" h="6858000">
                <a:moveTo>
                  <a:pt x="0" y="0"/>
                </a:moveTo>
                <a:lnTo>
                  <a:pt x="10946167" y="0"/>
                </a:lnTo>
                <a:lnTo>
                  <a:pt x="10946167" y="1120527"/>
                </a:lnTo>
                <a:lnTo>
                  <a:pt x="11488920" y="1120527"/>
                </a:lnTo>
                <a:cubicBezTo>
                  <a:pt x="11569821" y="1120527"/>
                  <a:pt x="11635405" y="1186111"/>
                  <a:pt x="11635405" y="1267012"/>
                </a:cubicBezTo>
                <a:lnTo>
                  <a:pt x="11635405" y="1852932"/>
                </a:lnTo>
                <a:cubicBezTo>
                  <a:pt x="11635405" y="1933833"/>
                  <a:pt x="11569821" y="1999417"/>
                  <a:pt x="11488920" y="1999417"/>
                </a:cubicBezTo>
                <a:lnTo>
                  <a:pt x="10946167" y="1999417"/>
                </a:lnTo>
                <a:lnTo>
                  <a:pt x="10946167" y="6858000"/>
                </a:lnTo>
                <a:lnTo>
                  <a:pt x="0" y="6858000"/>
                </a:lnTo>
                <a:close/>
              </a:path>
            </a:pathLst>
          </a:custGeom>
          <a:solidFill>
            <a:srgbClr val="FBE1F1"/>
          </a:solidFill>
          <a:ln>
            <a:noFill/>
          </a:ln>
          <a:effectLst>
            <a:outerShdw blurRad="127000" dist="508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14" name="ZoneTexte 13">
            <a:extLst>
              <a:ext uri="{FF2B5EF4-FFF2-40B4-BE49-F238E27FC236}">
                <a16:creationId xmlns:a16="http://schemas.microsoft.com/office/drawing/2014/main" id="{C9804185-13E0-92C6-1D54-A4C690F91951}"/>
              </a:ext>
            </a:extLst>
          </p:cNvPr>
          <p:cNvSpPr txBox="1"/>
          <p:nvPr/>
        </p:nvSpPr>
        <p:spPr>
          <a:xfrm>
            <a:off x="9205188" y="2402559"/>
            <a:ext cx="643555" cy="1107996"/>
          </a:xfrm>
          <a:prstGeom prst="rect">
            <a:avLst/>
          </a:prstGeom>
          <a:noFill/>
        </p:spPr>
        <p:txBody>
          <a:bodyPr wrap="square" rtlCol="0">
            <a:spAutoFit/>
          </a:bodyPr>
          <a:lstStyle/>
          <a:p>
            <a:r>
              <a:rPr lang="fr-FR" sz="6600" b="1" dirty="0">
                <a:solidFill>
                  <a:srgbClr val="EF7DC4"/>
                </a:solidFill>
                <a:latin typeface="Montserrat" panose="00000500000000000000" pitchFamily="2" charset="0"/>
              </a:rPr>
              <a:t>3</a:t>
            </a:r>
          </a:p>
        </p:txBody>
      </p:sp>
      <p:sp>
        <p:nvSpPr>
          <p:cNvPr id="15" name="ZoneTexte 14">
            <a:extLst>
              <a:ext uri="{FF2B5EF4-FFF2-40B4-BE49-F238E27FC236}">
                <a16:creationId xmlns:a16="http://schemas.microsoft.com/office/drawing/2014/main" id="{61D60DBC-D236-CD48-8486-E2102721A749}"/>
              </a:ext>
            </a:extLst>
          </p:cNvPr>
          <p:cNvSpPr txBox="1"/>
          <p:nvPr/>
        </p:nvSpPr>
        <p:spPr>
          <a:xfrm>
            <a:off x="-798925" y="1017342"/>
            <a:ext cx="643555" cy="1107996"/>
          </a:xfrm>
          <a:prstGeom prst="rect">
            <a:avLst/>
          </a:prstGeom>
          <a:noFill/>
        </p:spPr>
        <p:txBody>
          <a:bodyPr wrap="square" rtlCol="0">
            <a:spAutoFit/>
          </a:bodyPr>
          <a:lstStyle/>
          <a:p>
            <a:r>
              <a:rPr lang="fr-FR" sz="6600" b="1" dirty="0">
                <a:solidFill>
                  <a:srgbClr val="F6B8DE"/>
                </a:solidFill>
                <a:latin typeface="Montserrat" panose="00000500000000000000" pitchFamily="2" charset="0"/>
              </a:rPr>
              <a:t>4</a:t>
            </a:r>
          </a:p>
        </p:txBody>
      </p:sp>
      <p:sp>
        <p:nvSpPr>
          <p:cNvPr id="16" name="ZoneTexte 15">
            <a:extLst>
              <a:ext uri="{FF2B5EF4-FFF2-40B4-BE49-F238E27FC236}">
                <a16:creationId xmlns:a16="http://schemas.microsoft.com/office/drawing/2014/main" id="{43A8DF51-358C-39D9-8014-315EF94E619C}"/>
              </a:ext>
            </a:extLst>
          </p:cNvPr>
          <p:cNvSpPr txBox="1"/>
          <p:nvPr/>
        </p:nvSpPr>
        <p:spPr>
          <a:xfrm>
            <a:off x="412750" y="1659285"/>
            <a:ext cx="7913550" cy="4524315"/>
          </a:xfrm>
          <a:prstGeom prst="rect">
            <a:avLst/>
          </a:prstGeom>
          <a:noFill/>
        </p:spPr>
        <p:txBody>
          <a:bodyPr wrap="square">
            <a:spAutoFit/>
          </a:bodyPr>
          <a:lstStyle/>
          <a:p>
            <a:pPr algn="just"/>
            <a:r>
              <a:rPr lang="fr-FR" sz="3200" b="0" i="0" dirty="0">
                <a:solidFill>
                  <a:schemeClr val="bg1"/>
                </a:solidFill>
                <a:effectLst>
                  <a:outerShdw blurRad="50800" dist="38100" algn="l" rotWithShape="0">
                    <a:prstClr val="black">
                      <a:alpha val="40000"/>
                    </a:prstClr>
                  </a:outerShdw>
                </a:effectLst>
                <a:latin typeface="Adella" panose="02000603000000000000" pitchFamily="50" charset="0"/>
                <a:ea typeface="Adella" panose="02000603000000000000" pitchFamily="50" charset="0"/>
              </a:rPr>
              <a:t>La discrimination est un traitement défavorable envers une personne et qui remplit 2 conditions cumulatives :</a:t>
            </a:r>
          </a:p>
          <a:p>
            <a:pPr algn="just">
              <a:buFont typeface="Arial" panose="020B0604020202020204" pitchFamily="34" charset="0"/>
              <a:buChar char="•"/>
            </a:pPr>
            <a:r>
              <a:rPr lang="fr-FR" sz="3200" b="0" i="0" dirty="0">
                <a:solidFill>
                  <a:schemeClr val="bg1"/>
                </a:solidFill>
                <a:effectLst>
                  <a:outerShdw blurRad="50800" dist="38100" algn="l" rotWithShape="0">
                    <a:prstClr val="black">
                      <a:alpha val="40000"/>
                    </a:prstClr>
                  </a:outerShdw>
                </a:effectLst>
                <a:latin typeface="Adella" panose="02000603000000000000" pitchFamily="50" charset="0"/>
                <a:ea typeface="Adella" panose="02000603000000000000" pitchFamily="50" charset="0"/>
              </a:rPr>
              <a:t>Être fondé sur un critère défini par la loi (sexe, âge, handicap…)</a:t>
            </a:r>
          </a:p>
          <a:p>
            <a:pPr algn="just">
              <a:buFont typeface="Arial" panose="020B0604020202020204" pitchFamily="34" charset="0"/>
              <a:buChar char="•"/>
            </a:pPr>
            <a:r>
              <a:rPr lang="fr-FR" sz="3200" b="0" i="0" dirty="0">
                <a:solidFill>
                  <a:schemeClr val="bg1"/>
                </a:solidFill>
                <a:effectLst>
                  <a:outerShdw blurRad="50800" dist="38100" algn="l" rotWithShape="0">
                    <a:prstClr val="black">
                      <a:alpha val="40000"/>
                    </a:prstClr>
                  </a:outerShdw>
                </a:effectLst>
                <a:latin typeface="Adella" panose="02000603000000000000" pitchFamily="50" charset="0"/>
                <a:ea typeface="Adella" panose="02000603000000000000" pitchFamily="50" charset="0"/>
              </a:rPr>
              <a:t>Relever d’une situation visée par la loi (accès à un emploi, un service, un logement…).</a:t>
            </a:r>
          </a:p>
          <a:p>
            <a:pPr algn="just"/>
            <a:endParaRPr lang="fr-FR" sz="3200" b="0" i="0" dirty="0">
              <a:solidFill>
                <a:schemeClr val="bg1"/>
              </a:solidFill>
              <a:effectLst>
                <a:outerShdw blurRad="50800" dist="38100" algn="l" rotWithShape="0">
                  <a:prstClr val="black">
                    <a:alpha val="40000"/>
                  </a:prstClr>
                </a:outerShdw>
              </a:effectLst>
              <a:latin typeface="Adella" panose="02000603000000000000" pitchFamily="50" charset="0"/>
              <a:ea typeface="Adella" panose="02000603000000000000" pitchFamily="50" charset="0"/>
            </a:endParaRPr>
          </a:p>
          <a:p>
            <a:pPr algn="just"/>
            <a:r>
              <a:rPr lang="fr-FR" sz="3200" b="1" i="0" dirty="0">
                <a:solidFill>
                  <a:schemeClr val="bg1"/>
                </a:solidFill>
                <a:effectLst>
                  <a:outerShdw blurRad="50800" dist="38100" algn="l" rotWithShape="0">
                    <a:prstClr val="black">
                      <a:alpha val="40000"/>
                    </a:prstClr>
                  </a:outerShdw>
                </a:effectLst>
                <a:latin typeface="Adella" panose="02000603000000000000" pitchFamily="50" charset="0"/>
                <a:ea typeface="Adella" panose="02000603000000000000" pitchFamily="50" charset="0"/>
              </a:rPr>
              <a:t>La discrimination est illégale et sanctionnée dans toutes les situations.</a:t>
            </a:r>
            <a:endParaRPr lang="fr-FR" sz="3200" b="0" i="0" dirty="0">
              <a:solidFill>
                <a:schemeClr val="bg1"/>
              </a:solidFill>
              <a:effectLst>
                <a:outerShdw blurRad="50800" dist="38100" algn="l" rotWithShape="0">
                  <a:prstClr val="black">
                    <a:alpha val="40000"/>
                  </a:prstClr>
                </a:outerShdw>
              </a:effectLst>
              <a:latin typeface="Adella" panose="02000603000000000000" pitchFamily="50" charset="0"/>
              <a:ea typeface="Adella" panose="02000603000000000000" pitchFamily="50" charset="0"/>
            </a:endParaRPr>
          </a:p>
        </p:txBody>
      </p:sp>
      <p:sp>
        <p:nvSpPr>
          <p:cNvPr id="18" name="ZoneTexte 17">
            <a:extLst>
              <a:ext uri="{FF2B5EF4-FFF2-40B4-BE49-F238E27FC236}">
                <a16:creationId xmlns:a16="http://schemas.microsoft.com/office/drawing/2014/main" id="{A952A0F5-00E8-FE7D-E0C7-9FAB107FA722}"/>
              </a:ext>
            </a:extLst>
          </p:cNvPr>
          <p:cNvSpPr txBox="1"/>
          <p:nvPr/>
        </p:nvSpPr>
        <p:spPr>
          <a:xfrm>
            <a:off x="412750" y="632067"/>
            <a:ext cx="4614523" cy="369332"/>
          </a:xfrm>
          <a:prstGeom prst="rect">
            <a:avLst/>
          </a:prstGeom>
          <a:noFill/>
          <a:effectLst/>
        </p:spPr>
        <p:txBody>
          <a:bodyPr wrap="square">
            <a:spAutoFit/>
          </a:bodyPr>
          <a:lstStyle>
            <a:defPPr>
              <a:defRPr lang="en-US"/>
            </a:defPPr>
            <a:lvl1pPr>
              <a:defRPr sz="2400">
                <a:solidFill>
                  <a:srgbClr val="660066">
                    <a:alpha val="35000"/>
                  </a:srgbClr>
                </a:solidFill>
                <a:latin typeface="Bebas Neue" panose="020B0606020202050201" pitchFamily="34" charset="0"/>
              </a:defRPr>
            </a:lvl1pPr>
          </a:lstStyle>
          <a:p>
            <a:r>
              <a:rPr lang="fr-FR" dirty="0">
                <a:solidFill>
                  <a:srgbClr val="EF7DC4"/>
                </a:solidFill>
              </a:rPr>
              <a:t>Qu’est-ce que la discrimination ?</a:t>
            </a:r>
          </a:p>
        </p:txBody>
      </p:sp>
      <p:sp>
        <p:nvSpPr>
          <p:cNvPr id="19" name="ZoneTexte 18">
            <a:extLst>
              <a:ext uri="{FF2B5EF4-FFF2-40B4-BE49-F238E27FC236}">
                <a16:creationId xmlns:a16="http://schemas.microsoft.com/office/drawing/2014/main" id="{8053E5B9-3FE6-53CD-F063-DC807D45809C}"/>
              </a:ext>
            </a:extLst>
          </p:cNvPr>
          <p:cNvSpPr txBox="1"/>
          <p:nvPr/>
        </p:nvSpPr>
        <p:spPr>
          <a:xfrm>
            <a:off x="375037" y="1587637"/>
            <a:ext cx="7913550" cy="4893647"/>
          </a:xfrm>
          <a:prstGeom prst="rect">
            <a:avLst/>
          </a:prstGeom>
          <a:noFill/>
        </p:spPr>
        <p:txBody>
          <a:bodyPr wrap="square">
            <a:spAutoFit/>
          </a:bodyPr>
          <a:lstStyle/>
          <a:p>
            <a:r>
              <a:rPr lang="fr-FR" sz="2400" b="0" i="0" dirty="0">
                <a:solidFill>
                  <a:schemeClr val="bg1"/>
                </a:solidFill>
                <a:effectLst>
                  <a:outerShdw blurRad="50800" dist="38100" algn="l" rotWithShape="0">
                    <a:prstClr val="black">
                      <a:alpha val="40000"/>
                    </a:prstClr>
                  </a:outerShdw>
                </a:effectLst>
                <a:latin typeface="Adella" panose="02000603000000000000" pitchFamily="50" charset="0"/>
                <a:ea typeface="Adella" panose="02000603000000000000" pitchFamily="50" charset="0"/>
              </a:rPr>
              <a:t>- Origine géographique, nom de famille, lieu de résidence</a:t>
            </a:r>
            <a:br>
              <a:rPr lang="fr-FR" sz="2400" b="0" i="0" dirty="0">
                <a:solidFill>
                  <a:schemeClr val="bg1"/>
                </a:solidFill>
                <a:effectLst>
                  <a:outerShdw blurRad="50800" dist="38100" algn="l" rotWithShape="0">
                    <a:prstClr val="black">
                      <a:alpha val="40000"/>
                    </a:prstClr>
                  </a:outerShdw>
                </a:effectLst>
                <a:latin typeface="Adella" panose="02000603000000000000" pitchFamily="50" charset="0"/>
                <a:ea typeface="Adella" panose="02000603000000000000" pitchFamily="50" charset="0"/>
              </a:rPr>
            </a:br>
            <a:r>
              <a:rPr lang="fr-FR" sz="2400" b="0" i="0" dirty="0">
                <a:solidFill>
                  <a:schemeClr val="bg1"/>
                </a:solidFill>
                <a:effectLst>
                  <a:outerShdw blurRad="50800" dist="38100" algn="l" rotWithShape="0">
                    <a:prstClr val="black">
                      <a:alpha val="40000"/>
                    </a:prstClr>
                  </a:outerShdw>
                </a:effectLst>
                <a:latin typeface="Adella" panose="02000603000000000000" pitchFamily="50" charset="0"/>
                <a:ea typeface="Adella" panose="02000603000000000000" pitchFamily="50" charset="0"/>
              </a:rPr>
              <a:t>- Appartenance ou non-appartenance, réelle ou supposée, à une ethnie, une nation ou une prétendue race</a:t>
            </a:r>
            <a:br>
              <a:rPr lang="fr-FR" sz="2400" b="0" i="0" dirty="0">
                <a:solidFill>
                  <a:schemeClr val="bg1"/>
                </a:solidFill>
                <a:effectLst>
                  <a:outerShdw blurRad="50800" dist="38100" algn="l" rotWithShape="0">
                    <a:prstClr val="black">
                      <a:alpha val="40000"/>
                    </a:prstClr>
                  </a:outerShdw>
                </a:effectLst>
                <a:latin typeface="Adella" panose="02000603000000000000" pitchFamily="50" charset="0"/>
                <a:ea typeface="Adella" panose="02000603000000000000" pitchFamily="50" charset="0"/>
              </a:rPr>
            </a:br>
            <a:r>
              <a:rPr lang="fr-FR" sz="2400" b="0" i="0" dirty="0">
                <a:solidFill>
                  <a:schemeClr val="bg1"/>
                </a:solidFill>
                <a:effectLst>
                  <a:outerShdw blurRad="50800" dist="38100" algn="l" rotWithShape="0">
                    <a:prstClr val="black">
                      <a:alpha val="40000"/>
                    </a:prstClr>
                  </a:outerShdw>
                </a:effectLst>
                <a:latin typeface="Adella" panose="02000603000000000000" pitchFamily="50" charset="0"/>
                <a:ea typeface="Adella" panose="02000603000000000000" pitchFamily="50" charset="0"/>
              </a:rPr>
              <a:t>- Langue parlée (autre que le français)</a:t>
            </a:r>
            <a:br>
              <a:rPr lang="fr-FR" sz="2400" b="0" i="0" dirty="0">
                <a:solidFill>
                  <a:schemeClr val="bg1"/>
                </a:solidFill>
                <a:effectLst>
                  <a:outerShdw blurRad="50800" dist="38100" algn="l" rotWithShape="0">
                    <a:prstClr val="black">
                      <a:alpha val="40000"/>
                    </a:prstClr>
                  </a:outerShdw>
                </a:effectLst>
                <a:latin typeface="Adella" panose="02000603000000000000" pitchFamily="50" charset="0"/>
                <a:ea typeface="Adella" panose="02000603000000000000" pitchFamily="50" charset="0"/>
              </a:rPr>
            </a:br>
            <a:r>
              <a:rPr lang="fr-FR" sz="2400" b="0" i="0" dirty="0">
                <a:solidFill>
                  <a:schemeClr val="bg1"/>
                </a:solidFill>
                <a:effectLst>
                  <a:outerShdw blurRad="50800" dist="38100" algn="l" rotWithShape="0">
                    <a:prstClr val="black">
                      <a:alpha val="40000"/>
                    </a:prstClr>
                  </a:outerShdw>
                </a:effectLst>
                <a:latin typeface="Adella" panose="02000603000000000000" pitchFamily="50" charset="0"/>
                <a:ea typeface="Adella" panose="02000603000000000000" pitchFamily="50" charset="0"/>
              </a:rPr>
              <a:t>- Sexe ou identité de genre</a:t>
            </a:r>
            <a:br>
              <a:rPr lang="fr-FR" sz="2400" b="0" i="0" dirty="0">
                <a:solidFill>
                  <a:schemeClr val="bg1"/>
                </a:solidFill>
                <a:effectLst>
                  <a:outerShdw blurRad="50800" dist="38100" algn="l" rotWithShape="0">
                    <a:prstClr val="black">
                      <a:alpha val="40000"/>
                    </a:prstClr>
                  </a:outerShdw>
                </a:effectLst>
                <a:latin typeface="Adella" panose="02000603000000000000" pitchFamily="50" charset="0"/>
                <a:ea typeface="Adella" panose="02000603000000000000" pitchFamily="50" charset="0"/>
              </a:rPr>
            </a:br>
            <a:r>
              <a:rPr lang="fr-FR" sz="2400" b="0" i="0" dirty="0">
                <a:solidFill>
                  <a:schemeClr val="bg1"/>
                </a:solidFill>
                <a:effectLst>
                  <a:outerShdw blurRad="50800" dist="38100" algn="l" rotWithShape="0">
                    <a:prstClr val="black">
                      <a:alpha val="40000"/>
                    </a:prstClr>
                  </a:outerShdw>
                </a:effectLst>
                <a:latin typeface="Adella" panose="02000603000000000000" pitchFamily="50" charset="0"/>
                <a:ea typeface="Adella" panose="02000603000000000000" pitchFamily="50" charset="0"/>
              </a:rPr>
              <a:t>- Situation de famille, grossesse ou maternité</a:t>
            </a:r>
            <a:br>
              <a:rPr lang="fr-FR" sz="2400" b="0" i="0" dirty="0">
                <a:solidFill>
                  <a:schemeClr val="bg1"/>
                </a:solidFill>
                <a:effectLst>
                  <a:outerShdw blurRad="50800" dist="38100" algn="l" rotWithShape="0">
                    <a:prstClr val="black">
                      <a:alpha val="40000"/>
                    </a:prstClr>
                  </a:outerShdw>
                </a:effectLst>
                <a:latin typeface="Adella" panose="02000603000000000000" pitchFamily="50" charset="0"/>
                <a:ea typeface="Adella" panose="02000603000000000000" pitchFamily="50" charset="0"/>
              </a:rPr>
            </a:br>
            <a:r>
              <a:rPr lang="fr-FR" sz="2400" b="0" i="0" dirty="0">
                <a:solidFill>
                  <a:schemeClr val="bg1"/>
                </a:solidFill>
                <a:effectLst>
                  <a:outerShdw blurRad="50800" dist="38100" algn="l" rotWithShape="0">
                    <a:prstClr val="black">
                      <a:alpha val="40000"/>
                    </a:prstClr>
                  </a:outerShdw>
                </a:effectLst>
                <a:latin typeface="Adella" panose="02000603000000000000" pitchFamily="50" charset="0"/>
                <a:ea typeface="Adella" panose="02000603000000000000" pitchFamily="50" charset="0"/>
              </a:rPr>
              <a:t>- Orientation sexuelle ou mœurs</a:t>
            </a:r>
            <a:br>
              <a:rPr lang="fr-FR" sz="2400" b="0" i="0" dirty="0">
                <a:solidFill>
                  <a:schemeClr val="bg1"/>
                </a:solidFill>
                <a:effectLst>
                  <a:outerShdw blurRad="50800" dist="38100" algn="l" rotWithShape="0">
                    <a:prstClr val="black">
                      <a:alpha val="40000"/>
                    </a:prstClr>
                  </a:outerShdw>
                </a:effectLst>
                <a:latin typeface="Adella" panose="02000603000000000000" pitchFamily="50" charset="0"/>
                <a:ea typeface="Adella" panose="02000603000000000000" pitchFamily="50" charset="0"/>
              </a:rPr>
            </a:br>
            <a:r>
              <a:rPr lang="fr-FR" sz="2400" b="0" i="0" dirty="0">
                <a:solidFill>
                  <a:schemeClr val="bg1"/>
                </a:solidFill>
                <a:effectLst>
                  <a:outerShdw blurRad="50800" dist="38100" algn="l" rotWithShape="0">
                    <a:prstClr val="black">
                      <a:alpha val="40000"/>
                    </a:prstClr>
                  </a:outerShdw>
                </a:effectLst>
                <a:latin typeface="Adella" panose="02000603000000000000" pitchFamily="50" charset="0"/>
                <a:ea typeface="Adella" panose="02000603000000000000" pitchFamily="50" charset="0"/>
              </a:rPr>
              <a:t>- Apparence physique</a:t>
            </a:r>
            <a:br>
              <a:rPr lang="fr-FR" sz="2400" b="0" i="0" dirty="0">
                <a:solidFill>
                  <a:schemeClr val="bg1"/>
                </a:solidFill>
                <a:effectLst>
                  <a:outerShdw blurRad="50800" dist="38100" algn="l" rotWithShape="0">
                    <a:prstClr val="black">
                      <a:alpha val="40000"/>
                    </a:prstClr>
                  </a:outerShdw>
                </a:effectLst>
                <a:latin typeface="Adella" panose="02000603000000000000" pitchFamily="50" charset="0"/>
                <a:ea typeface="Adella" panose="02000603000000000000" pitchFamily="50" charset="0"/>
              </a:rPr>
            </a:br>
            <a:r>
              <a:rPr lang="fr-FR" sz="2400" b="0" i="0" dirty="0">
                <a:solidFill>
                  <a:schemeClr val="bg1"/>
                </a:solidFill>
                <a:effectLst>
                  <a:outerShdw blurRad="50800" dist="38100" algn="l" rotWithShape="0">
                    <a:prstClr val="black">
                      <a:alpha val="40000"/>
                    </a:prstClr>
                  </a:outerShdw>
                </a:effectLst>
                <a:latin typeface="Adella" panose="02000603000000000000" pitchFamily="50" charset="0"/>
                <a:ea typeface="Adella" panose="02000603000000000000" pitchFamily="50" charset="0"/>
              </a:rPr>
              <a:t>- Âge</a:t>
            </a:r>
            <a:br>
              <a:rPr lang="fr-FR" sz="2400" b="0" i="0" dirty="0">
                <a:solidFill>
                  <a:schemeClr val="bg1"/>
                </a:solidFill>
                <a:effectLst>
                  <a:outerShdw blurRad="50800" dist="38100" algn="l" rotWithShape="0">
                    <a:prstClr val="black">
                      <a:alpha val="40000"/>
                    </a:prstClr>
                  </a:outerShdw>
                </a:effectLst>
                <a:latin typeface="Adella" panose="02000603000000000000" pitchFamily="50" charset="0"/>
                <a:ea typeface="Adella" panose="02000603000000000000" pitchFamily="50" charset="0"/>
              </a:rPr>
            </a:br>
            <a:r>
              <a:rPr lang="fr-FR" sz="2400" b="0" i="0" dirty="0">
                <a:solidFill>
                  <a:schemeClr val="bg1"/>
                </a:solidFill>
                <a:effectLst>
                  <a:outerShdw blurRad="50800" dist="38100" algn="l" rotWithShape="0">
                    <a:prstClr val="black">
                      <a:alpha val="40000"/>
                    </a:prstClr>
                  </a:outerShdw>
                </a:effectLst>
                <a:latin typeface="Adella" panose="02000603000000000000" pitchFamily="50" charset="0"/>
                <a:ea typeface="Adella" panose="02000603000000000000" pitchFamily="50" charset="0"/>
              </a:rPr>
              <a:t>- État de santé, handicap, perte d’autonomie</a:t>
            </a:r>
            <a:br>
              <a:rPr lang="fr-FR" sz="2400" b="0" i="0" dirty="0">
                <a:solidFill>
                  <a:schemeClr val="bg1"/>
                </a:solidFill>
                <a:effectLst>
                  <a:outerShdw blurRad="50800" dist="38100" algn="l" rotWithShape="0">
                    <a:prstClr val="black">
                      <a:alpha val="40000"/>
                    </a:prstClr>
                  </a:outerShdw>
                </a:effectLst>
                <a:latin typeface="Adella" panose="02000603000000000000" pitchFamily="50" charset="0"/>
                <a:ea typeface="Adella" panose="02000603000000000000" pitchFamily="50" charset="0"/>
              </a:rPr>
            </a:br>
            <a:r>
              <a:rPr lang="fr-FR" sz="2400" b="0" i="0" dirty="0">
                <a:solidFill>
                  <a:schemeClr val="bg1"/>
                </a:solidFill>
                <a:effectLst>
                  <a:outerShdw blurRad="50800" dist="38100" algn="l" rotWithShape="0">
                    <a:prstClr val="black">
                      <a:alpha val="40000"/>
                    </a:prstClr>
                  </a:outerShdw>
                </a:effectLst>
                <a:latin typeface="Adella" panose="02000603000000000000" pitchFamily="50" charset="0"/>
                <a:ea typeface="Adella" panose="02000603000000000000" pitchFamily="50" charset="0"/>
              </a:rPr>
              <a:t>- Caractéristiques génétiques</a:t>
            </a:r>
            <a:br>
              <a:rPr lang="fr-FR" sz="2400" b="0" i="0" dirty="0">
                <a:solidFill>
                  <a:schemeClr val="bg1"/>
                </a:solidFill>
                <a:effectLst>
                  <a:outerShdw blurRad="50800" dist="38100" algn="l" rotWithShape="0">
                    <a:prstClr val="black">
                      <a:alpha val="40000"/>
                    </a:prstClr>
                  </a:outerShdw>
                </a:effectLst>
                <a:latin typeface="Adella" panose="02000603000000000000" pitchFamily="50" charset="0"/>
                <a:ea typeface="Adella" panose="02000603000000000000" pitchFamily="50" charset="0"/>
              </a:rPr>
            </a:br>
            <a:r>
              <a:rPr lang="fr-FR" sz="2400" b="0" i="0" dirty="0">
                <a:solidFill>
                  <a:schemeClr val="bg1"/>
                </a:solidFill>
                <a:effectLst>
                  <a:outerShdw blurRad="50800" dist="38100" algn="l" rotWithShape="0">
                    <a:prstClr val="black">
                      <a:alpha val="40000"/>
                    </a:prstClr>
                  </a:outerShdw>
                </a:effectLst>
                <a:latin typeface="Adella" panose="02000603000000000000" pitchFamily="50" charset="0"/>
                <a:ea typeface="Adella" panose="02000603000000000000" pitchFamily="50" charset="0"/>
              </a:rPr>
              <a:t>- Religion, convictions politiques ou activités syndicales</a:t>
            </a:r>
            <a:br>
              <a:rPr lang="fr-FR" sz="2400" b="0" i="0" dirty="0">
                <a:solidFill>
                  <a:schemeClr val="bg1"/>
                </a:solidFill>
                <a:effectLst>
                  <a:outerShdw blurRad="50800" dist="38100" algn="l" rotWithShape="0">
                    <a:prstClr val="black">
                      <a:alpha val="40000"/>
                    </a:prstClr>
                  </a:outerShdw>
                </a:effectLst>
                <a:latin typeface="Adella" panose="02000603000000000000" pitchFamily="50" charset="0"/>
                <a:ea typeface="Adella" panose="02000603000000000000" pitchFamily="50" charset="0"/>
              </a:rPr>
            </a:br>
            <a:r>
              <a:rPr lang="fr-FR" sz="2400" dirty="0">
                <a:solidFill>
                  <a:schemeClr val="bg1"/>
                </a:solidFill>
                <a:effectLst>
                  <a:outerShdw blurRad="50800" dist="38100" algn="l" rotWithShape="0">
                    <a:prstClr val="black">
                      <a:alpha val="40000"/>
                    </a:prstClr>
                  </a:outerShdw>
                </a:effectLst>
                <a:latin typeface="Adella" panose="02000603000000000000" pitchFamily="50" charset="0"/>
                <a:ea typeface="Adella" panose="02000603000000000000" pitchFamily="50" charset="0"/>
              </a:rPr>
              <a:t>- </a:t>
            </a:r>
            <a:r>
              <a:rPr lang="fr-FR" sz="2400" b="0" i="0" dirty="0">
                <a:solidFill>
                  <a:schemeClr val="bg1"/>
                </a:solidFill>
                <a:effectLst>
                  <a:outerShdw blurRad="50800" dist="38100" algn="l" rotWithShape="0">
                    <a:prstClr val="black">
                      <a:alpha val="40000"/>
                    </a:prstClr>
                  </a:outerShdw>
                </a:effectLst>
                <a:latin typeface="Adella" panose="02000603000000000000" pitchFamily="50" charset="0"/>
                <a:ea typeface="Adella" panose="02000603000000000000" pitchFamily="50" charset="0"/>
              </a:rPr>
              <a:t>Précarité de sa situation économique, domiciliation bancaire</a:t>
            </a:r>
          </a:p>
        </p:txBody>
      </p:sp>
      <p:sp>
        <p:nvSpPr>
          <p:cNvPr id="20" name="ZoneTexte 19">
            <a:extLst>
              <a:ext uri="{FF2B5EF4-FFF2-40B4-BE49-F238E27FC236}">
                <a16:creationId xmlns:a16="http://schemas.microsoft.com/office/drawing/2014/main" id="{3F95FEDC-29A4-F803-2288-71DC5AF25965}"/>
              </a:ext>
            </a:extLst>
          </p:cNvPr>
          <p:cNvSpPr txBox="1"/>
          <p:nvPr/>
        </p:nvSpPr>
        <p:spPr>
          <a:xfrm>
            <a:off x="289711" y="1048120"/>
            <a:ext cx="7998876" cy="954107"/>
          </a:xfrm>
          <a:prstGeom prst="rect">
            <a:avLst/>
          </a:prstGeom>
          <a:noFill/>
        </p:spPr>
        <p:txBody>
          <a:bodyPr wrap="square">
            <a:spAutoFit/>
          </a:bodyPr>
          <a:lstStyle/>
          <a:p>
            <a:r>
              <a:rPr lang="fr-FR" sz="2800" b="1" i="0" dirty="0">
                <a:solidFill>
                  <a:srgbClr val="4D73AC"/>
                </a:solidFill>
                <a:effectLst/>
                <a:latin typeface="Adella" panose="02000603000000000000" pitchFamily="50" charset="0"/>
                <a:ea typeface="Adella" panose="02000603000000000000" pitchFamily="50" charset="0"/>
              </a:rPr>
              <a:t>Sont interdits toute distinction ou tout traitement inégal fondés sur :</a:t>
            </a:r>
          </a:p>
        </p:txBody>
      </p:sp>
      <p:pic>
        <p:nvPicPr>
          <p:cNvPr id="10" name="Caméra 9">
            <a:extLst>
              <a:ext uri="{FF2B5EF4-FFF2-40B4-BE49-F238E27FC236}">
                <a16:creationId xmlns:a16="http://schemas.microsoft.com/office/drawing/2014/main" id="{F0BA8A54-BF8C-BE7D-D707-70165B5A0D6F}"/>
              </a:ext>
            </a:extLst>
          </p:cNvPr>
          <p:cNvPicPr>
            <a:picLocks noChangeAspect="1"/>
            <a:extLst>
              <a:ext uri="{51228E76-BA90-4043-B771-695A4F85340A}">
                <alf:liveFeedProps xmlns:alf="http://schemas.microsoft.com/office/drawing/2021/livefeed"/>
              </a:ext>
            </a:extLst>
          </p:cNvPicPr>
          <p:nvPr/>
        </p:nvPicPr>
        <p:blipFill>
          <a:blip r:embed="rId4">
            <a:extLst>
              <a:ext uri="{96DAC541-7B7A-43D3-8B79-37D633B846F1}">
                <asvg:svgBlip xmlns:asvg="http://schemas.microsoft.com/office/drawing/2016/SVG/main" r:embed="rId5"/>
              </a:ext>
            </a:extLst>
          </a:blip>
          <a:stretch>
            <a:fillRect/>
          </a:stretch>
        </p:blipFill>
        <p:spPr>
          <a:xfrm>
            <a:off x="10052304" y="4718304"/>
            <a:ext cx="2057400" cy="2057400"/>
          </a:xfrm>
          <a:prstGeom prst="ellipse">
            <a:avLst/>
          </a:prstGeom>
        </p:spPr>
      </p:pic>
      <p:pic>
        <p:nvPicPr>
          <p:cNvPr id="13" name="Caméra 12">
            <a:extLst>
              <a:ext uri="{FF2B5EF4-FFF2-40B4-BE49-F238E27FC236}">
                <a16:creationId xmlns:a16="http://schemas.microsoft.com/office/drawing/2014/main" id="{E90C1DF7-BFB9-CD90-4293-E73FF75EEA35}"/>
              </a:ext>
            </a:extLst>
          </p:cNvPr>
          <p:cNvPicPr>
            <a:picLocks noChangeAspect="1"/>
            <a:extLst>
              <a:ext uri="{51228E76-BA90-4043-B771-695A4F85340A}">
                <alf:liveFeedProps xmlns:alf="http://schemas.microsoft.com/office/drawing/2021/livefeed"/>
              </a:ext>
            </a:extLst>
          </p:cNvPicPr>
          <p:nvPr/>
        </p:nvPicPr>
        <p:blipFill>
          <a:blip r:embed="rId4">
            <a:extLst>
              <a:ext uri="{96DAC541-7B7A-43D3-8B79-37D633B846F1}">
                <asvg:svgBlip xmlns:asvg="http://schemas.microsoft.com/office/drawing/2016/SVG/main" r:embed="rId5"/>
              </a:ext>
            </a:extLst>
          </a:blip>
          <a:stretch>
            <a:fillRect/>
          </a:stretch>
        </p:blipFill>
        <p:spPr>
          <a:xfrm>
            <a:off x="10052305" y="4718304"/>
            <a:ext cx="2057400" cy="2057400"/>
          </a:xfrm>
          <a:prstGeom prst="ellipse">
            <a:avLst/>
          </a:prstGeom>
          <a:ln>
            <a:noFill/>
          </a:ln>
          <a:effectLst>
            <a:softEdge rad="127000"/>
          </a:effectLst>
        </p:spPr>
      </p:pic>
      <p:pic>
        <p:nvPicPr>
          <p:cNvPr id="17" name="Caméra 16">
            <a:extLst>
              <a:ext uri="{FF2B5EF4-FFF2-40B4-BE49-F238E27FC236}">
                <a16:creationId xmlns:a16="http://schemas.microsoft.com/office/drawing/2014/main" id="{C2716A0C-3DE7-EA78-DADE-18158F8B0826}"/>
              </a:ext>
            </a:extLst>
          </p:cNvPr>
          <p:cNvPicPr>
            <a:picLocks noChangeAspect="1"/>
            <a:extLst>
              <a:ext uri="{51228E76-BA90-4043-B771-695A4F85340A}">
                <alf:liveFeedProps xmlns:alf="http://schemas.microsoft.com/office/drawing/2021/livefeed"/>
              </a:ext>
            </a:extLst>
          </p:cNvPicPr>
          <p:nvPr/>
        </p:nvPicPr>
        <p:blipFill>
          <a:blip r:embed="rId4">
            <a:extLst>
              <a:ext uri="{96DAC541-7B7A-43D3-8B79-37D633B846F1}">
                <asvg:svgBlip xmlns:asvg="http://schemas.microsoft.com/office/drawing/2016/SVG/main" r:embed="rId5"/>
              </a:ext>
            </a:extLst>
          </a:blip>
          <a:stretch>
            <a:fillRect/>
          </a:stretch>
        </p:blipFill>
        <p:spPr>
          <a:xfrm>
            <a:off x="10895685" y="5668780"/>
            <a:ext cx="1124680" cy="1124680"/>
          </a:xfrm>
          <a:prstGeom prst="ellipse">
            <a:avLst/>
          </a:prstGeom>
          <a:ln w="19050" cap="rnd">
            <a:solidFill>
              <a:srgbClr val="404040"/>
            </a:solidFill>
          </a:ln>
          <a:effectLst/>
        </p:spPr>
      </p:pic>
    </p:spTree>
    <p:extLst>
      <p:ext uri="{BB962C8B-B14F-4D97-AF65-F5344CB8AC3E}">
        <p14:creationId xmlns:p14="http://schemas.microsoft.com/office/powerpoint/2010/main" val="7638896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childTnLst>
                                  <p:subTnLst>
                                    <p:set>
                                      <p:cBhvr override="childStyle">
                                        <p:cTn dur="1" fill="hold" display="0" masterRel="nextClick" afterEffect="1"/>
                                        <p:tgtEl>
                                          <p:spTgt spid="18"/>
                                        </p:tgtEl>
                                        <p:attrNameLst>
                                          <p:attrName>style.visibility</p:attrName>
                                        </p:attrNameLst>
                                      </p:cBhvr>
                                      <p:to>
                                        <p:strVal val="hidden"/>
                                      </p:to>
                                    </p:set>
                                  </p:subTnLst>
                                </p:cTn>
                              </p:par>
                              <p:par>
                                <p:cTn id="8" presetID="10" presetClass="entr" presetSubtype="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subTnLst>
                                    <p:set>
                                      <p:cBhvr override="childStyle">
                                        <p:cTn dur="1" fill="hold" display="0" masterRel="nextClick" afterEffect="1"/>
                                        <p:tgtEl>
                                          <p:spTgt spid="16"/>
                                        </p:tgtEl>
                                        <p:attrNameLst>
                                          <p:attrName>style.visibility</p:attrName>
                                        </p:attrNameLst>
                                      </p:cBhvr>
                                      <p:to>
                                        <p:strVal val="hidden"/>
                                      </p:to>
                                    </p:set>
                                  </p:sub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fade">
                                      <p:cBhvr>
                                        <p:cTn id="15"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9"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310147"/>
        </a:solidFill>
        <a:effectLst/>
      </p:bgPr>
    </p:bg>
    <p:spTree>
      <p:nvGrpSpPr>
        <p:cNvPr id="1" name=""/>
        <p:cNvGrpSpPr/>
        <p:nvPr/>
      </p:nvGrpSpPr>
      <p:grpSpPr>
        <a:xfrm>
          <a:off x="0" y="0"/>
          <a:ext cx="0" cy="0"/>
          <a:chOff x="0" y="0"/>
          <a:chExt cx="0" cy="0"/>
        </a:xfrm>
      </p:grpSpPr>
      <p:pic>
        <p:nvPicPr>
          <p:cNvPr id="4" name="Caméra 3">
            <a:extLst>
              <a:ext uri="{FF2B5EF4-FFF2-40B4-BE49-F238E27FC236}">
                <a16:creationId xmlns:a16="http://schemas.microsoft.com/office/drawing/2014/main" id="{45771F35-AA05-7D6C-5C44-90AA7E3F514E}"/>
              </a:ext>
            </a:extLst>
          </p:cNvPr>
          <p:cNvPicPr>
            <a:picLocks noChangeAspect="1"/>
            <a:extLst>
              <a:ext uri="{51228E76-BA90-4043-B771-695A4F85340A}">
                <alf:liveFeedProps xmlns:alf="http://schemas.microsoft.com/office/drawing/2021/livefeed"/>
              </a:ext>
            </a:extLst>
          </p:cNvPicPr>
          <p:nvPr/>
        </p:nvPicPr>
        <p:blipFill>
          <a:blip r:embed="rId2">
            <a:extLst>
              <a:ext uri="{96DAC541-7B7A-43D3-8B79-37D633B846F1}">
                <asvg:svgBlip xmlns:asvg="http://schemas.microsoft.com/office/drawing/2016/SVG/main" r:embed="rId3"/>
              </a:ext>
            </a:extLst>
          </a:blip>
          <a:stretch>
            <a:fillRect/>
          </a:stretch>
        </p:blipFill>
        <p:spPr>
          <a:xfrm>
            <a:off x="10895685" y="5668780"/>
            <a:ext cx="1124680" cy="1124680"/>
          </a:xfrm>
          <a:prstGeom prst="ellipse">
            <a:avLst/>
          </a:prstGeom>
          <a:ln w="19050" cap="rnd">
            <a:solidFill>
              <a:srgbClr val="404040"/>
            </a:solidFill>
          </a:ln>
          <a:effectLst/>
        </p:spPr>
      </p:pic>
    </p:spTree>
    <p:extLst>
      <p:ext uri="{BB962C8B-B14F-4D97-AF65-F5344CB8AC3E}">
        <p14:creationId xmlns:p14="http://schemas.microsoft.com/office/powerpoint/2010/main" val="37293827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310147"/>
        </a:solidFill>
        <a:effectLst/>
      </p:bgPr>
    </p:bg>
    <p:spTree>
      <p:nvGrpSpPr>
        <p:cNvPr id="1" name=""/>
        <p:cNvGrpSpPr/>
        <p:nvPr/>
      </p:nvGrpSpPr>
      <p:grpSpPr>
        <a:xfrm>
          <a:off x="0" y="0"/>
          <a:ext cx="0" cy="0"/>
          <a:chOff x="0" y="0"/>
          <a:chExt cx="0" cy="0"/>
        </a:xfrm>
      </p:grpSpPr>
      <p:sp>
        <p:nvSpPr>
          <p:cNvPr id="7" name="Forme libre : forme 6">
            <a:extLst>
              <a:ext uri="{FF2B5EF4-FFF2-40B4-BE49-F238E27FC236}">
                <a16:creationId xmlns:a16="http://schemas.microsoft.com/office/drawing/2014/main" id="{304F0DFE-CF74-7794-FA5F-9579127E70B5}"/>
              </a:ext>
            </a:extLst>
          </p:cNvPr>
          <p:cNvSpPr/>
          <p:nvPr/>
        </p:nvSpPr>
        <p:spPr>
          <a:xfrm>
            <a:off x="0" y="0"/>
            <a:ext cx="11635405" cy="6858000"/>
          </a:xfrm>
          <a:custGeom>
            <a:avLst/>
            <a:gdLst>
              <a:gd name="connsiteX0" fmla="*/ 0 w 11635405"/>
              <a:gd name="connsiteY0" fmla="*/ 0 h 6858000"/>
              <a:gd name="connsiteX1" fmla="*/ 10946167 w 11635405"/>
              <a:gd name="connsiteY1" fmla="*/ 0 h 6858000"/>
              <a:gd name="connsiteX2" fmla="*/ 10946167 w 11635405"/>
              <a:gd name="connsiteY2" fmla="*/ 2475436 h 6858000"/>
              <a:gd name="connsiteX3" fmla="*/ 11488920 w 11635405"/>
              <a:gd name="connsiteY3" fmla="*/ 2475436 h 6858000"/>
              <a:gd name="connsiteX4" fmla="*/ 11635405 w 11635405"/>
              <a:gd name="connsiteY4" fmla="*/ 2621921 h 6858000"/>
              <a:gd name="connsiteX5" fmla="*/ 11635405 w 11635405"/>
              <a:gd name="connsiteY5" fmla="*/ 3207841 h 6858000"/>
              <a:gd name="connsiteX6" fmla="*/ 11488920 w 11635405"/>
              <a:gd name="connsiteY6" fmla="*/ 3354326 h 6858000"/>
              <a:gd name="connsiteX7" fmla="*/ 10946167 w 11635405"/>
              <a:gd name="connsiteY7" fmla="*/ 3354326 h 6858000"/>
              <a:gd name="connsiteX8" fmla="*/ 10946167 w 11635405"/>
              <a:gd name="connsiteY8" fmla="*/ 6858000 h 6858000"/>
              <a:gd name="connsiteX9" fmla="*/ 0 w 11635405"/>
              <a:gd name="connsiteY9"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635405" h="6858000">
                <a:moveTo>
                  <a:pt x="0" y="0"/>
                </a:moveTo>
                <a:lnTo>
                  <a:pt x="10946167" y="0"/>
                </a:lnTo>
                <a:lnTo>
                  <a:pt x="10946167" y="2475436"/>
                </a:lnTo>
                <a:lnTo>
                  <a:pt x="11488920" y="2475436"/>
                </a:lnTo>
                <a:cubicBezTo>
                  <a:pt x="11569821" y="2475436"/>
                  <a:pt x="11635405" y="2541020"/>
                  <a:pt x="11635405" y="2621921"/>
                </a:cubicBezTo>
                <a:lnTo>
                  <a:pt x="11635405" y="3207841"/>
                </a:lnTo>
                <a:cubicBezTo>
                  <a:pt x="11635405" y="3288742"/>
                  <a:pt x="11569821" y="3354326"/>
                  <a:pt x="11488920" y="3354326"/>
                </a:cubicBezTo>
                <a:lnTo>
                  <a:pt x="10946167" y="3354326"/>
                </a:lnTo>
                <a:lnTo>
                  <a:pt x="10946167" y="6858000"/>
                </a:lnTo>
                <a:lnTo>
                  <a:pt x="0" y="6858000"/>
                </a:lnTo>
                <a:close/>
              </a:path>
            </a:pathLst>
          </a:custGeom>
          <a:solidFill>
            <a:srgbClr val="F6B8DE"/>
          </a:solidFill>
          <a:ln>
            <a:noFill/>
          </a:ln>
          <a:effectLst>
            <a:outerShdw blurRad="127000" dist="63500" algn="ctr" rotWithShape="0">
              <a:srgbClr val="000000">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dirty="0"/>
          </a:p>
        </p:txBody>
      </p:sp>
      <p:sp>
        <p:nvSpPr>
          <p:cNvPr id="8" name="ZoneTexte 7">
            <a:extLst>
              <a:ext uri="{FF2B5EF4-FFF2-40B4-BE49-F238E27FC236}">
                <a16:creationId xmlns:a16="http://schemas.microsoft.com/office/drawing/2014/main" id="{F12DF140-EF0C-0E29-0A20-716AB964E99C}"/>
              </a:ext>
            </a:extLst>
          </p:cNvPr>
          <p:cNvSpPr txBox="1"/>
          <p:nvPr/>
        </p:nvSpPr>
        <p:spPr>
          <a:xfrm>
            <a:off x="10991850" y="2383148"/>
            <a:ext cx="643555" cy="1107996"/>
          </a:xfrm>
          <a:prstGeom prst="rect">
            <a:avLst/>
          </a:prstGeom>
          <a:noFill/>
        </p:spPr>
        <p:txBody>
          <a:bodyPr wrap="square" rtlCol="0">
            <a:spAutoFit/>
          </a:bodyPr>
          <a:lstStyle/>
          <a:p>
            <a:r>
              <a:rPr lang="fr-FR" sz="6600" b="1" dirty="0">
                <a:solidFill>
                  <a:srgbClr val="EF7DC4"/>
                </a:solidFill>
                <a:latin typeface="Montserrat" panose="00000500000000000000" pitchFamily="2" charset="0"/>
              </a:rPr>
              <a:t>3</a:t>
            </a:r>
          </a:p>
        </p:txBody>
      </p:sp>
      <p:pic>
        <p:nvPicPr>
          <p:cNvPr id="4" name="Caméra 3">
            <a:extLst>
              <a:ext uri="{FF2B5EF4-FFF2-40B4-BE49-F238E27FC236}">
                <a16:creationId xmlns:a16="http://schemas.microsoft.com/office/drawing/2014/main" id="{81E84CF9-1EA4-821E-F329-86CB269FBA9E}"/>
              </a:ext>
            </a:extLst>
          </p:cNvPr>
          <p:cNvPicPr>
            <a:picLocks noChangeAspect="1"/>
            <a:extLst>
              <a:ext uri="{51228E76-BA90-4043-B771-695A4F85340A}">
                <alf:liveFeedProps xmlns:alf="http://schemas.microsoft.com/office/drawing/2021/livefeed"/>
              </a:ext>
            </a:extLst>
          </p:cNvPicPr>
          <p:nvPr/>
        </p:nvPicPr>
        <p:blipFill>
          <a:blip r:embed="rId2">
            <a:extLst>
              <a:ext uri="{96DAC541-7B7A-43D3-8B79-37D633B846F1}">
                <asvg:svgBlip xmlns:asvg="http://schemas.microsoft.com/office/drawing/2016/SVG/main" r:embed="rId3"/>
              </a:ext>
            </a:extLst>
          </a:blip>
          <a:stretch>
            <a:fillRect/>
          </a:stretch>
        </p:blipFill>
        <p:spPr>
          <a:xfrm>
            <a:off x="10895685" y="5668780"/>
            <a:ext cx="1124680" cy="1124680"/>
          </a:xfrm>
          <a:prstGeom prst="ellipse">
            <a:avLst/>
          </a:prstGeom>
          <a:ln w="19050" cap="rnd">
            <a:solidFill>
              <a:srgbClr val="404040"/>
            </a:solidFill>
          </a:ln>
          <a:effectLst/>
        </p:spPr>
      </p:pic>
    </p:spTree>
    <p:extLst>
      <p:ext uri="{BB962C8B-B14F-4D97-AF65-F5344CB8AC3E}">
        <p14:creationId xmlns:p14="http://schemas.microsoft.com/office/powerpoint/2010/main" val="19875966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310147"/>
        </a:solidFill>
        <a:effectLst/>
      </p:bgPr>
    </p:bg>
    <p:spTree>
      <p:nvGrpSpPr>
        <p:cNvPr id="1" name=""/>
        <p:cNvGrpSpPr/>
        <p:nvPr/>
      </p:nvGrpSpPr>
      <p:grpSpPr>
        <a:xfrm>
          <a:off x="0" y="0"/>
          <a:ext cx="0" cy="0"/>
          <a:chOff x="0" y="0"/>
          <a:chExt cx="0" cy="0"/>
        </a:xfrm>
      </p:grpSpPr>
      <p:pic>
        <p:nvPicPr>
          <p:cNvPr id="2" name="Caméra 1">
            <a:extLst>
              <a:ext uri="{FF2B5EF4-FFF2-40B4-BE49-F238E27FC236}">
                <a16:creationId xmlns:a16="http://schemas.microsoft.com/office/drawing/2014/main" id="{28CC8D93-E12A-A9AB-6B67-1DDB6DC77E92}"/>
              </a:ext>
            </a:extLst>
          </p:cNvPr>
          <p:cNvPicPr>
            <a:picLocks noChangeAspect="1"/>
            <a:extLst>
              <a:ext uri="{51228E76-BA90-4043-B771-695A4F85340A}">
                <alf:liveFeedProps xmlns:alf="http://schemas.microsoft.com/office/drawing/2021/livefeed"/>
              </a:ext>
            </a:extLst>
          </p:cNvPicPr>
          <p:nvPr/>
        </p:nvPicPr>
        <p:blipFill>
          <a:blip r:embed="rId2">
            <a:extLst>
              <a:ext uri="{96DAC541-7B7A-43D3-8B79-37D633B846F1}">
                <asvg:svgBlip xmlns:asvg="http://schemas.microsoft.com/office/drawing/2016/SVG/main" r:embed="rId3"/>
              </a:ext>
            </a:extLst>
          </a:blip>
          <a:stretch>
            <a:fillRect/>
          </a:stretch>
        </p:blipFill>
        <p:spPr>
          <a:xfrm>
            <a:off x="10895685" y="5668780"/>
            <a:ext cx="1124680" cy="1124680"/>
          </a:xfrm>
          <a:prstGeom prst="ellipse">
            <a:avLst/>
          </a:prstGeom>
          <a:ln w="19050" cap="rnd">
            <a:solidFill>
              <a:srgbClr val="404040"/>
            </a:solidFill>
          </a:ln>
          <a:effectLst/>
        </p:spPr>
      </p:pic>
      <p:graphicFrame>
        <p:nvGraphicFramePr>
          <p:cNvPr id="5" name="Graphique 4">
            <a:extLst>
              <a:ext uri="{FF2B5EF4-FFF2-40B4-BE49-F238E27FC236}">
                <a16:creationId xmlns:a16="http://schemas.microsoft.com/office/drawing/2014/main" id="{EE97BDCE-3351-B355-4633-7FE856E3396C}"/>
              </a:ext>
            </a:extLst>
          </p:cNvPr>
          <p:cNvGraphicFramePr/>
          <p:nvPr>
            <p:extLst>
              <p:ext uri="{D42A27DB-BD31-4B8C-83A1-F6EECF244321}">
                <p14:modId xmlns:p14="http://schemas.microsoft.com/office/powerpoint/2010/main" val="3553847981"/>
              </p:ext>
            </p:extLst>
          </p:nvPr>
        </p:nvGraphicFramePr>
        <p:xfrm>
          <a:off x="2032000" y="719666"/>
          <a:ext cx="8128000" cy="5418667"/>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2450175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tx1">
            <a:lumMod val="85000"/>
            <a:lumOff val="15000"/>
          </a:schemeClr>
        </a:solidFill>
        <a:effectLst/>
      </p:bgPr>
    </p:bg>
    <p:spTree>
      <p:nvGrpSpPr>
        <p:cNvPr id="1" name=""/>
        <p:cNvGrpSpPr/>
        <p:nvPr/>
      </p:nvGrpSpPr>
      <p:grpSpPr>
        <a:xfrm>
          <a:off x="0" y="0"/>
          <a:ext cx="0" cy="0"/>
          <a:chOff x="0" y="0"/>
          <a:chExt cx="0" cy="0"/>
        </a:xfrm>
      </p:grpSpPr>
      <p:sp>
        <p:nvSpPr>
          <p:cNvPr id="5" name="back end circle">
            <a:extLst>
              <a:ext uri="{FF2B5EF4-FFF2-40B4-BE49-F238E27FC236}">
                <a16:creationId xmlns:a16="http://schemas.microsoft.com/office/drawing/2014/main" id="{10539AAD-0331-C92A-5961-F456B286320E}"/>
              </a:ext>
            </a:extLst>
          </p:cNvPr>
          <p:cNvSpPr/>
          <p:nvPr/>
        </p:nvSpPr>
        <p:spPr>
          <a:xfrm>
            <a:off x="947765" y="2022330"/>
            <a:ext cx="2768154" cy="2768154"/>
          </a:xfrm>
          <a:custGeom>
            <a:avLst/>
            <a:gdLst>
              <a:gd name="connsiteX0" fmla="*/ 1384077 w 2768154"/>
              <a:gd name="connsiteY0" fmla="*/ 727511 h 2768154"/>
              <a:gd name="connsiteX1" fmla="*/ 727511 w 2768154"/>
              <a:gd name="connsiteY1" fmla="*/ 1384077 h 2768154"/>
              <a:gd name="connsiteX2" fmla="*/ 1384077 w 2768154"/>
              <a:gd name="connsiteY2" fmla="*/ 2040643 h 2768154"/>
              <a:gd name="connsiteX3" fmla="*/ 2040643 w 2768154"/>
              <a:gd name="connsiteY3" fmla="*/ 1384077 h 2768154"/>
              <a:gd name="connsiteX4" fmla="*/ 1384077 w 2768154"/>
              <a:gd name="connsiteY4" fmla="*/ 727511 h 2768154"/>
              <a:gd name="connsiteX5" fmla="*/ 1384077 w 2768154"/>
              <a:gd name="connsiteY5" fmla="*/ 0 h 2768154"/>
              <a:gd name="connsiteX6" fmla="*/ 2768154 w 2768154"/>
              <a:gd name="connsiteY6" fmla="*/ 1384077 h 2768154"/>
              <a:gd name="connsiteX7" fmla="*/ 1384077 w 2768154"/>
              <a:gd name="connsiteY7" fmla="*/ 2768154 h 2768154"/>
              <a:gd name="connsiteX8" fmla="*/ 0 w 2768154"/>
              <a:gd name="connsiteY8" fmla="*/ 1384077 h 2768154"/>
              <a:gd name="connsiteX9" fmla="*/ 1384077 w 2768154"/>
              <a:gd name="connsiteY9" fmla="*/ 0 h 27681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768154" h="2768154">
                <a:moveTo>
                  <a:pt x="1384077" y="727511"/>
                </a:moveTo>
                <a:cubicBezTo>
                  <a:pt x="1021466" y="727511"/>
                  <a:pt x="727511" y="1021466"/>
                  <a:pt x="727511" y="1384077"/>
                </a:cubicBezTo>
                <a:cubicBezTo>
                  <a:pt x="727511" y="1746688"/>
                  <a:pt x="1021466" y="2040643"/>
                  <a:pt x="1384077" y="2040643"/>
                </a:cubicBezTo>
                <a:cubicBezTo>
                  <a:pt x="1746688" y="2040643"/>
                  <a:pt x="2040643" y="1746688"/>
                  <a:pt x="2040643" y="1384077"/>
                </a:cubicBezTo>
                <a:cubicBezTo>
                  <a:pt x="2040643" y="1021466"/>
                  <a:pt x="1746688" y="727511"/>
                  <a:pt x="1384077" y="727511"/>
                </a:cubicBezTo>
                <a:close/>
                <a:moveTo>
                  <a:pt x="1384077" y="0"/>
                </a:moveTo>
                <a:cubicBezTo>
                  <a:pt x="2148482" y="0"/>
                  <a:pt x="2768154" y="619672"/>
                  <a:pt x="2768154" y="1384077"/>
                </a:cubicBezTo>
                <a:cubicBezTo>
                  <a:pt x="2768154" y="2148482"/>
                  <a:pt x="2148482" y="2768154"/>
                  <a:pt x="1384077" y="2768154"/>
                </a:cubicBezTo>
                <a:cubicBezTo>
                  <a:pt x="619672" y="2768154"/>
                  <a:pt x="0" y="2148482"/>
                  <a:pt x="0" y="1384077"/>
                </a:cubicBezTo>
                <a:cubicBezTo>
                  <a:pt x="0" y="619672"/>
                  <a:pt x="619672" y="0"/>
                  <a:pt x="1384077" y="0"/>
                </a:cubicBezTo>
                <a:close/>
              </a:path>
            </a:pathLst>
          </a:custGeom>
          <a:solidFill>
            <a:schemeClr val="bg1"/>
          </a:solidFill>
          <a:ln w="28575">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20" name="rotating shape">
            <a:extLst>
              <a:ext uri="{FF2B5EF4-FFF2-40B4-BE49-F238E27FC236}">
                <a16:creationId xmlns:a16="http://schemas.microsoft.com/office/drawing/2014/main" id="{778364FC-4BC5-5055-6BA4-4306E92E0F67}"/>
              </a:ext>
            </a:extLst>
          </p:cNvPr>
          <p:cNvGrpSpPr/>
          <p:nvPr/>
        </p:nvGrpSpPr>
        <p:grpSpPr>
          <a:xfrm>
            <a:off x="541358" y="3057199"/>
            <a:ext cx="3549610" cy="747059"/>
            <a:chOff x="541358" y="3057199"/>
            <a:chExt cx="3549610" cy="747059"/>
          </a:xfrm>
        </p:grpSpPr>
        <p:sp>
          <p:nvSpPr>
            <p:cNvPr id="14" name="Rectangle 13">
              <a:extLst>
                <a:ext uri="{FF2B5EF4-FFF2-40B4-BE49-F238E27FC236}">
                  <a16:creationId xmlns:a16="http://schemas.microsoft.com/office/drawing/2014/main" id="{560D34EC-4390-2B5E-E3CB-40004E5D05F5}"/>
                </a:ext>
              </a:extLst>
            </p:cNvPr>
            <p:cNvSpPr/>
            <p:nvPr/>
          </p:nvSpPr>
          <p:spPr>
            <a:xfrm>
              <a:off x="805238" y="3057199"/>
              <a:ext cx="3285730" cy="74359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3" name="Oval 12">
              <a:extLst>
                <a:ext uri="{FF2B5EF4-FFF2-40B4-BE49-F238E27FC236}">
                  <a16:creationId xmlns:a16="http://schemas.microsoft.com/office/drawing/2014/main" id="{575C3350-F9FE-679E-477F-E4E254B86EBF}"/>
                </a:ext>
              </a:extLst>
            </p:cNvPr>
            <p:cNvSpPr/>
            <p:nvPr/>
          </p:nvSpPr>
          <p:spPr>
            <a:xfrm>
              <a:off x="541358" y="3067579"/>
              <a:ext cx="736679" cy="736679"/>
            </a:xfrm>
            <a:prstGeom prst="ellipse">
              <a:avLst/>
            </a:prstGeom>
            <a:solidFill>
              <a:srgbClr val="EA8F44"/>
            </a:solidFill>
            <a:ln w="57150">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pic>
        <p:nvPicPr>
          <p:cNvPr id="22" name="open button" descr="Badge Follow with solid fill">
            <a:extLst>
              <a:ext uri="{FF2B5EF4-FFF2-40B4-BE49-F238E27FC236}">
                <a16:creationId xmlns:a16="http://schemas.microsoft.com/office/drawing/2014/main" id="{2A89A07E-CB40-0DAE-0E0F-7B52B055B94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081951" y="3190457"/>
            <a:ext cx="477082" cy="477082"/>
          </a:xfrm>
          <a:prstGeom prst="rect">
            <a:avLst/>
          </a:prstGeom>
        </p:spPr>
      </p:pic>
      <p:pic>
        <p:nvPicPr>
          <p:cNvPr id="24" name="close button" descr="Badge Cross with solid fill">
            <a:extLst>
              <a:ext uri="{FF2B5EF4-FFF2-40B4-BE49-F238E27FC236}">
                <a16:creationId xmlns:a16="http://schemas.microsoft.com/office/drawing/2014/main" id="{5202FDB2-2C56-CB0A-5A64-FF2A60A6FFA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081951" y="3190457"/>
            <a:ext cx="477082" cy="477082"/>
          </a:xfrm>
          <a:prstGeom prst="rect">
            <a:avLst/>
          </a:prstGeom>
        </p:spPr>
      </p:pic>
      <p:pic>
        <p:nvPicPr>
          <p:cNvPr id="28" name="Graphic 27" descr="Home outline">
            <a:hlinkClick r:id="rId6" action="ppaction://hlinksldjump"/>
            <a:extLst>
              <a:ext uri="{FF2B5EF4-FFF2-40B4-BE49-F238E27FC236}">
                <a16:creationId xmlns:a16="http://schemas.microsoft.com/office/drawing/2014/main" id="{9C92C755-DB3D-18F7-C78D-B1D3B3A9AC9D}"/>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85424" y="3169218"/>
            <a:ext cx="474378" cy="474378"/>
          </a:xfrm>
          <a:prstGeom prst="rect">
            <a:avLst/>
          </a:prstGeom>
        </p:spPr>
      </p:pic>
      <p:pic>
        <p:nvPicPr>
          <p:cNvPr id="30" name="Graphic 29" descr="Cycle with people outline">
            <a:hlinkClick r:id="rId9" action="ppaction://hlinksldjump"/>
            <a:extLst>
              <a:ext uri="{FF2B5EF4-FFF2-40B4-BE49-F238E27FC236}">
                <a16:creationId xmlns:a16="http://schemas.microsoft.com/office/drawing/2014/main" id="{685B1423-CDC9-AC30-6502-14910B9509DA}"/>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3120078" y="3169218"/>
            <a:ext cx="453419" cy="479900"/>
          </a:xfrm>
          <a:prstGeom prst="rect">
            <a:avLst/>
          </a:prstGeom>
        </p:spPr>
      </p:pic>
      <p:pic>
        <p:nvPicPr>
          <p:cNvPr id="32" name="Graphic 31" descr="Work from home desk outline">
            <a:hlinkClick r:id="rId12" action="ppaction://hlinksldjump"/>
            <a:extLst>
              <a:ext uri="{FF2B5EF4-FFF2-40B4-BE49-F238E27FC236}">
                <a16:creationId xmlns:a16="http://schemas.microsoft.com/office/drawing/2014/main" id="{7C42C5ED-9F48-7CC1-6A01-1AF1CAB87273}"/>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2861332" y="3914169"/>
            <a:ext cx="382789" cy="459722"/>
          </a:xfrm>
          <a:prstGeom prst="rect">
            <a:avLst/>
          </a:prstGeom>
        </p:spPr>
      </p:pic>
      <p:pic>
        <p:nvPicPr>
          <p:cNvPr id="34" name="Graphic 33" descr="Questions outline">
            <a:hlinkClick r:id="rId15" action="ppaction://hlinksldjump"/>
            <a:extLst>
              <a:ext uri="{FF2B5EF4-FFF2-40B4-BE49-F238E27FC236}">
                <a16:creationId xmlns:a16="http://schemas.microsoft.com/office/drawing/2014/main" id="{B2243DB2-3A6F-14F3-FE90-583B00B4FCB7}"/>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2841102" y="2466100"/>
            <a:ext cx="415392" cy="416600"/>
          </a:xfrm>
          <a:prstGeom prst="rect">
            <a:avLst/>
          </a:prstGeom>
        </p:spPr>
      </p:pic>
      <p:pic>
        <p:nvPicPr>
          <p:cNvPr id="36" name="Graphic 35" descr="Gauge outline">
            <a:hlinkClick r:id="rId18" action="ppaction://hlinksldjump"/>
            <a:extLst>
              <a:ext uri="{FF2B5EF4-FFF2-40B4-BE49-F238E27FC236}">
                <a16:creationId xmlns:a16="http://schemas.microsoft.com/office/drawing/2014/main" id="{5643EDAD-8137-AC2A-61E8-5C28AEBB2F76}"/>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2098573" y="2155146"/>
            <a:ext cx="435179" cy="474629"/>
          </a:xfrm>
          <a:prstGeom prst="rect">
            <a:avLst/>
          </a:prstGeom>
        </p:spPr>
      </p:pic>
      <p:pic>
        <p:nvPicPr>
          <p:cNvPr id="38" name="Graphic 37" descr="Building Brick Wall outline">
            <a:hlinkClick r:id="rId21" action="ppaction://hlinksldjump"/>
            <a:extLst>
              <a:ext uri="{FF2B5EF4-FFF2-40B4-BE49-F238E27FC236}">
                <a16:creationId xmlns:a16="http://schemas.microsoft.com/office/drawing/2014/main" id="{8AE777A2-C2C3-EC79-2ACB-B9474AFD854C}"/>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2091320" y="4192912"/>
            <a:ext cx="435179" cy="459722"/>
          </a:xfrm>
          <a:prstGeom prst="rect">
            <a:avLst/>
          </a:prstGeom>
        </p:spPr>
      </p:pic>
      <p:pic>
        <p:nvPicPr>
          <p:cNvPr id="40" name="Graphic 39" descr="Clipboard outline">
            <a:hlinkClick r:id="rId24" action="ppaction://hlinksldjump"/>
            <a:extLst>
              <a:ext uri="{FF2B5EF4-FFF2-40B4-BE49-F238E27FC236}">
                <a16:creationId xmlns:a16="http://schemas.microsoft.com/office/drawing/2014/main" id="{D3BD4B70-79D5-CC35-0079-8F908FEB18CC}"/>
              </a:ext>
            </a:extLst>
          </p:cNvPr>
          <p:cNvPicPr>
            <a:picLocks noChangeAspect="1"/>
          </p:cNvPicPr>
          <p:nvPr/>
        </p:nvPicPr>
        <p:blipFill>
          <a:blip r:embed="rId25">
            <a:extLst>
              <a:ext uri="{28A0092B-C50C-407E-A947-70E740481C1C}">
                <a14:useLocalDpi xmlns:a14="http://schemas.microsoft.com/office/drawing/2010/main" val="0"/>
              </a:ext>
              <a:ext uri="{96DAC541-7B7A-43D3-8B79-37D633B846F1}">
                <asvg:svgBlip xmlns:asvg="http://schemas.microsoft.com/office/drawing/2016/SVG/main" r:embed="rId26"/>
              </a:ext>
            </a:extLst>
          </a:blip>
          <a:stretch>
            <a:fillRect/>
          </a:stretch>
        </p:blipFill>
        <p:spPr>
          <a:xfrm>
            <a:off x="1342686" y="2466100"/>
            <a:ext cx="452264" cy="452264"/>
          </a:xfrm>
          <a:prstGeom prst="rect">
            <a:avLst/>
          </a:prstGeom>
        </p:spPr>
      </p:pic>
      <p:pic>
        <p:nvPicPr>
          <p:cNvPr id="42" name="Graphic 41" descr="Rollercoaster Down outline">
            <a:hlinkClick r:id="rId27" action="ppaction://hlinksldjump"/>
            <a:extLst>
              <a:ext uri="{FF2B5EF4-FFF2-40B4-BE49-F238E27FC236}">
                <a16:creationId xmlns:a16="http://schemas.microsoft.com/office/drawing/2014/main" id="{618D6239-48CB-0B94-6E2E-D27A9A3541FA}"/>
              </a:ext>
            </a:extLst>
          </p:cNvPr>
          <p:cNvPicPr>
            <a:picLocks noChangeAspect="1"/>
          </p:cNvPicPr>
          <p:nvPr/>
        </p:nvPicPr>
        <p:blipFill>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tretch>
            <a:fillRect/>
          </a:stretch>
        </p:blipFill>
        <p:spPr>
          <a:xfrm>
            <a:off x="1360369" y="3939632"/>
            <a:ext cx="439194" cy="445170"/>
          </a:xfrm>
          <a:prstGeom prst="rect">
            <a:avLst/>
          </a:prstGeom>
        </p:spPr>
      </p:pic>
      <p:sp>
        <p:nvSpPr>
          <p:cNvPr id="44" name="TextBox 43">
            <a:extLst>
              <a:ext uri="{FF2B5EF4-FFF2-40B4-BE49-F238E27FC236}">
                <a16:creationId xmlns:a16="http://schemas.microsoft.com/office/drawing/2014/main" id="{76922255-E978-6357-2298-776D204AAE11}"/>
              </a:ext>
            </a:extLst>
          </p:cNvPr>
          <p:cNvSpPr txBox="1"/>
          <p:nvPr/>
        </p:nvSpPr>
        <p:spPr>
          <a:xfrm>
            <a:off x="3713130" y="3266006"/>
            <a:ext cx="8259795" cy="1569660"/>
          </a:xfrm>
          <a:prstGeom prst="rect">
            <a:avLst/>
          </a:prstGeom>
          <a:noFill/>
        </p:spPr>
        <p:txBody>
          <a:bodyPr wrap="square" rtlCol="0">
            <a:spAutoFit/>
          </a:bodyPr>
          <a:lstStyle/>
          <a:p>
            <a:pPr algn="ctr"/>
            <a:r>
              <a:rPr lang="fr-FR" sz="9600" dirty="0">
                <a:solidFill>
                  <a:schemeClr val="bg1"/>
                </a:solidFill>
                <a:latin typeface="Bebas Neue" panose="020B0606020202050201" pitchFamily="34" charset="0"/>
              </a:rPr>
              <a:t>INTERSECTIONALISME</a:t>
            </a:r>
          </a:p>
        </p:txBody>
      </p:sp>
      <p:sp>
        <p:nvSpPr>
          <p:cNvPr id="43" name="TextBox 42">
            <a:extLst>
              <a:ext uri="{FF2B5EF4-FFF2-40B4-BE49-F238E27FC236}">
                <a16:creationId xmlns:a16="http://schemas.microsoft.com/office/drawing/2014/main" id="{E7BE022B-61B6-CE4A-A6CB-1A8DBE5116EF}"/>
              </a:ext>
            </a:extLst>
          </p:cNvPr>
          <p:cNvSpPr txBox="1"/>
          <p:nvPr/>
        </p:nvSpPr>
        <p:spPr>
          <a:xfrm rot="21320000">
            <a:off x="3757439" y="2636460"/>
            <a:ext cx="7925225" cy="1107996"/>
          </a:xfrm>
          <a:prstGeom prst="rect">
            <a:avLst/>
          </a:prstGeom>
          <a:noFill/>
        </p:spPr>
        <p:txBody>
          <a:bodyPr wrap="square" rtlCol="0">
            <a:spAutoFit/>
          </a:bodyPr>
          <a:lstStyle/>
          <a:p>
            <a:pPr algn="ctr" defTabSz="914400"/>
            <a:r>
              <a:rPr lang="fr-FR" sz="6600" dirty="0">
                <a:solidFill>
                  <a:srgbClr val="EA8F44"/>
                </a:solidFill>
                <a:latin typeface="Berlin Sans FB Demi" panose="020E0802020502020306" pitchFamily="34" charset="0"/>
              </a:rPr>
              <a:t>Trans-inclusivité</a:t>
            </a:r>
            <a:endParaRPr kumimoji="0" lang="ru-RU" sz="6600" b="0" i="0" u="none" strike="noStrike" kern="1200" cap="none" spc="0" normalizeH="0" baseline="0" noProof="0" dirty="0">
              <a:ln>
                <a:noFill/>
              </a:ln>
              <a:solidFill>
                <a:srgbClr val="EA8F44"/>
              </a:solidFill>
              <a:effectLst/>
              <a:uLnTx/>
              <a:uFillTx/>
              <a:latin typeface="Calibri" panose="020F0502020204030204"/>
              <a:ea typeface="+mn-ea"/>
              <a:cs typeface="+mn-cs"/>
            </a:endParaRPr>
          </a:p>
        </p:txBody>
      </p:sp>
      <p:sp>
        <p:nvSpPr>
          <p:cNvPr id="3" name="ZoneTexte 2">
            <a:extLst>
              <a:ext uri="{FF2B5EF4-FFF2-40B4-BE49-F238E27FC236}">
                <a16:creationId xmlns:a16="http://schemas.microsoft.com/office/drawing/2014/main" id="{1271601A-E64F-7ADF-4D72-C63BC29FC697}"/>
              </a:ext>
            </a:extLst>
          </p:cNvPr>
          <p:cNvSpPr txBox="1"/>
          <p:nvPr/>
        </p:nvSpPr>
        <p:spPr>
          <a:xfrm>
            <a:off x="8101034" y="3689045"/>
            <a:ext cx="616701" cy="584775"/>
          </a:xfrm>
          <a:prstGeom prst="rect">
            <a:avLst/>
          </a:prstGeom>
          <a:noFill/>
        </p:spPr>
        <p:txBody>
          <a:bodyPr wrap="square">
            <a:spAutoFit/>
          </a:bodyPr>
          <a:lstStyle/>
          <a:p>
            <a:r>
              <a:rPr lang="fr-FR" sz="3200" dirty="0">
                <a:solidFill>
                  <a:srgbClr val="FFFF00"/>
                </a:solidFill>
                <a:effectLst>
                  <a:outerShdw blurRad="50800" dist="38100" dir="2700000" algn="tl" rotWithShape="0">
                    <a:prstClr val="black">
                      <a:alpha val="40000"/>
                    </a:prstClr>
                  </a:outerShdw>
                </a:effectLst>
                <a:latin typeface="Brush Script MT" panose="03060802040406070304" pitchFamily="66" charset="0"/>
              </a:rPr>
              <a:t>&amp;</a:t>
            </a:r>
          </a:p>
        </p:txBody>
      </p:sp>
    </p:spTree>
    <p:extLst>
      <p:ext uri="{BB962C8B-B14F-4D97-AF65-F5344CB8AC3E}">
        <p14:creationId xmlns:p14="http://schemas.microsoft.com/office/powerpoint/2010/main" val="250710135"/>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timing>
    <p:tnLst>
      <p:par>
        <p:cTn id="1" dur="indefinite" restart="never" nodeType="tmRoot">
          <p:childTnLst>
            <p:seq concurrent="1" nextAc="seek">
              <p:cTn id="2" restart="whenNotActive" fill="hold" evtFilter="cancelBubble" nodeType="interactiveSeq">
                <p:stCondLst>
                  <p:cond evt="onClick" delay="0">
                    <p:tgtEl>
                      <p:spTgt spid="22"/>
                    </p:tgtEl>
                  </p:cond>
                </p:stCondLst>
                <p:endSync evt="end" delay="0">
                  <p:rtn val="all"/>
                </p:endSync>
                <p:childTnLst>
                  <p:par>
                    <p:cTn id="3" fill="hold">
                      <p:stCondLst>
                        <p:cond delay="0"/>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par>
                          <p:cTn id="10" fill="hold">
                            <p:stCondLst>
                              <p:cond delay="500"/>
                            </p:stCondLst>
                            <p:childTnLst>
                              <p:par>
                                <p:cTn id="11" presetID="1" presetClass="exit" presetSubtype="0" fill="hold" nodeType="afterEffect">
                                  <p:stCondLst>
                                    <p:cond delay="0"/>
                                  </p:stCondLst>
                                  <p:childTnLst>
                                    <p:set>
                                      <p:cBhvr>
                                        <p:cTn id="12" dur="1" fill="hold">
                                          <p:stCondLst>
                                            <p:cond delay="0"/>
                                          </p:stCondLst>
                                        </p:cTn>
                                        <p:tgtEl>
                                          <p:spTgt spid="22"/>
                                        </p:tgtEl>
                                        <p:attrNameLst>
                                          <p:attrName>style.visibility</p:attrName>
                                        </p:attrNameLst>
                                      </p:cBhvr>
                                      <p:to>
                                        <p:strVal val="hidden"/>
                                      </p:to>
                                    </p:set>
                                  </p:childTnLst>
                                </p:cTn>
                              </p:par>
                            </p:childTnLst>
                          </p:cTn>
                        </p:par>
                        <p:par>
                          <p:cTn id="13" fill="hold">
                            <p:stCondLst>
                              <p:cond delay="500"/>
                            </p:stCondLst>
                            <p:childTnLst>
                              <p:par>
                                <p:cTn id="14" presetID="53" presetClass="entr" presetSubtype="16" fill="hold" nodeType="afterEffect">
                                  <p:stCondLst>
                                    <p:cond delay="0"/>
                                  </p:stCondLst>
                                  <p:childTnLst>
                                    <p:set>
                                      <p:cBhvr>
                                        <p:cTn id="15" dur="1" fill="hold">
                                          <p:stCondLst>
                                            <p:cond delay="0"/>
                                          </p:stCondLst>
                                        </p:cTn>
                                        <p:tgtEl>
                                          <p:spTgt spid="28"/>
                                        </p:tgtEl>
                                        <p:attrNameLst>
                                          <p:attrName>style.visibility</p:attrName>
                                        </p:attrNameLst>
                                      </p:cBhvr>
                                      <p:to>
                                        <p:strVal val="visible"/>
                                      </p:to>
                                    </p:set>
                                    <p:anim calcmode="lin" valueType="num">
                                      <p:cBhvr>
                                        <p:cTn id="16" dur="400" fill="hold"/>
                                        <p:tgtEl>
                                          <p:spTgt spid="28"/>
                                        </p:tgtEl>
                                        <p:attrNameLst>
                                          <p:attrName>ppt_w</p:attrName>
                                        </p:attrNameLst>
                                      </p:cBhvr>
                                      <p:tavLst>
                                        <p:tav tm="0">
                                          <p:val>
                                            <p:fltVal val="0"/>
                                          </p:val>
                                        </p:tav>
                                        <p:tav tm="100000">
                                          <p:val>
                                            <p:strVal val="#ppt_w"/>
                                          </p:val>
                                        </p:tav>
                                      </p:tavLst>
                                    </p:anim>
                                    <p:anim calcmode="lin" valueType="num">
                                      <p:cBhvr>
                                        <p:cTn id="17" dur="400" fill="hold"/>
                                        <p:tgtEl>
                                          <p:spTgt spid="28"/>
                                        </p:tgtEl>
                                        <p:attrNameLst>
                                          <p:attrName>ppt_h</p:attrName>
                                        </p:attrNameLst>
                                      </p:cBhvr>
                                      <p:tavLst>
                                        <p:tav tm="0">
                                          <p:val>
                                            <p:fltVal val="0"/>
                                          </p:val>
                                        </p:tav>
                                        <p:tav tm="100000">
                                          <p:val>
                                            <p:strVal val="#ppt_h"/>
                                          </p:val>
                                        </p:tav>
                                      </p:tavLst>
                                    </p:anim>
                                    <p:animEffect transition="in" filter="fade">
                                      <p:cBhvr>
                                        <p:cTn id="18" dur="400"/>
                                        <p:tgtEl>
                                          <p:spTgt spid="28"/>
                                        </p:tgtEl>
                                      </p:cBhvr>
                                    </p:animEffect>
                                  </p:childTnLst>
                                </p:cTn>
                              </p:par>
                              <p:par>
                                <p:cTn id="19" presetID="53" presetClass="entr" presetSubtype="16" fill="hold" nodeType="withEffect">
                                  <p:stCondLst>
                                    <p:cond delay="0"/>
                                  </p:stCondLst>
                                  <p:childTnLst>
                                    <p:set>
                                      <p:cBhvr>
                                        <p:cTn id="20" dur="1" fill="hold">
                                          <p:stCondLst>
                                            <p:cond delay="0"/>
                                          </p:stCondLst>
                                        </p:cTn>
                                        <p:tgtEl>
                                          <p:spTgt spid="40"/>
                                        </p:tgtEl>
                                        <p:attrNameLst>
                                          <p:attrName>style.visibility</p:attrName>
                                        </p:attrNameLst>
                                      </p:cBhvr>
                                      <p:to>
                                        <p:strVal val="visible"/>
                                      </p:to>
                                    </p:set>
                                    <p:anim calcmode="lin" valueType="num">
                                      <p:cBhvr>
                                        <p:cTn id="21" dur="500" fill="hold"/>
                                        <p:tgtEl>
                                          <p:spTgt spid="40"/>
                                        </p:tgtEl>
                                        <p:attrNameLst>
                                          <p:attrName>ppt_w</p:attrName>
                                        </p:attrNameLst>
                                      </p:cBhvr>
                                      <p:tavLst>
                                        <p:tav tm="0">
                                          <p:val>
                                            <p:fltVal val="0"/>
                                          </p:val>
                                        </p:tav>
                                        <p:tav tm="100000">
                                          <p:val>
                                            <p:strVal val="#ppt_w"/>
                                          </p:val>
                                        </p:tav>
                                      </p:tavLst>
                                    </p:anim>
                                    <p:anim calcmode="lin" valueType="num">
                                      <p:cBhvr>
                                        <p:cTn id="22" dur="500" fill="hold"/>
                                        <p:tgtEl>
                                          <p:spTgt spid="40"/>
                                        </p:tgtEl>
                                        <p:attrNameLst>
                                          <p:attrName>ppt_h</p:attrName>
                                        </p:attrNameLst>
                                      </p:cBhvr>
                                      <p:tavLst>
                                        <p:tav tm="0">
                                          <p:val>
                                            <p:fltVal val="0"/>
                                          </p:val>
                                        </p:tav>
                                        <p:tav tm="100000">
                                          <p:val>
                                            <p:strVal val="#ppt_h"/>
                                          </p:val>
                                        </p:tav>
                                      </p:tavLst>
                                    </p:anim>
                                    <p:animEffect transition="in" filter="fade">
                                      <p:cBhvr>
                                        <p:cTn id="23" dur="500"/>
                                        <p:tgtEl>
                                          <p:spTgt spid="40"/>
                                        </p:tgtEl>
                                      </p:cBhvr>
                                    </p:animEffect>
                                  </p:childTnLst>
                                </p:cTn>
                              </p:par>
                              <p:par>
                                <p:cTn id="24" presetID="53" presetClass="entr" presetSubtype="16" fill="hold" nodeType="withEffect">
                                  <p:stCondLst>
                                    <p:cond delay="0"/>
                                  </p:stCondLst>
                                  <p:childTnLst>
                                    <p:set>
                                      <p:cBhvr>
                                        <p:cTn id="25" dur="1" fill="hold">
                                          <p:stCondLst>
                                            <p:cond delay="0"/>
                                          </p:stCondLst>
                                        </p:cTn>
                                        <p:tgtEl>
                                          <p:spTgt spid="36"/>
                                        </p:tgtEl>
                                        <p:attrNameLst>
                                          <p:attrName>style.visibility</p:attrName>
                                        </p:attrNameLst>
                                      </p:cBhvr>
                                      <p:to>
                                        <p:strVal val="visible"/>
                                      </p:to>
                                    </p:set>
                                    <p:anim calcmode="lin" valueType="num">
                                      <p:cBhvr>
                                        <p:cTn id="26" dur="500" fill="hold"/>
                                        <p:tgtEl>
                                          <p:spTgt spid="36"/>
                                        </p:tgtEl>
                                        <p:attrNameLst>
                                          <p:attrName>ppt_w</p:attrName>
                                        </p:attrNameLst>
                                      </p:cBhvr>
                                      <p:tavLst>
                                        <p:tav tm="0">
                                          <p:val>
                                            <p:fltVal val="0"/>
                                          </p:val>
                                        </p:tav>
                                        <p:tav tm="100000">
                                          <p:val>
                                            <p:strVal val="#ppt_w"/>
                                          </p:val>
                                        </p:tav>
                                      </p:tavLst>
                                    </p:anim>
                                    <p:anim calcmode="lin" valueType="num">
                                      <p:cBhvr>
                                        <p:cTn id="27" dur="500" fill="hold"/>
                                        <p:tgtEl>
                                          <p:spTgt spid="36"/>
                                        </p:tgtEl>
                                        <p:attrNameLst>
                                          <p:attrName>ppt_h</p:attrName>
                                        </p:attrNameLst>
                                      </p:cBhvr>
                                      <p:tavLst>
                                        <p:tav tm="0">
                                          <p:val>
                                            <p:fltVal val="0"/>
                                          </p:val>
                                        </p:tav>
                                        <p:tav tm="100000">
                                          <p:val>
                                            <p:strVal val="#ppt_h"/>
                                          </p:val>
                                        </p:tav>
                                      </p:tavLst>
                                    </p:anim>
                                    <p:animEffect transition="in" filter="fade">
                                      <p:cBhvr>
                                        <p:cTn id="28" dur="500"/>
                                        <p:tgtEl>
                                          <p:spTgt spid="36"/>
                                        </p:tgtEl>
                                      </p:cBhvr>
                                    </p:animEffect>
                                  </p:childTnLst>
                                </p:cTn>
                              </p:par>
                              <p:par>
                                <p:cTn id="29" presetID="53" presetClass="entr" presetSubtype="16" fill="hold" nodeType="withEffect">
                                  <p:stCondLst>
                                    <p:cond delay="0"/>
                                  </p:stCondLst>
                                  <p:childTnLst>
                                    <p:set>
                                      <p:cBhvr>
                                        <p:cTn id="30" dur="1" fill="hold">
                                          <p:stCondLst>
                                            <p:cond delay="0"/>
                                          </p:stCondLst>
                                        </p:cTn>
                                        <p:tgtEl>
                                          <p:spTgt spid="34"/>
                                        </p:tgtEl>
                                        <p:attrNameLst>
                                          <p:attrName>style.visibility</p:attrName>
                                        </p:attrNameLst>
                                      </p:cBhvr>
                                      <p:to>
                                        <p:strVal val="visible"/>
                                      </p:to>
                                    </p:set>
                                    <p:anim calcmode="lin" valueType="num">
                                      <p:cBhvr>
                                        <p:cTn id="31" dur="500" fill="hold"/>
                                        <p:tgtEl>
                                          <p:spTgt spid="34"/>
                                        </p:tgtEl>
                                        <p:attrNameLst>
                                          <p:attrName>ppt_w</p:attrName>
                                        </p:attrNameLst>
                                      </p:cBhvr>
                                      <p:tavLst>
                                        <p:tav tm="0">
                                          <p:val>
                                            <p:fltVal val="0"/>
                                          </p:val>
                                        </p:tav>
                                        <p:tav tm="100000">
                                          <p:val>
                                            <p:strVal val="#ppt_w"/>
                                          </p:val>
                                        </p:tav>
                                      </p:tavLst>
                                    </p:anim>
                                    <p:anim calcmode="lin" valueType="num">
                                      <p:cBhvr>
                                        <p:cTn id="32" dur="500" fill="hold"/>
                                        <p:tgtEl>
                                          <p:spTgt spid="34"/>
                                        </p:tgtEl>
                                        <p:attrNameLst>
                                          <p:attrName>ppt_h</p:attrName>
                                        </p:attrNameLst>
                                      </p:cBhvr>
                                      <p:tavLst>
                                        <p:tav tm="0">
                                          <p:val>
                                            <p:fltVal val="0"/>
                                          </p:val>
                                        </p:tav>
                                        <p:tav tm="100000">
                                          <p:val>
                                            <p:strVal val="#ppt_h"/>
                                          </p:val>
                                        </p:tav>
                                      </p:tavLst>
                                    </p:anim>
                                    <p:animEffect transition="in" filter="fade">
                                      <p:cBhvr>
                                        <p:cTn id="33" dur="500"/>
                                        <p:tgtEl>
                                          <p:spTgt spid="34"/>
                                        </p:tgtEl>
                                      </p:cBhvr>
                                    </p:animEffect>
                                  </p:childTnLst>
                                </p:cTn>
                              </p:par>
                              <p:par>
                                <p:cTn id="34" presetID="53" presetClass="entr" presetSubtype="16" fill="hold" nodeType="withEffect">
                                  <p:stCondLst>
                                    <p:cond delay="0"/>
                                  </p:stCondLst>
                                  <p:childTnLst>
                                    <p:set>
                                      <p:cBhvr>
                                        <p:cTn id="35" dur="1" fill="hold">
                                          <p:stCondLst>
                                            <p:cond delay="0"/>
                                          </p:stCondLst>
                                        </p:cTn>
                                        <p:tgtEl>
                                          <p:spTgt spid="30"/>
                                        </p:tgtEl>
                                        <p:attrNameLst>
                                          <p:attrName>style.visibility</p:attrName>
                                        </p:attrNameLst>
                                      </p:cBhvr>
                                      <p:to>
                                        <p:strVal val="visible"/>
                                      </p:to>
                                    </p:set>
                                    <p:anim calcmode="lin" valueType="num">
                                      <p:cBhvr>
                                        <p:cTn id="36" dur="500" fill="hold"/>
                                        <p:tgtEl>
                                          <p:spTgt spid="30"/>
                                        </p:tgtEl>
                                        <p:attrNameLst>
                                          <p:attrName>ppt_w</p:attrName>
                                        </p:attrNameLst>
                                      </p:cBhvr>
                                      <p:tavLst>
                                        <p:tav tm="0">
                                          <p:val>
                                            <p:fltVal val="0"/>
                                          </p:val>
                                        </p:tav>
                                        <p:tav tm="100000">
                                          <p:val>
                                            <p:strVal val="#ppt_w"/>
                                          </p:val>
                                        </p:tav>
                                      </p:tavLst>
                                    </p:anim>
                                    <p:anim calcmode="lin" valueType="num">
                                      <p:cBhvr>
                                        <p:cTn id="37" dur="500" fill="hold"/>
                                        <p:tgtEl>
                                          <p:spTgt spid="30"/>
                                        </p:tgtEl>
                                        <p:attrNameLst>
                                          <p:attrName>ppt_h</p:attrName>
                                        </p:attrNameLst>
                                      </p:cBhvr>
                                      <p:tavLst>
                                        <p:tav tm="0">
                                          <p:val>
                                            <p:fltVal val="0"/>
                                          </p:val>
                                        </p:tav>
                                        <p:tav tm="100000">
                                          <p:val>
                                            <p:strVal val="#ppt_h"/>
                                          </p:val>
                                        </p:tav>
                                      </p:tavLst>
                                    </p:anim>
                                    <p:animEffect transition="in" filter="fade">
                                      <p:cBhvr>
                                        <p:cTn id="38" dur="500"/>
                                        <p:tgtEl>
                                          <p:spTgt spid="30"/>
                                        </p:tgtEl>
                                      </p:cBhvr>
                                    </p:animEffect>
                                  </p:childTnLst>
                                </p:cTn>
                              </p:par>
                              <p:par>
                                <p:cTn id="39" presetID="53" presetClass="entr" presetSubtype="16" fill="hold" nodeType="withEffect">
                                  <p:stCondLst>
                                    <p:cond delay="0"/>
                                  </p:stCondLst>
                                  <p:childTnLst>
                                    <p:set>
                                      <p:cBhvr>
                                        <p:cTn id="40" dur="1" fill="hold">
                                          <p:stCondLst>
                                            <p:cond delay="0"/>
                                          </p:stCondLst>
                                        </p:cTn>
                                        <p:tgtEl>
                                          <p:spTgt spid="32"/>
                                        </p:tgtEl>
                                        <p:attrNameLst>
                                          <p:attrName>style.visibility</p:attrName>
                                        </p:attrNameLst>
                                      </p:cBhvr>
                                      <p:to>
                                        <p:strVal val="visible"/>
                                      </p:to>
                                    </p:set>
                                    <p:anim calcmode="lin" valueType="num">
                                      <p:cBhvr>
                                        <p:cTn id="41" dur="500" fill="hold"/>
                                        <p:tgtEl>
                                          <p:spTgt spid="32"/>
                                        </p:tgtEl>
                                        <p:attrNameLst>
                                          <p:attrName>ppt_w</p:attrName>
                                        </p:attrNameLst>
                                      </p:cBhvr>
                                      <p:tavLst>
                                        <p:tav tm="0">
                                          <p:val>
                                            <p:fltVal val="0"/>
                                          </p:val>
                                        </p:tav>
                                        <p:tav tm="100000">
                                          <p:val>
                                            <p:strVal val="#ppt_w"/>
                                          </p:val>
                                        </p:tav>
                                      </p:tavLst>
                                    </p:anim>
                                    <p:anim calcmode="lin" valueType="num">
                                      <p:cBhvr>
                                        <p:cTn id="42" dur="500" fill="hold"/>
                                        <p:tgtEl>
                                          <p:spTgt spid="32"/>
                                        </p:tgtEl>
                                        <p:attrNameLst>
                                          <p:attrName>ppt_h</p:attrName>
                                        </p:attrNameLst>
                                      </p:cBhvr>
                                      <p:tavLst>
                                        <p:tav tm="0">
                                          <p:val>
                                            <p:fltVal val="0"/>
                                          </p:val>
                                        </p:tav>
                                        <p:tav tm="100000">
                                          <p:val>
                                            <p:strVal val="#ppt_h"/>
                                          </p:val>
                                        </p:tav>
                                      </p:tavLst>
                                    </p:anim>
                                    <p:animEffect transition="in" filter="fade">
                                      <p:cBhvr>
                                        <p:cTn id="43" dur="500"/>
                                        <p:tgtEl>
                                          <p:spTgt spid="32"/>
                                        </p:tgtEl>
                                      </p:cBhvr>
                                    </p:animEffect>
                                  </p:childTnLst>
                                </p:cTn>
                              </p:par>
                              <p:par>
                                <p:cTn id="44" presetID="53" presetClass="entr" presetSubtype="16" fill="hold" nodeType="withEffect">
                                  <p:stCondLst>
                                    <p:cond delay="0"/>
                                  </p:stCondLst>
                                  <p:childTnLst>
                                    <p:set>
                                      <p:cBhvr>
                                        <p:cTn id="45" dur="1" fill="hold">
                                          <p:stCondLst>
                                            <p:cond delay="0"/>
                                          </p:stCondLst>
                                        </p:cTn>
                                        <p:tgtEl>
                                          <p:spTgt spid="38"/>
                                        </p:tgtEl>
                                        <p:attrNameLst>
                                          <p:attrName>style.visibility</p:attrName>
                                        </p:attrNameLst>
                                      </p:cBhvr>
                                      <p:to>
                                        <p:strVal val="visible"/>
                                      </p:to>
                                    </p:set>
                                    <p:anim calcmode="lin" valueType="num">
                                      <p:cBhvr>
                                        <p:cTn id="46" dur="500" fill="hold"/>
                                        <p:tgtEl>
                                          <p:spTgt spid="38"/>
                                        </p:tgtEl>
                                        <p:attrNameLst>
                                          <p:attrName>ppt_w</p:attrName>
                                        </p:attrNameLst>
                                      </p:cBhvr>
                                      <p:tavLst>
                                        <p:tav tm="0">
                                          <p:val>
                                            <p:fltVal val="0"/>
                                          </p:val>
                                        </p:tav>
                                        <p:tav tm="100000">
                                          <p:val>
                                            <p:strVal val="#ppt_w"/>
                                          </p:val>
                                        </p:tav>
                                      </p:tavLst>
                                    </p:anim>
                                    <p:anim calcmode="lin" valueType="num">
                                      <p:cBhvr>
                                        <p:cTn id="47" dur="500" fill="hold"/>
                                        <p:tgtEl>
                                          <p:spTgt spid="38"/>
                                        </p:tgtEl>
                                        <p:attrNameLst>
                                          <p:attrName>ppt_h</p:attrName>
                                        </p:attrNameLst>
                                      </p:cBhvr>
                                      <p:tavLst>
                                        <p:tav tm="0">
                                          <p:val>
                                            <p:fltVal val="0"/>
                                          </p:val>
                                        </p:tav>
                                        <p:tav tm="100000">
                                          <p:val>
                                            <p:strVal val="#ppt_h"/>
                                          </p:val>
                                        </p:tav>
                                      </p:tavLst>
                                    </p:anim>
                                    <p:animEffect transition="in" filter="fade">
                                      <p:cBhvr>
                                        <p:cTn id="48" dur="500"/>
                                        <p:tgtEl>
                                          <p:spTgt spid="38"/>
                                        </p:tgtEl>
                                      </p:cBhvr>
                                    </p:animEffect>
                                  </p:childTnLst>
                                </p:cTn>
                              </p:par>
                              <p:par>
                                <p:cTn id="49" presetID="53" presetClass="entr" presetSubtype="16" fill="hold" nodeType="withEffect">
                                  <p:stCondLst>
                                    <p:cond delay="0"/>
                                  </p:stCondLst>
                                  <p:childTnLst>
                                    <p:set>
                                      <p:cBhvr>
                                        <p:cTn id="50" dur="1" fill="hold">
                                          <p:stCondLst>
                                            <p:cond delay="0"/>
                                          </p:stCondLst>
                                        </p:cTn>
                                        <p:tgtEl>
                                          <p:spTgt spid="42"/>
                                        </p:tgtEl>
                                        <p:attrNameLst>
                                          <p:attrName>style.visibility</p:attrName>
                                        </p:attrNameLst>
                                      </p:cBhvr>
                                      <p:to>
                                        <p:strVal val="visible"/>
                                      </p:to>
                                    </p:set>
                                    <p:anim calcmode="lin" valueType="num">
                                      <p:cBhvr>
                                        <p:cTn id="51" dur="500" fill="hold"/>
                                        <p:tgtEl>
                                          <p:spTgt spid="42"/>
                                        </p:tgtEl>
                                        <p:attrNameLst>
                                          <p:attrName>ppt_w</p:attrName>
                                        </p:attrNameLst>
                                      </p:cBhvr>
                                      <p:tavLst>
                                        <p:tav tm="0">
                                          <p:val>
                                            <p:fltVal val="0"/>
                                          </p:val>
                                        </p:tav>
                                        <p:tav tm="100000">
                                          <p:val>
                                            <p:strVal val="#ppt_w"/>
                                          </p:val>
                                        </p:tav>
                                      </p:tavLst>
                                    </p:anim>
                                    <p:anim calcmode="lin" valueType="num">
                                      <p:cBhvr>
                                        <p:cTn id="52" dur="500" fill="hold"/>
                                        <p:tgtEl>
                                          <p:spTgt spid="42"/>
                                        </p:tgtEl>
                                        <p:attrNameLst>
                                          <p:attrName>ppt_h</p:attrName>
                                        </p:attrNameLst>
                                      </p:cBhvr>
                                      <p:tavLst>
                                        <p:tav tm="0">
                                          <p:val>
                                            <p:fltVal val="0"/>
                                          </p:val>
                                        </p:tav>
                                        <p:tav tm="100000">
                                          <p:val>
                                            <p:strVal val="#ppt_h"/>
                                          </p:val>
                                        </p:tav>
                                      </p:tavLst>
                                    </p:anim>
                                    <p:animEffect transition="in" filter="fade">
                                      <p:cBhvr>
                                        <p:cTn id="53" dur="500"/>
                                        <p:tgtEl>
                                          <p:spTgt spid="42"/>
                                        </p:tgtEl>
                                      </p:cBhvr>
                                    </p:animEffect>
                                  </p:childTnLst>
                                </p:cTn>
                              </p:par>
                              <p:par>
                                <p:cTn id="54" presetID="10" presetClass="entr" presetSubtype="0" fill="hold" nodeType="withEffect">
                                  <p:stCondLst>
                                    <p:cond delay="0"/>
                                  </p:stCondLst>
                                  <p:childTnLst>
                                    <p:set>
                                      <p:cBhvr>
                                        <p:cTn id="55" dur="1" fill="hold">
                                          <p:stCondLst>
                                            <p:cond delay="0"/>
                                          </p:stCondLst>
                                        </p:cTn>
                                        <p:tgtEl>
                                          <p:spTgt spid="20"/>
                                        </p:tgtEl>
                                        <p:attrNameLst>
                                          <p:attrName>style.visibility</p:attrName>
                                        </p:attrNameLst>
                                      </p:cBhvr>
                                      <p:to>
                                        <p:strVal val="visible"/>
                                      </p:to>
                                    </p:set>
                                    <p:animEffect transition="in" filter="fade">
                                      <p:cBhvr>
                                        <p:cTn id="56" dur="400"/>
                                        <p:tgtEl>
                                          <p:spTgt spid="20"/>
                                        </p:tgtEl>
                                      </p:cBhvr>
                                    </p:animEffect>
                                  </p:childTnLst>
                                </p:cTn>
                              </p:par>
                            </p:childTnLst>
                          </p:cTn>
                        </p:par>
                        <p:par>
                          <p:cTn id="57" fill="hold">
                            <p:stCondLst>
                              <p:cond delay="1000"/>
                            </p:stCondLst>
                            <p:childTnLst>
                              <p:par>
                                <p:cTn id="58" presetID="1" presetClass="entr" presetSubtype="0" fill="hold" nodeType="afterEffect">
                                  <p:stCondLst>
                                    <p:cond delay="0"/>
                                  </p:stCondLst>
                                  <p:childTnLst>
                                    <p:set>
                                      <p:cBhvr>
                                        <p:cTn id="59" dur="1" fill="hold">
                                          <p:stCondLst>
                                            <p:cond delay="0"/>
                                          </p:stCondLst>
                                        </p:cTn>
                                        <p:tgtEl>
                                          <p:spTgt spid="24"/>
                                        </p:tgtEl>
                                        <p:attrNameLst>
                                          <p:attrName>style.visibility</p:attrName>
                                        </p:attrNameLst>
                                      </p:cBhvr>
                                      <p:to>
                                        <p:strVal val="visible"/>
                                      </p:to>
                                    </p:set>
                                  </p:childTnLst>
                                </p:cTn>
                              </p:par>
                            </p:childTnLst>
                          </p:cTn>
                        </p:par>
                      </p:childTnLst>
                    </p:cTn>
                  </p:par>
                </p:childTnLst>
              </p:cTn>
              <p:nextCondLst>
                <p:cond evt="onClick" delay="0">
                  <p:tgtEl>
                    <p:spTgt spid="22"/>
                  </p:tgtEl>
                </p:cond>
              </p:nextCondLst>
            </p:seq>
            <p:seq concurrent="1" nextAc="seek">
              <p:cTn id="60" restart="whenNotActive" fill="hold" evtFilter="cancelBubble" nodeType="interactiveSeq">
                <p:stCondLst>
                  <p:cond evt="onClick" delay="0">
                    <p:tgtEl>
                      <p:spTgt spid="24"/>
                    </p:tgtEl>
                  </p:cond>
                </p:stCondLst>
                <p:endSync evt="end" delay="0">
                  <p:rtn val="all"/>
                </p:endSync>
                <p:childTnLst>
                  <p:par>
                    <p:cTn id="61" fill="hold">
                      <p:stCondLst>
                        <p:cond delay="0"/>
                      </p:stCondLst>
                      <p:childTnLst>
                        <p:par>
                          <p:cTn id="62" fill="hold">
                            <p:stCondLst>
                              <p:cond delay="0"/>
                            </p:stCondLst>
                            <p:childTnLst>
                              <p:par>
                                <p:cTn id="63" presetID="10" presetClass="exit" presetSubtype="0" fill="hold" nodeType="clickEffect">
                                  <p:stCondLst>
                                    <p:cond delay="0"/>
                                  </p:stCondLst>
                                  <p:childTnLst>
                                    <p:animEffect transition="out" filter="fade">
                                      <p:cBhvr>
                                        <p:cTn id="64" dur="400"/>
                                        <p:tgtEl>
                                          <p:spTgt spid="20"/>
                                        </p:tgtEl>
                                      </p:cBhvr>
                                    </p:animEffect>
                                    <p:set>
                                      <p:cBhvr>
                                        <p:cTn id="65" dur="1" fill="hold">
                                          <p:stCondLst>
                                            <p:cond delay="399"/>
                                          </p:stCondLst>
                                        </p:cTn>
                                        <p:tgtEl>
                                          <p:spTgt spid="20"/>
                                        </p:tgtEl>
                                        <p:attrNameLst>
                                          <p:attrName>style.visibility</p:attrName>
                                        </p:attrNameLst>
                                      </p:cBhvr>
                                      <p:to>
                                        <p:strVal val="hidden"/>
                                      </p:to>
                                    </p:set>
                                  </p:childTnLst>
                                </p:cTn>
                              </p:par>
                            </p:childTnLst>
                          </p:cTn>
                        </p:par>
                        <p:par>
                          <p:cTn id="66" fill="hold">
                            <p:stCondLst>
                              <p:cond delay="400"/>
                            </p:stCondLst>
                            <p:childTnLst>
                              <p:par>
                                <p:cTn id="67" presetID="1" presetClass="exit" presetSubtype="0" fill="hold" nodeType="afterEffect">
                                  <p:stCondLst>
                                    <p:cond delay="0"/>
                                  </p:stCondLst>
                                  <p:childTnLst>
                                    <p:set>
                                      <p:cBhvr>
                                        <p:cTn id="68" dur="1" fill="hold">
                                          <p:stCondLst>
                                            <p:cond delay="0"/>
                                          </p:stCondLst>
                                        </p:cTn>
                                        <p:tgtEl>
                                          <p:spTgt spid="24"/>
                                        </p:tgtEl>
                                        <p:attrNameLst>
                                          <p:attrName>style.visibility</p:attrName>
                                        </p:attrNameLst>
                                      </p:cBhvr>
                                      <p:to>
                                        <p:strVal val="hidden"/>
                                      </p:to>
                                    </p:set>
                                  </p:childTnLst>
                                </p:cTn>
                              </p:par>
                            </p:childTnLst>
                          </p:cTn>
                        </p:par>
                        <p:par>
                          <p:cTn id="69" fill="hold">
                            <p:stCondLst>
                              <p:cond delay="400"/>
                            </p:stCondLst>
                            <p:childTnLst>
                              <p:par>
                                <p:cTn id="70" presetID="53" presetClass="exit" presetSubtype="32" fill="hold" nodeType="afterEffect">
                                  <p:stCondLst>
                                    <p:cond delay="0"/>
                                  </p:stCondLst>
                                  <p:childTnLst>
                                    <p:anim calcmode="lin" valueType="num">
                                      <p:cBhvr>
                                        <p:cTn id="71" dur="250"/>
                                        <p:tgtEl>
                                          <p:spTgt spid="28"/>
                                        </p:tgtEl>
                                        <p:attrNameLst>
                                          <p:attrName>ppt_w</p:attrName>
                                        </p:attrNameLst>
                                      </p:cBhvr>
                                      <p:tavLst>
                                        <p:tav tm="0">
                                          <p:val>
                                            <p:strVal val="ppt_w"/>
                                          </p:val>
                                        </p:tav>
                                        <p:tav tm="100000">
                                          <p:val>
                                            <p:fltVal val="0"/>
                                          </p:val>
                                        </p:tav>
                                      </p:tavLst>
                                    </p:anim>
                                    <p:anim calcmode="lin" valueType="num">
                                      <p:cBhvr>
                                        <p:cTn id="72" dur="250"/>
                                        <p:tgtEl>
                                          <p:spTgt spid="28"/>
                                        </p:tgtEl>
                                        <p:attrNameLst>
                                          <p:attrName>ppt_h</p:attrName>
                                        </p:attrNameLst>
                                      </p:cBhvr>
                                      <p:tavLst>
                                        <p:tav tm="0">
                                          <p:val>
                                            <p:strVal val="ppt_h"/>
                                          </p:val>
                                        </p:tav>
                                        <p:tav tm="100000">
                                          <p:val>
                                            <p:fltVal val="0"/>
                                          </p:val>
                                        </p:tav>
                                      </p:tavLst>
                                    </p:anim>
                                    <p:animEffect transition="out" filter="fade">
                                      <p:cBhvr>
                                        <p:cTn id="73" dur="250"/>
                                        <p:tgtEl>
                                          <p:spTgt spid="28"/>
                                        </p:tgtEl>
                                      </p:cBhvr>
                                    </p:animEffect>
                                    <p:set>
                                      <p:cBhvr>
                                        <p:cTn id="74" dur="1" fill="hold">
                                          <p:stCondLst>
                                            <p:cond delay="249"/>
                                          </p:stCondLst>
                                        </p:cTn>
                                        <p:tgtEl>
                                          <p:spTgt spid="28"/>
                                        </p:tgtEl>
                                        <p:attrNameLst>
                                          <p:attrName>style.visibility</p:attrName>
                                        </p:attrNameLst>
                                      </p:cBhvr>
                                      <p:to>
                                        <p:strVal val="hidden"/>
                                      </p:to>
                                    </p:set>
                                  </p:childTnLst>
                                </p:cTn>
                              </p:par>
                              <p:par>
                                <p:cTn id="75" presetID="53" presetClass="exit" presetSubtype="32" fill="hold" nodeType="withEffect">
                                  <p:stCondLst>
                                    <p:cond delay="0"/>
                                  </p:stCondLst>
                                  <p:childTnLst>
                                    <p:anim calcmode="lin" valueType="num">
                                      <p:cBhvr>
                                        <p:cTn id="76" dur="250"/>
                                        <p:tgtEl>
                                          <p:spTgt spid="40"/>
                                        </p:tgtEl>
                                        <p:attrNameLst>
                                          <p:attrName>ppt_w</p:attrName>
                                        </p:attrNameLst>
                                      </p:cBhvr>
                                      <p:tavLst>
                                        <p:tav tm="0">
                                          <p:val>
                                            <p:strVal val="ppt_w"/>
                                          </p:val>
                                        </p:tav>
                                        <p:tav tm="100000">
                                          <p:val>
                                            <p:fltVal val="0"/>
                                          </p:val>
                                        </p:tav>
                                      </p:tavLst>
                                    </p:anim>
                                    <p:anim calcmode="lin" valueType="num">
                                      <p:cBhvr>
                                        <p:cTn id="77" dur="250"/>
                                        <p:tgtEl>
                                          <p:spTgt spid="40"/>
                                        </p:tgtEl>
                                        <p:attrNameLst>
                                          <p:attrName>ppt_h</p:attrName>
                                        </p:attrNameLst>
                                      </p:cBhvr>
                                      <p:tavLst>
                                        <p:tav tm="0">
                                          <p:val>
                                            <p:strVal val="ppt_h"/>
                                          </p:val>
                                        </p:tav>
                                        <p:tav tm="100000">
                                          <p:val>
                                            <p:fltVal val="0"/>
                                          </p:val>
                                        </p:tav>
                                      </p:tavLst>
                                    </p:anim>
                                    <p:animEffect transition="out" filter="fade">
                                      <p:cBhvr>
                                        <p:cTn id="78" dur="250"/>
                                        <p:tgtEl>
                                          <p:spTgt spid="40"/>
                                        </p:tgtEl>
                                      </p:cBhvr>
                                    </p:animEffect>
                                    <p:set>
                                      <p:cBhvr>
                                        <p:cTn id="79" dur="1" fill="hold">
                                          <p:stCondLst>
                                            <p:cond delay="249"/>
                                          </p:stCondLst>
                                        </p:cTn>
                                        <p:tgtEl>
                                          <p:spTgt spid="40"/>
                                        </p:tgtEl>
                                        <p:attrNameLst>
                                          <p:attrName>style.visibility</p:attrName>
                                        </p:attrNameLst>
                                      </p:cBhvr>
                                      <p:to>
                                        <p:strVal val="hidden"/>
                                      </p:to>
                                    </p:set>
                                  </p:childTnLst>
                                </p:cTn>
                              </p:par>
                              <p:par>
                                <p:cTn id="80" presetID="53" presetClass="exit" presetSubtype="32" fill="hold" nodeType="withEffect">
                                  <p:stCondLst>
                                    <p:cond delay="0"/>
                                  </p:stCondLst>
                                  <p:childTnLst>
                                    <p:anim calcmode="lin" valueType="num">
                                      <p:cBhvr>
                                        <p:cTn id="81" dur="250"/>
                                        <p:tgtEl>
                                          <p:spTgt spid="36"/>
                                        </p:tgtEl>
                                        <p:attrNameLst>
                                          <p:attrName>ppt_w</p:attrName>
                                        </p:attrNameLst>
                                      </p:cBhvr>
                                      <p:tavLst>
                                        <p:tav tm="0">
                                          <p:val>
                                            <p:strVal val="ppt_w"/>
                                          </p:val>
                                        </p:tav>
                                        <p:tav tm="100000">
                                          <p:val>
                                            <p:fltVal val="0"/>
                                          </p:val>
                                        </p:tav>
                                      </p:tavLst>
                                    </p:anim>
                                    <p:anim calcmode="lin" valueType="num">
                                      <p:cBhvr>
                                        <p:cTn id="82" dur="250"/>
                                        <p:tgtEl>
                                          <p:spTgt spid="36"/>
                                        </p:tgtEl>
                                        <p:attrNameLst>
                                          <p:attrName>ppt_h</p:attrName>
                                        </p:attrNameLst>
                                      </p:cBhvr>
                                      <p:tavLst>
                                        <p:tav tm="0">
                                          <p:val>
                                            <p:strVal val="ppt_h"/>
                                          </p:val>
                                        </p:tav>
                                        <p:tav tm="100000">
                                          <p:val>
                                            <p:fltVal val="0"/>
                                          </p:val>
                                        </p:tav>
                                      </p:tavLst>
                                    </p:anim>
                                    <p:animEffect transition="out" filter="fade">
                                      <p:cBhvr>
                                        <p:cTn id="83" dur="250"/>
                                        <p:tgtEl>
                                          <p:spTgt spid="36"/>
                                        </p:tgtEl>
                                      </p:cBhvr>
                                    </p:animEffect>
                                    <p:set>
                                      <p:cBhvr>
                                        <p:cTn id="84" dur="1" fill="hold">
                                          <p:stCondLst>
                                            <p:cond delay="249"/>
                                          </p:stCondLst>
                                        </p:cTn>
                                        <p:tgtEl>
                                          <p:spTgt spid="36"/>
                                        </p:tgtEl>
                                        <p:attrNameLst>
                                          <p:attrName>style.visibility</p:attrName>
                                        </p:attrNameLst>
                                      </p:cBhvr>
                                      <p:to>
                                        <p:strVal val="hidden"/>
                                      </p:to>
                                    </p:set>
                                  </p:childTnLst>
                                </p:cTn>
                              </p:par>
                              <p:par>
                                <p:cTn id="85" presetID="53" presetClass="exit" presetSubtype="32" fill="hold" nodeType="withEffect">
                                  <p:stCondLst>
                                    <p:cond delay="0"/>
                                  </p:stCondLst>
                                  <p:childTnLst>
                                    <p:anim calcmode="lin" valueType="num">
                                      <p:cBhvr>
                                        <p:cTn id="86" dur="250"/>
                                        <p:tgtEl>
                                          <p:spTgt spid="34"/>
                                        </p:tgtEl>
                                        <p:attrNameLst>
                                          <p:attrName>ppt_w</p:attrName>
                                        </p:attrNameLst>
                                      </p:cBhvr>
                                      <p:tavLst>
                                        <p:tav tm="0">
                                          <p:val>
                                            <p:strVal val="ppt_w"/>
                                          </p:val>
                                        </p:tav>
                                        <p:tav tm="100000">
                                          <p:val>
                                            <p:fltVal val="0"/>
                                          </p:val>
                                        </p:tav>
                                      </p:tavLst>
                                    </p:anim>
                                    <p:anim calcmode="lin" valueType="num">
                                      <p:cBhvr>
                                        <p:cTn id="87" dur="250"/>
                                        <p:tgtEl>
                                          <p:spTgt spid="34"/>
                                        </p:tgtEl>
                                        <p:attrNameLst>
                                          <p:attrName>ppt_h</p:attrName>
                                        </p:attrNameLst>
                                      </p:cBhvr>
                                      <p:tavLst>
                                        <p:tav tm="0">
                                          <p:val>
                                            <p:strVal val="ppt_h"/>
                                          </p:val>
                                        </p:tav>
                                        <p:tav tm="100000">
                                          <p:val>
                                            <p:fltVal val="0"/>
                                          </p:val>
                                        </p:tav>
                                      </p:tavLst>
                                    </p:anim>
                                    <p:animEffect transition="out" filter="fade">
                                      <p:cBhvr>
                                        <p:cTn id="88" dur="250"/>
                                        <p:tgtEl>
                                          <p:spTgt spid="34"/>
                                        </p:tgtEl>
                                      </p:cBhvr>
                                    </p:animEffect>
                                    <p:set>
                                      <p:cBhvr>
                                        <p:cTn id="89" dur="1" fill="hold">
                                          <p:stCondLst>
                                            <p:cond delay="249"/>
                                          </p:stCondLst>
                                        </p:cTn>
                                        <p:tgtEl>
                                          <p:spTgt spid="34"/>
                                        </p:tgtEl>
                                        <p:attrNameLst>
                                          <p:attrName>style.visibility</p:attrName>
                                        </p:attrNameLst>
                                      </p:cBhvr>
                                      <p:to>
                                        <p:strVal val="hidden"/>
                                      </p:to>
                                    </p:set>
                                  </p:childTnLst>
                                </p:cTn>
                              </p:par>
                              <p:par>
                                <p:cTn id="90" presetID="53" presetClass="exit" presetSubtype="32" fill="hold" nodeType="withEffect">
                                  <p:stCondLst>
                                    <p:cond delay="0"/>
                                  </p:stCondLst>
                                  <p:childTnLst>
                                    <p:anim calcmode="lin" valueType="num">
                                      <p:cBhvr>
                                        <p:cTn id="91" dur="250"/>
                                        <p:tgtEl>
                                          <p:spTgt spid="30"/>
                                        </p:tgtEl>
                                        <p:attrNameLst>
                                          <p:attrName>ppt_w</p:attrName>
                                        </p:attrNameLst>
                                      </p:cBhvr>
                                      <p:tavLst>
                                        <p:tav tm="0">
                                          <p:val>
                                            <p:strVal val="ppt_w"/>
                                          </p:val>
                                        </p:tav>
                                        <p:tav tm="100000">
                                          <p:val>
                                            <p:fltVal val="0"/>
                                          </p:val>
                                        </p:tav>
                                      </p:tavLst>
                                    </p:anim>
                                    <p:anim calcmode="lin" valueType="num">
                                      <p:cBhvr>
                                        <p:cTn id="92" dur="250"/>
                                        <p:tgtEl>
                                          <p:spTgt spid="30"/>
                                        </p:tgtEl>
                                        <p:attrNameLst>
                                          <p:attrName>ppt_h</p:attrName>
                                        </p:attrNameLst>
                                      </p:cBhvr>
                                      <p:tavLst>
                                        <p:tav tm="0">
                                          <p:val>
                                            <p:strVal val="ppt_h"/>
                                          </p:val>
                                        </p:tav>
                                        <p:tav tm="100000">
                                          <p:val>
                                            <p:fltVal val="0"/>
                                          </p:val>
                                        </p:tav>
                                      </p:tavLst>
                                    </p:anim>
                                    <p:animEffect transition="out" filter="fade">
                                      <p:cBhvr>
                                        <p:cTn id="93" dur="250"/>
                                        <p:tgtEl>
                                          <p:spTgt spid="30"/>
                                        </p:tgtEl>
                                      </p:cBhvr>
                                    </p:animEffect>
                                    <p:set>
                                      <p:cBhvr>
                                        <p:cTn id="94" dur="1" fill="hold">
                                          <p:stCondLst>
                                            <p:cond delay="249"/>
                                          </p:stCondLst>
                                        </p:cTn>
                                        <p:tgtEl>
                                          <p:spTgt spid="30"/>
                                        </p:tgtEl>
                                        <p:attrNameLst>
                                          <p:attrName>style.visibility</p:attrName>
                                        </p:attrNameLst>
                                      </p:cBhvr>
                                      <p:to>
                                        <p:strVal val="hidden"/>
                                      </p:to>
                                    </p:set>
                                  </p:childTnLst>
                                </p:cTn>
                              </p:par>
                              <p:par>
                                <p:cTn id="95" presetID="53" presetClass="exit" presetSubtype="32" fill="hold" nodeType="withEffect">
                                  <p:stCondLst>
                                    <p:cond delay="0"/>
                                  </p:stCondLst>
                                  <p:childTnLst>
                                    <p:anim calcmode="lin" valueType="num">
                                      <p:cBhvr>
                                        <p:cTn id="96" dur="250"/>
                                        <p:tgtEl>
                                          <p:spTgt spid="32"/>
                                        </p:tgtEl>
                                        <p:attrNameLst>
                                          <p:attrName>ppt_w</p:attrName>
                                        </p:attrNameLst>
                                      </p:cBhvr>
                                      <p:tavLst>
                                        <p:tav tm="0">
                                          <p:val>
                                            <p:strVal val="ppt_w"/>
                                          </p:val>
                                        </p:tav>
                                        <p:tav tm="100000">
                                          <p:val>
                                            <p:fltVal val="0"/>
                                          </p:val>
                                        </p:tav>
                                      </p:tavLst>
                                    </p:anim>
                                    <p:anim calcmode="lin" valueType="num">
                                      <p:cBhvr>
                                        <p:cTn id="97" dur="250"/>
                                        <p:tgtEl>
                                          <p:spTgt spid="32"/>
                                        </p:tgtEl>
                                        <p:attrNameLst>
                                          <p:attrName>ppt_h</p:attrName>
                                        </p:attrNameLst>
                                      </p:cBhvr>
                                      <p:tavLst>
                                        <p:tav tm="0">
                                          <p:val>
                                            <p:strVal val="ppt_h"/>
                                          </p:val>
                                        </p:tav>
                                        <p:tav tm="100000">
                                          <p:val>
                                            <p:fltVal val="0"/>
                                          </p:val>
                                        </p:tav>
                                      </p:tavLst>
                                    </p:anim>
                                    <p:animEffect transition="out" filter="fade">
                                      <p:cBhvr>
                                        <p:cTn id="98" dur="250"/>
                                        <p:tgtEl>
                                          <p:spTgt spid="32"/>
                                        </p:tgtEl>
                                      </p:cBhvr>
                                    </p:animEffect>
                                    <p:set>
                                      <p:cBhvr>
                                        <p:cTn id="99" dur="1" fill="hold">
                                          <p:stCondLst>
                                            <p:cond delay="249"/>
                                          </p:stCondLst>
                                        </p:cTn>
                                        <p:tgtEl>
                                          <p:spTgt spid="32"/>
                                        </p:tgtEl>
                                        <p:attrNameLst>
                                          <p:attrName>style.visibility</p:attrName>
                                        </p:attrNameLst>
                                      </p:cBhvr>
                                      <p:to>
                                        <p:strVal val="hidden"/>
                                      </p:to>
                                    </p:set>
                                  </p:childTnLst>
                                </p:cTn>
                              </p:par>
                              <p:par>
                                <p:cTn id="100" presetID="53" presetClass="exit" presetSubtype="32" fill="hold" nodeType="withEffect">
                                  <p:stCondLst>
                                    <p:cond delay="0"/>
                                  </p:stCondLst>
                                  <p:childTnLst>
                                    <p:anim calcmode="lin" valueType="num">
                                      <p:cBhvr>
                                        <p:cTn id="101" dur="250"/>
                                        <p:tgtEl>
                                          <p:spTgt spid="38"/>
                                        </p:tgtEl>
                                        <p:attrNameLst>
                                          <p:attrName>ppt_w</p:attrName>
                                        </p:attrNameLst>
                                      </p:cBhvr>
                                      <p:tavLst>
                                        <p:tav tm="0">
                                          <p:val>
                                            <p:strVal val="ppt_w"/>
                                          </p:val>
                                        </p:tav>
                                        <p:tav tm="100000">
                                          <p:val>
                                            <p:fltVal val="0"/>
                                          </p:val>
                                        </p:tav>
                                      </p:tavLst>
                                    </p:anim>
                                    <p:anim calcmode="lin" valueType="num">
                                      <p:cBhvr>
                                        <p:cTn id="102" dur="250"/>
                                        <p:tgtEl>
                                          <p:spTgt spid="38"/>
                                        </p:tgtEl>
                                        <p:attrNameLst>
                                          <p:attrName>ppt_h</p:attrName>
                                        </p:attrNameLst>
                                      </p:cBhvr>
                                      <p:tavLst>
                                        <p:tav tm="0">
                                          <p:val>
                                            <p:strVal val="ppt_h"/>
                                          </p:val>
                                        </p:tav>
                                        <p:tav tm="100000">
                                          <p:val>
                                            <p:fltVal val="0"/>
                                          </p:val>
                                        </p:tav>
                                      </p:tavLst>
                                    </p:anim>
                                    <p:animEffect transition="out" filter="fade">
                                      <p:cBhvr>
                                        <p:cTn id="103" dur="250"/>
                                        <p:tgtEl>
                                          <p:spTgt spid="38"/>
                                        </p:tgtEl>
                                      </p:cBhvr>
                                    </p:animEffect>
                                    <p:set>
                                      <p:cBhvr>
                                        <p:cTn id="104" dur="1" fill="hold">
                                          <p:stCondLst>
                                            <p:cond delay="249"/>
                                          </p:stCondLst>
                                        </p:cTn>
                                        <p:tgtEl>
                                          <p:spTgt spid="38"/>
                                        </p:tgtEl>
                                        <p:attrNameLst>
                                          <p:attrName>style.visibility</p:attrName>
                                        </p:attrNameLst>
                                      </p:cBhvr>
                                      <p:to>
                                        <p:strVal val="hidden"/>
                                      </p:to>
                                    </p:set>
                                  </p:childTnLst>
                                </p:cTn>
                              </p:par>
                              <p:par>
                                <p:cTn id="105" presetID="53" presetClass="exit" presetSubtype="32" fill="hold" nodeType="withEffect">
                                  <p:stCondLst>
                                    <p:cond delay="0"/>
                                  </p:stCondLst>
                                  <p:childTnLst>
                                    <p:anim calcmode="lin" valueType="num">
                                      <p:cBhvr>
                                        <p:cTn id="106" dur="250"/>
                                        <p:tgtEl>
                                          <p:spTgt spid="42"/>
                                        </p:tgtEl>
                                        <p:attrNameLst>
                                          <p:attrName>ppt_w</p:attrName>
                                        </p:attrNameLst>
                                      </p:cBhvr>
                                      <p:tavLst>
                                        <p:tav tm="0">
                                          <p:val>
                                            <p:strVal val="ppt_w"/>
                                          </p:val>
                                        </p:tav>
                                        <p:tav tm="100000">
                                          <p:val>
                                            <p:fltVal val="0"/>
                                          </p:val>
                                        </p:tav>
                                      </p:tavLst>
                                    </p:anim>
                                    <p:anim calcmode="lin" valueType="num">
                                      <p:cBhvr>
                                        <p:cTn id="107" dur="250"/>
                                        <p:tgtEl>
                                          <p:spTgt spid="42"/>
                                        </p:tgtEl>
                                        <p:attrNameLst>
                                          <p:attrName>ppt_h</p:attrName>
                                        </p:attrNameLst>
                                      </p:cBhvr>
                                      <p:tavLst>
                                        <p:tav tm="0">
                                          <p:val>
                                            <p:strVal val="ppt_h"/>
                                          </p:val>
                                        </p:tav>
                                        <p:tav tm="100000">
                                          <p:val>
                                            <p:fltVal val="0"/>
                                          </p:val>
                                        </p:tav>
                                      </p:tavLst>
                                    </p:anim>
                                    <p:animEffect transition="out" filter="fade">
                                      <p:cBhvr>
                                        <p:cTn id="108" dur="250"/>
                                        <p:tgtEl>
                                          <p:spTgt spid="42"/>
                                        </p:tgtEl>
                                      </p:cBhvr>
                                    </p:animEffect>
                                    <p:set>
                                      <p:cBhvr>
                                        <p:cTn id="109" dur="1" fill="hold">
                                          <p:stCondLst>
                                            <p:cond delay="249"/>
                                          </p:stCondLst>
                                        </p:cTn>
                                        <p:tgtEl>
                                          <p:spTgt spid="42"/>
                                        </p:tgtEl>
                                        <p:attrNameLst>
                                          <p:attrName>style.visibility</p:attrName>
                                        </p:attrNameLst>
                                      </p:cBhvr>
                                      <p:to>
                                        <p:strVal val="hidden"/>
                                      </p:to>
                                    </p:set>
                                  </p:childTnLst>
                                </p:cTn>
                              </p:par>
                            </p:childTnLst>
                          </p:cTn>
                        </p:par>
                        <p:par>
                          <p:cTn id="110" fill="hold">
                            <p:stCondLst>
                              <p:cond delay="650"/>
                            </p:stCondLst>
                            <p:childTnLst>
                              <p:par>
                                <p:cTn id="111" presetID="53" presetClass="exit" presetSubtype="32" fill="hold" grpId="1" nodeType="afterEffect">
                                  <p:stCondLst>
                                    <p:cond delay="0"/>
                                  </p:stCondLst>
                                  <p:childTnLst>
                                    <p:anim calcmode="lin" valueType="num">
                                      <p:cBhvr>
                                        <p:cTn id="112" dur="500"/>
                                        <p:tgtEl>
                                          <p:spTgt spid="5"/>
                                        </p:tgtEl>
                                        <p:attrNameLst>
                                          <p:attrName>ppt_w</p:attrName>
                                        </p:attrNameLst>
                                      </p:cBhvr>
                                      <p:tavLst>
                                        <p:tav tm="0">
                                          <p:val>
                                            <p:strVal val="ppt_w"/>
                                          </p:val>
                                        </p:tav>
                                        <p:tav tm="100000">
                                          <p:val>
                                            <p:fltVal val="0"/>
                                          </p:val>
                                        </p:tav>
                                      </p:tavLst>
                                    </p:anim>
                                    <p:anim calcmode="lin" valueType="num">
                                      <p:cBhvr>
                                        <p:cTn id="113" dur="500"/>
                                        <p:tgtEl>
                                          <p:spTgt spid="5"/>
                                        </p:tgtEl>
                                        <p:attrNameLst>
                                          <p:attrName>ppt_h</p:attrName>
                                        </p:attrNameLst>
                                      </p:cBhvr>
                                      <p:tavLst>
                                        <p:tav tm="0">
                                          <p:val>
                                            <p:strVal val="ppt_h"/>
                                          </p:val>
                                        </p:tav>
                                        <p:tav tm="100000">
                                          <p:val>
                                            <p:fltVal val="0"/>
                                          </p:val>
                                        </p:tav>
                                      </p:tavLst>
                                    </p:anim>
                                    <p:animEffect transition="out" filter="fade">
                                      <p:cBhvr>
                                        <p:cTn id="114" dur="500"/>
                                        <p:tgtEl>
                                          <p:spTgt spid="5"/>
                                        </p:tgtEl>
                                      </p:cBhvr>
                                    </p:animEffect>
                                    <p:set>
                                      <p:cBhvr>
                                        <p:cTn id="115" dur="1" fill="hold">
                                          <p:stCondLst>
                                            <p:cond delay="499"/>
                                          </p:stCondLst>
                                        </p:cTn>
                                        <p:tgtEl>
                                          <p:spTgt spid="5"/>
                                        </p:tgtEl>
                                        <p:attrNameLst>
                                          <p:attrName>style.visibility</p:attrName>
                                        </p:attrNameLst>
                                      </p:cBhvr>
                                      <p:to>
                                        <p:strVal val="hidden"/>
                                      </p:to>
                                    </p:set>
                                  </p:childTnLst>
                                </p:cTn>
                              </p:par>
                            </p:childTnLst>
                          </p:cTn>
                        </p:par>
                        <p:par>
                          <p:cTn id="116" fill="hold">
                            <p:stCondLst>
                              <p:cond delay="1150"/>
                            </p:stCondLst>
                            <p:childTnLst>
                              <p:par>
                                <p:cTn id="117" presetID="1" presetClass="entr" presetSubtype="0" fill="hold" nodeType="afterEffect">
                                  <p:stCondLst>
                                    <p:cond delay="0"/>
                                  </p:stCondLst>
                                  <p:childTnLst>
                                    <p:set>
                                      <p:cBhvr>
                                        <p:cTn id="118" dur="1" fill="hold">
                                          <p:stCondLst>
                                            <p:cond delay="0"/>
                                          </p:stCondLst>
                                        </p:cTn>
                                        <p:tgtEl>
                                          <p:spTgt spid="22"/>
                                        </p:tgtEl>
                                        <p:attrNameLst>
                                          <p:attrName>style.visibility</p:attrName>
                                        </p:attrNameLst>
                                      </p:cBhvr>
                                      <p:to>
                                        <p:strVal val="visible"/>
                                      </p:to>
                                    </p:set>
                                  </p:childTnLst>
                                </p:cTn>
                              </p:par>
                            </p:childTnLst>
                          </p:cTn>
                        </p:par>
                      </p:childTnLst>
                    </p:cTn>
                  </p:par>
                </p:childTnLst>
              </p:cTn>
              <p:nextCondLst>
                <p:cond evt="onClick" delay="0">
                  <p:tgtEl>
                    <p:spTgt spid="24"/>
                  </p:tgtEl>
                </p:cond>
              </p:nextCondLst>
            </p:seq>
          </p:childTnLst>
        </p:cTn>
      </p:par>
    </p:tnLst>
    <p:bldLst>
      <p:bldP spid="5" grpId="0" animBg="1"/>
      <p:bldP spid="5" grpId="1" animBg="1"/>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tx1">
            <a:lumMod val="85000"/>
            <a:lumOff val="15000"/>
          </a:schemeClr>
        </a:solidFill>
        <a:effectLst/>
      </p:bgPr>
    </p:bg>
    <p:spTree>
      <p:nvGrpSpPr>
        <p:cNvPr id="1" name=""/>
        <p:cNvGrpSpPr/>
        <p:nvPr/>
      </p:nvGrpSpPr>
      <p:grpSpPr>
        <a:xfrm>
          <a:off x="0" y="0"/>
          <a:ext cx="0" cy="0"/>
          <a:chOff x="0" y="0"/>
          <a:chExt cx="0" cy="0"/>
        </a:xfrm>
      </p:grpSpPr>
      <p:sp>
        <p:nvSpPr>
          <p:cNvPr id="2" name="back end circle">
            <a:extLst>
              <a:ext uri="{FF2B5EF4-FFF2-40B4-BE49-F238E27FC236}">
                <a16:creationId xmlns:a16="http://schemas.microsoft.com/office/drawing/2014/main" id="{140EF66B-DB8C-FB05-4592-213C9680426C}"/>
              </a:ext>
            </a:extLst>
          </p:cNvPr>
          <p:cNvSpPr/>
          <p:nvPr/>
        </p:nvSpPr>
        <p:spPr>
          <a:xfrm>
            <a:off x="932086" y="2044923"/>
            <a:ext cx="2768154" cy="2768154"/>
          </a:xfrm>
          <a:custGeom>
            <a:avLst/>
            <a:gdLst>
              <a:gd name="connsiteX0" fmla="*/ 1384077 w 2768154"/>
              <a:gd name="connsiteY0" fmla="*/ 727511 h 2768154"/>
              <a:gd name="connsiteX1" fmla="*/ 727511 w 2768154"/>
              <a:gd name="connsiteY1" fmla="*/ 1384077 h 2768154"/>
              <a:gd name="connsiteX2" fmla="*/ 1384077 w 2768154"/>
              <a:gd name="connsiteY2" fmla="*/ 2040643 h 2768154"/>
              <a:gd name="connsiteX3" fmla="*/ 2040643 w 2768154"/>
              <a:gd name="connsiteY3" fmla="*/ 1384077 h 2768154"/>
              <a:gd name="connsiteX4" fmla="*/ 1384077 w 2768154"/>
              <a:gd name="connsiteY4" fmla="*/ 727511 h 2768154"/>
              <a:gd name="connsiteX5" fmla="*/ 1384077 w 2768154"/>
              <a:gd name="connsiteY5" fmla="*/ 0 h 2768154"/>
              <a:gd name="connsiteX6" fmla="*/ 2768154 w 2768154"/>
              <a:gd name="connsiteY6" fmla="*/ 1384077 h 2768154"/>
              <a:gd name="connsiteX7" fmla="*/ 1384077 w 2768154"/>
              <a:gd name="connsiteY7" fmla="*/ 2768154 h 2768154"/>
              <a:gd name="connsiteX8" fmla="*/ 0 w 2768154"/>
              <a:gd name="connsiteY8" fmla="*/ 1384077 h 2768154"/>
              <a:gd name="connsiteX9" fmla="*/ 1384077 w 2768154"/>
              <a:gd name="connsiteY9" fmla="*/ 0 h 27681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768154" h="2768154">
                <a:moveTo>
                  <a:pt x="1384077" y="727511"/>
                </a:moveTo>
                <a:cubicBezTo>
                  <a:pt x="1021466" y="727511"/>
                  <a:pt x="727511" y="1021466"/>
                  <a:pt x="727511" y="1384077"/>
                </a:cubicBezTo>
                <a:cubicBezTo>
                  <a:pt x="727511" y="1746688"/>
                  <a:pt x="1021466" y="2040643"/>
                  <a:pt x="1384077" y="2040643"/>
                </a:cubicBezTo>
                <a:cubicBezTo>
                  <a:pt x="1746688" y="2040643"/>
                  <a:pt x="2040643" y="1746688"/>
                  <a:pt x="2040643" y="1384077"/>
                </a:cubicBezTo>
                <a:cubicBezTo>
                  <a:pt x="2040643" y="1021466"/>
                  <a:pt x="1746688" y="727511"/>
                  <a:pt x="1384077" y="727511"/>
                </a:cubicBezTo>
                <a:close/>
                <a:moveTo>
                  <a:pt x="1384077" y="0"/>
                </a:moveTo>
                <a:cubicBezTo>
                  <a:pt x="2148482" y="0"/>
                  <a:pt x="2768154" y="619672"/>
                  <a:pt x="2768154" y="1384077"/>
                </a:cubicBezTo>
                <a:cubicBezTo>
                  <a:pt x="2768154" y="2148482"/>
                  <a:pt x="2148482" y="2768154"/>
                  <a:pt x="1384077" y="2768154"/>
                </a:cubicBezTo>
                <a:cubicBezTo>
                  <a:pt x="619672" y="2768154"/>
                  <a:pt x="0" y="2148482"/>
                  <a:pt x="0" y="1384077"/>
                </a:cubicBezTo>
                <a:cubicBezTo>
                  <a:pt x="0" y="619672"/>
                  <a:pt x="619672" y="0"/>
                  <a:pt x="1384077" y="0"/>
                </a:cubicBezTo>
                <a:close/>
              </a:path>
            </a:pathLst>
          </a:custGeom>
          <a:solidFill>
            <a:schemeClr val="bg1"/>
          </a:solidFill>
          <a:ln w="28575">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6" name="rotating shape">
            <a:extLst>
              <a:ext uri="{FF2B5EF4-FFF2-40B4-BE49-F238E27FC236}">
                <a16:creationId xmlns:a16="http://schemas.microsoft.com/office/drawing/2014/main" id="{FCD33BCF-CB37-453E-E15D-2276EA44AA4C}"/>
              </a:ext>
            </a:extLst>
          </p:cNvPr>
          <p:cNvGrpSpPr/>
          <p:nvPr/>
        </p:nvGrpSpPr>
        <p:grpSpPr>
          <a:xfrm rot="2709176">
            <a:off x="541358" y="3057199"/>
            <a:ext cx="3549610" cy="747059"/>
            <a:chOff x="541358" y="3057199"/>
            <a:chExt cx="3549610" cy="747059"/>
          </a:xfrm>
        </p:grpSpPr>
        <p:sp>
          <p:nvSpPr>
            <p:cNvPr id="17" name="Rectangle 16">
              <a:extLst>
                <a:ext uri="{FF2B5EF4-FFF2-40B4-BE49-F238E27FC236}">
                  <a16:creationId xmlns:a16="http://schemas.microsoft.com/office/drawing/2014/main" id="{CCE59671-F966-C3D8-6927-CB70F5B9F0E6}"/>
                </a:ext>
              </a:extLst>
            </p:cNvPr>
            <p:cNvSpPr/>
            <p:nvPr/>
          </p:nvSpPr>
          <p:spPr>
            <a:xfrm>
              <a:off x="805238" y="3057199"/>
              <a:ext cx="3285730" cy="74359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8" name="Oval 17">
              <a:extLst>
                <a:ext uri="{FF2B5EF4-FFF2-40B4-BE49-F238E27FC236}">
                  <a16:creationId xmlns:a16="http://schemas.microsoft.com/office/drawing/2014/main" id="{060D9673-6A8D-B5AC-7EBE-6D8693034858}"/>
                </a:ext>
              </a:extLst>
            </p:cNvPr>
            <p:cNvSpPr/>
            <p:nvPr/>
          </p:nvSpPr>
          <p:spPr>
            <a:xfrm>
              <a:off x="541358" y="3067579"/>
              <a:ext cx="736679" cy="736679"/>
            </a:xfrm>
            <a:prstGeom prst="ellipse">
              <a:avLst/>
            </a:prstGeom>
            <a:solidFill>
              <a:srgbClr val="EA8F44"/>
            </a:solidFill>
            <a:ln w="57150">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06C0FA"/>
                </a:solidFill>
                <a:effectLst/>
                <a:uLnTx/>
                <a:uFillTx/>
                <a:latin typeface="Calibri" panose="020F0502020204030204"/>
                <a:ea typeface="+mn-ea"/>
                <a:cs typeface="+mn-cs"/>
              </a:endParaRPr>
            </a:p>
          </p:txBody>
        </p:sp>
      </p:grpSp>
      <p:pic>
        <p:nvPicPr>
          <p:cNvPr id="19" name="open button" descr="Badge Follow with solid fill">
            <a:extLst>
              <a:ext uri="{FF2B5EF4-FFF2-40B4-BE49-F238E27FC236}">
                <a16:creationId xmlns:a16="http://schemas.microsoft.com/office/drawing/2014/main" id="{E2A974DE-64A3-6001-0E5F-4497DED4CB9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081951" y="3190457"/>
            <a:ext cx="477082" cy="477082"/>
          </a:xfrm>
          <a:prstGeom prst="rect">
            <a:avLst/>
          </a:prstGeom>
        </p:spPr>
      </p:pic>
      <p:pic>
        <p:nvPicPr>
          <p:cNvPr id="21" name="close button" descr="Badge Cross with solid fill">
            <a:extLst>
              <a:ext uri="{FF2B5EF4-FFF2-40B4-BE49-F238E27FC236}">
                <a16:creationId xmlns:a16="http://schemas.microsoft.com/office/drawing/2014/main" id="{9F3D242F-40E1-0A1A-56A1-3FA7A0DFC58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081951" y="3190457"/>
            <a:ext cx="477082" cy="477082"/>
          </a:xfrm>
          <a:prstGeom prst="rect">
            <a:avLst/>
          </a:prstGeom>
        </p:spPr>
      </p:pic>
      <p:pic>
        <p:nvPicPr>
          <p:cNvPr id="23" name="Graphic 22" descr="Home outline">
            <a:hlinkClick r:id="rId6" action="ppaction://hlinksldjump"/>
            <a:extLst>
              <a:ext uri="{FF2B5EF4-FFF2-40B4-BE49-F238E27FC236}">
                <a16:creationId xmlns:a16="http://schemas.microsoft.com/office/drawing/2014/main" id="{F23B4842-D82E-D43C-8517-872176DD5BD4}"/>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58828" y="3169218"/>
            <a:ext cx="474378" cy="474378"/>
          </a:xfrm>
          <a:prstGeom prst="rect">
            <a:avLst/>
          </a:prstGeom>
        </p:spPr>
      </p:pic>
      <p:pic>
        <p:nvPicPr>
          <p:cNvPr id="25" name="Graphic 24" descr="Cycle with people outline">
            <a:hlinkClick r:id="rId9" action="ppaction://hlinksldjump"/>
            <a:extLst>
              <a:ext uri="{FF2B5EF4-FFF2-40B4-BE49-F238E27FC236}">
                <a16:creationId xmlns:a16="http://schemas.microsoft.com/office/drawing/2014/main" id="{CA2F3554-EA5F-4458-4FA0-D68A83F3CC82}"/>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3120078" y="3169218"/>
            <a:ext cx="453419" cy="479900"/>
          </a:xfrm>
          <a:prstGeom prst="rect">
            <a:avLst/>
          </a:prstGeom>
        </p:spPr>
      </p:pic>
      <p:pic>
        <p:nvPicPr>
          <p:cNvPr id="26" name="Graphic 25" descr="Work from home desk outline">
            <a:hlinkClick r:id="rId12" action="ppaction://hlinksldjump"/>
            <a:extLst>
              <a:ext uri="{FF2B5EF4-FFF2-40B4-BE49-F238E27FC236}">
                <a16:creationId xmlns:a16="http://schemas.microsoft.com/office/drawing/2014/main" id="{0622084B-4BE9-E419-534B-3DFF487EFE39}"/>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2861332" y="3914169"/>
            <a:ext cx="382789" cy="459722"/>
          </a:xfrm>
          <a:prstGeom prst="rect">
            <a:avLst/>
          </a:prstGeom>
        </p:spPr>
      </p:pic>
      <p:pic>
        <p:nvPicPr>
          <p:cNvPr id="27" name="Graphic 26" descr="Questions outline">
            <a:hlinkClick r:id="rId15" action="ppaction://hlinksldjump"/>
            <a:extLst>
              <a:ext uri="{FF2B5EF4-FFF2-40B4-BE49-F238E27FC236}">
                <a16:creationId xmlns:a16="http://schemas.microsoft.com/office/drawing/2014/main" id="{668080FD-CB19-D44A-F102-F60F419A2EA5}"/>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2841102" y="2466100"/>
            <a:ext cx="415392" cy="416600"/>
          </a:xfrm>
          <a:prstGeom prst="rect">
            <a:avLst/>
          </a:prstGeom>
        </p:spPr>
      </p:pic>
      <p:pic>
        <p:nvPicPr>
          <p:cNvPr id="29" name="Graphic 28" descr="Gauge outline">
            <a:hlinkClick r:id="rId18" action="ppaction://hlinksldjump"/>
            <a:extLst>
              <a:ext uri="{FF2B5EF4-FFF2-40B4-BE49-F238E27FC236}">
                <a16:creationId xmlns:a16="http://schemas.microsoft.com/office/drawing/2014/main" id="{84D0D3DD-F45E-CE36-85EF-39C70EB73447}"/>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2098573" y="2155146"/>
            <a:ext cx="435179" cy="474629"/>
          </a:xfrm>
          <a:prstGeom prst="rect">
            <a:avLst/>
          </a:prstGeom>
        </p:spPr>
      </p:pic>
      <p:pic>
        <p:nvPicPr>
          <p:cNvPr id="31" name="Graphic 30" descr="Building Brick Wall outline">
            <a:hlinkClick r:id="rId21" action="ppaction://hlinksldjump"/>
            <a:extLst>
              <a:ext uri="{FF2B5EF4-FFF2-40B4-BE49-F238E27FC236}">
                <a16:creationId xmlns:a16="http://schemas.microsoft.com/office/drawing/2014/main" id="{D1BB4E5F-5301-5726-30CF-7EA553564403}"/>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2091320" y="4192912"/>
            <a:ext cx="435179" cy="459722"/>
          </a:xfrm>
          <a:prstGeom prst="rect">
            <a:avLst/>
          </a:prstGeom>
        </p:spPr>
      </p:pic>
      <p:pic>
        <p:nvPicPr>
          <p:cNvPr id="33" name="Graphic 32" descr="Clipboard outline">
            <a:hlinkClick r:id="rId24" action="ppaction://hlinksldjump"/>
            <a:extLst>
              <a:ext uri="{FF2B5EF4-FFF2-40B4-BE49-F238E27FC236}">
                <a16:creationId xmlns:a16="http://schemas.microsoft.com/office/drawing/2014/main" id="{CFF7F446-B9A4-F20B-5205-1D99DCC9B9D1}"/>
              </a:ext>
            </a:extLst>
          </p:cNvPr>
          <p:cNvPicPr>
            <a:picLocks noChangeAspect="1"/>
          </p:cNvPicPr>
          <p:nvPr/>
        </p:nvPicPr>
        <p:blipFill>
          <a:blip r:embed="rId25">
            <a:extLst>
              <a:ext uri="{28A0092B-C50C-407E-A947-70E740481C1C}">
                <a14:useLocalDpi xmlns:a14="http://schemas.microsoft.com/office/drawing/2010/main" val="0"/>
              </a:ext>
              <a:ext uri="{96DAC541-7B7A-43D3-8B79-37D633B846F1}">
                <asvg:svgBlip xmlns:asvg="http://schemas.microsoft.com/office/drawing/2016/SVG/main" r:embed="rId26"/>
              </a:ext>
            </a:extLst>
          </a:blip>
          <a:stretch>
            <a:fillRect/>
          </a:stretch>
        </p:blipFill>
        <p:spPr>
          <a:xfrm>
            <a:off x="1080942" y="2215646"/>
            <a:ext cx="452264" cy="452264"/>
          </a:xfrm>
          <a:prstGeom prst="rect">
            <a:avLst/>
          </a:prstGeom>
        </p:spPr>
      </p:pic>
      <p:pic>
        <p:nvPicPr>
          <p:cNvPr id="35" name="Graphic 34" descr="Rollercoaster Down outline">
            <a:hlinkClick r:id="rId27" action="ppaction://hlinksldjump"/>
            <a:extLst>
              <a:ext uri="{FF2B5EF4-FFF2-40B4-BE49-F238E27FC236}">
                <a16:creationId xmlns:a16="http://schemas.microsoft.com/office/drawing/2014/main" id="{A91AF188-B3B0-D148-8BF2-18E1A19A92E0}"/>
              </a:ext>
            </a:extLst>
          </p:cNvPr>
          <p:cNvPicPr>
            <a:picLocks noChangeAspect="1"/>
          </p:cNvPicPr>
          <p:nvPr/>
        </p:nvPicPr>
        <p:blipFill>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tretch>
            <a:fillRect/>
          </a:stretch>
        </p:blipFill>
        <p:spPr>
          <a:xfrm>
            <a:off x="1360369" y="3939632"/>
            <a:ext cx="439194" cy="445170"/>
          </a:xfrm>
          <a:prstGeom prst="rect">
            <a:avLst/>
          </a:prstGeom>
        </p:spPr>
      </p:pic>
      <p:sp>
        <p:nvSpPr>
          <p:cNvPr id="37" name="TextBox 36">
            <a:extLst>
              <a:ext uri="{FF2B5EF4-FFF2-40B4-BE49-F238E27FC236}">
                <a16:creationId xmlns:a16="http://schemas.microsoft.com/office/drawing/2014/main" id="{E2CA6748-FC75-E9AA-80AC-B9CC0F89ADFD}"/>
              </a:ext>
            </a:extLst>
          </p:cNvPr>
          <p:cNvSpPr txBox="1"/>
          <p:nvPr/>
        </p:nvSpPr>
        <p:spPr>
          <a:xfrm>
            <a:off x="5085234" y="844594"/>
            <a:ext cx="5865583" cy="120032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200" b="0" i="0" u="none" strike="noStrike" kern="1200" cap="none" spc="0" normalizeH="0" baseline="0" noProof="0" dirty="0">
                <a:ln>
                  <a:noFill/>
                </a:ln>
                <a:solidFill>
                  <a:srgbClr val="EA8F44"/>
                </a:solidFill>
                <a:effectLst/>
                <a:uLnTx/>
                <a:uFillTx/>
                <a:latin typeface="Berlin Sans FB Demi" panose="020E0802020502020306" pitchFamily="34" charset="0"/>
                <a:ea typeface="ADLaM Display" panose="02010000000000000000" pitchFamily="2" charset="0"/>
                <a:cs typeface="ADLaM Display" panose="02010000000000000000" pitchFamily="2" charset="0"/>
              </a:rPr>
              <a:t>Heading Nr 1</a:t>
            </a:r>
            <a:endParaRPr kumimoji="0" lang="ru-RU" sz="7200" b="0" i="0" u="none" strike="noStrike" kern="1200" cap="none" spc="0" normalizeH="0" baseline="0" noProof="0" dirty="0">
              <a:ln>
                <a:noFill/>
              </a:ln>
              <a:solidFill>
                <a:srgbClr val="EA8F44"/>
              </a:solidFill>
              <a:effectLst/>
              <a:uLnTx/>
              <a:uFillTx/>
              <a:latin typeface="Calibri" panose="020F0502020204030204"/>
              <a:ea typeface="ADLaM Display" panose="02010000000000000000" pitchFamily="2" charset="0"/>
              <a:cs typeface="ADLaM Display" panose="02010000000000000000" pitchFamily="2" charset="0"/>
            </a:endParaRPr>
          </a:p>
        </p:txBody>
      </p:sp>
      <p:sp>
        <p:nvSpPr>
          <p:cNvPr id="39" name="TextBox 38">
            <a:extLst>
              <a:ext uri="{FF2B5EF4-FFF2-40B4-BE49-F238E27FC236}">
                <a16:creationId xmlns:a16="http://schemas.microsoft.com/office/drawing/2014/main" id="{D2642F99-4CAF-543B-4788-92590B640793}"/>
              </a:ext>
            </a:extLst>
          </p:cNvPr>
          <p:cNvSpPr txBox="1"/>
          <p:nvPr/>
        </p:nvSpPr>
        <p:spPr>
          <a:xfrm>
            <a:off x="4824679" y="2136336"/>
            <a:ext cx="6435235"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white"/>
                </a:solidFill>
                <a:effectLst/>
                <a:uLnTx/>
                <a:uFillTx/>
                <a:latin typeface="Bahnschrift SemiLight" panose="020B0502040204020203" pitchFamily="34" charset="0"/>
                <a:ea typeface="+mn-ea"/>
                <a:cs typeface="Arial" panose="020B0604020202020204" pitchFamily="34" charset="0"/>
              </a:rPr>
              <a:t>Write your text here. Write your text here. Write your text here. Write your text here. </a:t>
            </a:r>
            <a:endParaRPr kumimoji="0" lang="ru-RU"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1" name="Rectangle 40">
            <a:extLst>
              <a:ext uri="{FF2B5EF4-FFF2-40B4-BE49-F238E27FC236}">
                <a16:creationId xmlns:a16="http://schemas.microsoft.com/office/drawing/2014/main" id="{4CB16D23-209D-020D-A37F-A9F3D86FEFAF}"/>
              </a:ext>
            </a:extLst>
          </p:cNvPr>
          <p:cNvSpPr/>
          <p:nvPr/>
        </p:nvSpPr>
        <p:spPr>
          <a:xfrm>
            <a:off x="4895850" y="1980450"/>
            <a:ext cx="6003088" cy="64472"/>
          </a:xfrm>
          <a:prstGeom prst="rect">
            <a:avLst/>
          </a:prstGeom>
          <a:solidFill>
            <a:srgbClr val="EA8F4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EA8F44"/>
              </a:solidFill>
              <a:effectLst/>
              <a:uLnTx/>
              <a:uFillTx/>
              <a:latin typeface="Calibri" panose="020F0502020204030204"/>
              <a:ea typeface="+mn-ea"/>
              <a:cs typeface="+mn-cs"/>
            </a:endParaRPr>
          </a:p>
        </p:txBody>
      </p:sp>
      <mc:AlternateContent xmlns:mc="http://schemas.openxmlformats.org/markup-compatibility/2006" xmlns:cx1="http://schemas.microsoft.com/office/drawing/2015/9/8/chartex">
        <mc:Choice Requires="cx1">
          <p:graphicFrame>
            <p:nvGraphicFramePr>
              <p:cNvPr id="43" name="Chart 42">
                <a:extLst>
                  <a:ext uri="{FF2B5EF4-FFF2-40B4-BE49-F238E27FC236}">
                    <a16:creationId xmlns:a16="http://schemas.microsoft.com/office/drawing/2014/main" id="{3850A534-B27F-1D9E-DF6E-5A61695B7D9C}"/>
                  </a:ext>
                </a:extLst>
              </p:cNvPr>
              <p:cNvGraphicFramePr/>
              <p:nvPr/>
            </p:nvGraphicFramePr>
            <p:xfrm>
              <a:off x="5829523" y="3606450"/>
              <a:ext cx="5002108" cy="2981225"/>
            </p:xfrm>
            <a:graphic>
              <a:graphicData uri="http://schemas.microsoft.com/office/drawing/2014/chartex">
                <cx:chart xmlns:cx="http://schemas.microsoft.com/office/drawing/2014/chartex" xmlns:r="http://schemas.openxmlformats.org/officeDocument/2006/relationships" r:id="rId30"/>
              </a:graphicData>
            </a:graphic>
          </p:graphicFrame>
        </mc:Choice>
        <mc:Fallback xmlns="">
          <p:pic>
            <p:nvPicPr>
              <p:cNvPr id="43" name="Chart 42">
                <a:extLst>
                  <a:ext uri="{FF2B5EF4-FFF2-40B4-BE49-F238E27FC236}">
                    <a16:creationId xmlns:a16="http://schemas.microsoft.com/office/drawing/2014/main" id="{3850A534-B27F-1D9E-DF6E-5A61695B7D9C}"/>
                  </a:ext>
                </a:extLst>
              </p:cNvPr>
              <p:cNvPicPr>
                <a:picLocks noGrp="1" noRot="1" noChangeAspect="1" noMove="1" noResize="1" noEditPoints="1" noAdjustHandles="1" noChangeArrowheads="1" noChangeShapeType="1"/>
              </p:cNvPicPr>
              <p:nvPr/>
            </p:nvPicPr>
            <p:blipFill>
              <a:blip r:embed="rId31"/>
              <a:stretch>
                <a:fillRect/>
              </a:stretch>
            </p:blipFill>
            <p:spPr>
              <a:xfrm>
                <a:off x="5829523" y="3606450"/>
                <a:ext cx="5002108" cy="2981225"/>
              </a:xfrm>
              <a:prstGeom prst="rect">
                <a:avLst/>
              </a:prstGeom>
            </p:spPr>
          </p:pic>
        </mc:Fallback>
      </mc:AlternateContent>
    </p:spTree>
    <p:extLst>
      <p:ext uri="{BB962C8B-B14F-4D97-AF65-F5344CB8AC3E}">
        <p14:creationId xmlns:p14="http://schemas.microsoft.com/office/powerpoint/2010/main" val="3756507278"/>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timing>
    <p:tnLst>
      <p:par>
        <p:cTn id="1" dur="indefinite" restart="never" nodeType="tmRoot">
          <p:childTnLst>
            <p:seq concurrent="1" nextAc="seek">
              <p:cTn id="2" restart="whenNotActive" fill="hold" evtFilter="cancelBubble" nodeType="interactiveSeq">
                <p:stCondLst>
                  <p:cond evt="onClick" delay="0">
                    <p:tgtEl>
                      <p:spTgt spid="21"/>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nodeType="clickEffect">
                                  <p:stCondLst>
                                    <p:cond delay="0"/>
                                  </p:stCondLst>
                                  <p:childTnLst>
                                    <p:animEffect transition="out" filter="fade">
                                      <p:cBhvr>
                                        <p:cTn id="6" dur="400"/>
                                        <p:tgtEl>
                                          <p:spTgt spid="16"/>
                                        </p:tgtEl>
                                      </p:cBhvr>
                                    </p:animEffect>
                                    <p:set>
                                      <p:cBhvr>
                                        <p:cTn id="7" dur="1" fill="hold">
                                          <p:stCondLst>
                                            <p:cond delay="399"/>
                                          </p:stCondLst>
                                        </p:cTn>
                                        <p:tgtEl>
                                          <p:spTgt spid="16"/>
                                        </p:tgtEl>
                                        <p:attrNameLst>
                                          <p:attrName>style.visibility</p:attrName>
                                        </p:attrNameLst>
                                      </p:cBhvr>
                                      <p:to>
                                        <p:strVal val="hidden"/>
                                      </p:to>
                                    </p:set>
                                  </p:childTnLst>
                                </p:cTn>
                              </p:par>
                            </p:childTnLst>
                          </p:cTn>
                        </p:par>
                        <p:par>
                          <p:cTn id="8" fill="hold">
                            <p:stCondLst>
                              <p:cond delay="400"/>
                            </p:stCondLst>
                            <p:childTnLst>
                              <p:par>
                                <p:cTn id="9" presetID="1" presetClass="exit" presetSubtype="0" fill="hold" nodeType="afterEffect">
                                  <p:stCondLst>
                                    <p:cond delay="0"/>
                                  </p:stCondLst>
                                  <p:childTnLst>
                                    <p:set>
                                      <p:cBhvr>
                                        <p:cTn id="10" dur="1" fill="hold">
                                          <p:stCondLst>
                                            <p:cond delay="0"/>
                                          </p:stCondLst>
                                        </p:cTn>
                                        <p:tgtEl>
                                          <p:spTgt spid="21"/>
                                        </p:tgtEl>
                                        <p:attrNameLst>
                                          <p:attrName>style.visibility</p:attrName>
                                        </p:attrNameLst>
                                      </p:cBhvr>
                                      <p:to>
                                        <p:strVal val="hidden"/>
                                      </p:to>
                                    </p:set>
                                  </p:childTnLst>
                                </p:cTn>
                              </p:par>
                            </p:childTnLst>
                          </p:cTn>
                        </p:par>
                        <p:par>
                          <p:cTn id="11" fill="hold">
                            <p:stCondLst>
                              <p:cond delay="400"/>
                            </p:stCondLst>
                            <p:childTnLst>
                              <p:par>
                                <p:cTn id="12" presetID="53" presetClass="exit" presetSubtype="32" fill="hold" nodeType="afterEffect">
                                  <p:stCondLst>
                                    <p:cond delay="0"/>
                                  </p:stCondLst>
                                  <p:childTnLst>
                                    <p:anim calcmode="lin" valueType="num">
                                      <p:cBhvr>
                                        <p:cTn id="13" dur="250"/>
                                        <p:tgtEl>
                                          <p:spTgt spid="23"/>
                                        </p:tgtEl>
                                        <p:attrNameLst>
                                          <p:attrName>ppt_w</p:attrName>
                                        </p:attrNameLst>
                                      </p:cBhvr>
                                      <p:tavLst>
                                        <p:tav tm="0">
                                          <p:val>
                                            <p:strVal val="ppt_w"/>
                                          </p:val>
                                        </p:tav>
                                        <p:tav tm="100000">
                                          <p:val>
                                            <p:fltVal val="0"/>
                                          </p:val>
                                        </p:tav>
                                      </p:tavLst>
                                    </p:anim>
                                    <p:anim calcmode="lin" valueType="num">
                                      <p:cBhvr>
                                        <p:cTn id="14" dur="250"/>
                                        <p:tgtEl>
                                          <p:spTgt spid="23"/>
                                        </p:tgtEl>
                                        <p:attrNameLst>
                                          <p:attrName>ppt_h</p:attrName>
                                        </p:attrNameLst>
                                      </p:cBhvr>
                                      <p:tavLst>
                                        <p:tav tm="0">
                                          <p:val>
                                            <p:strVal val="ppt_h"/>
                                          </p:val>
                                        </p:tav>
                                        <p:tav tm="100000">
                                          <p:val>
                                            <p:fltVal val="0"/>
                                          </p:val>
                                        </p:tav>
                                      </p:tavLst>
                                    </p:anim>
                                    <p:animEffect transition="out" filter="fade">
                                      <p:cBhvr>
                                        <p:cTn id="15" dur="250"/>
                                        <p:tgtEl>
                                          <p:spTgt spid="23"/>
                                        </p:tgtEl>
                                      </p:cBhvr>
                                    </p:animEffect>
                                    <p:set>
                                      <p:cBhvr>
                                        <p:cTn id="16" dur="1" fill="hold">
                                          <p:stCondLst>
                                            <p:cond delay="249"/>
                                          </p:stCondLst>
                                        </p:cTn>
                                        <p:tgtEl>
                                          <p:spTgt spid="23"/>
                                        </p:tgtEl>
                                        <p:attrNameLst>
                                          <p:attrName>style.visibility</p:attrName>
                                        </p:attrNameLst>
                                      </p:cBhvr>
                                      <p:to>
                                        <p:strVal val="hidden"/>
                                      </p:to>
                                    </p:set>
                                  </p:childTnLst>
                                </p:cTn>
                              </p:par>
                              <p:par>
                                <p:cTn id="17" presetID="53" presetClass="exit" presetSubtype="32" fill="hold" nodeType="withEffect">
                                  <p:stCondLst>
                                    <p:cond delay="0"/>
                                  </p:stCondLst>
                                  <p:childTnLst>
                                    <p:anim calcmode="lin" valueType="num">
                                      <p:cBhvr>
                                        <p:cTn id="18" dur="250"/>
                                        <p:tgtEl>
                                          <p:spTgt spid="33"/>
                                        </p:tgtEl>
                                        <p:attrNameLst>
                                          <p:attrName>ppt_w</p:attrName>
                                        </p:attrNameLst>
                                      </p:cBhvr>
                                      <p:tavLst>
                                        <p:tav tm="0">
                                          <p:val>
                                            <p:strVal val="ppt_w"/>
                                          </p:val>
                                        </p:tav>
                                        <p:tav tm="100000">
                                          <p:val>
                                            <p:fltVal val="0"/>
                                          </p:val>
                                        </p:tav>
                                      </p:tavLst>
                                    </p:anim>
                                    <p:anim calcmode="lin" valueType="num">
                                      <p:cBhvr>
                                        <p:cTn id="19" dur="250"/>
                                        <p:tgtEl>
                                          <p:spTgt spid="33"/>
                                        </p:tgtEl>
                                        <p:attrNameLst>
                                          <p:attrName>ppt_h</p:attrName>
                                        </p:attrNameLst>
                                      </p:cBhvr>
                                      <p:tavLst>
                                        <p:tav tm="0">
                                          <p:val>
                                            <p:strVal val="ppt_h"/>
                                          </p:val>
                                        </p:tav>
                                        <p:tav tm="100000">
                                          <p:val>
                                            <p:fltVal val="0"/>
                                          </p:val>
                                        </p:tav>
                                      </p:tavLst>
                                    </p:anim>
                                    <p:animEffect transition="out" filter="fade">
                                      <p:cBhvr>
                                        <p:cTn id="20" dur="250"/>
                                        <p:tgtEl>
                                          <p:spTgt spid="33"/>
                                        </p:tgtEl>
                                      </p:cBhvr>
                                    </p:animEffect>
                                    <p:set>
                                      <p:cBhvr>
                                        <p:cTn id="21" dur="1" fill="hold">
                                          <p:stCondLst>
                                            <p:cond delay="249"/>
                                          </p:stCondLst>
                                        </p:cTn>
                                        <p:tgtEl>
                                          <p:spTgt spid="33"/>
                                        </p:tgtEl>
                                        <p:attrNameLst>
                                          <p:attrName>style.visibility</p:attrName>
                                        </p:attrNameLst>
                                      </p:cBhvr>
                                      <p:to>
                                        <p:strVal val="hidden"/>
                                      </p:to>
                                    </p:set>
                                  </p:childTnLst>
                                </p:cTn>
                              </p:par>
                              <p:par>
                                <p:cTn id="22" presetID="53" presetClass="exit" presetSubtype="32" fill="hold" nodeType="withEffect">
                                  <p:stCondLst>
                                    <p:cond delay="0"/>
                                  </p:stCondLst>
                                  <p:childTnLst>
                                    <p:anim calcmode="lin" valueType="num">
                                      <p:cBhvr>
                                        <p:cTn id="23" dur="250"/>
                                        <p:tgtEl>
                                          <p:spTgt spid="29"/>
                                        </p:tgtEl>
                                        <p:attrNameLst>
                                          <p:attrName>ppt_w</p:attrName>
                                        </p:attrNameLst>
                                      </p:cBhvr>
                                      <p:tavLst>
                                        <p:tav tm="0">
                                          <p:val>
                                            <p:strVal val="ppt_w"/>
                                          </p:val>
                                        </p:tav>
                                        <p:tav tm="100000">
                                          <p:val>
                                            <p:fltVal val="0"/>
                                          </p:val>
                                        </p:tav>
                                      </p:tavLst>
                                    </p:anim>
                                    <p:anim calcmode="lin" valueType="num">
                                      <p:cBhvr>
                                        <p:cTn id="24" dur="250"/>
                                        <p:tgtEl>
                                          <p:spTgt spid="29"/>
                                        </p:tgtEl>
                                        <p:attrNameLst>
                                          <p:attrName>ppt_h</p:attrName>
                                        </p:attrNameLst>
                                      </p:cBhvr>
                                      <p:tavLst>
                                        <p:tav tm="0">
                                          <p:val>
                                            <p:strVal val="ppt_h"/>
                                          </p:val>
                                        </p:tav>
                                        <p:tav tm="100000">
                                          <p:val>
                                            <p:fltVal val="0"/>
                                          </p:val>
                                        </p:tav>
                                      </p:tavLst>
                                    </p:anim>
                                    <p:animEffect transition="out" filter="fade">
                                      <p:cBhvr>
                                        <p:cTn id="25" dur="250"/>
                                        <p:tgtEl>
                                          <p:spTgt spid="29"/>
                                        </p:tgtEl>
                                      </p:cBhvr>
                                    </p:animEffect>
                                    <p:set>
                                      <p:cBhvr>
                                        <p:cTn id="26" dur="1" fill="hold">
                                          <p:stCondLst>
                                            <p:cond delay="249"/>
                                          </p:stCondLst>
                                        </p:cTn>
                                        <p:tgtEl>
                                          <p:spTgt spid="29"/>
                                        </p:tgtEl>
                                        <p:attrNameLst>
                                          <p:attrName>style.visibility</p:attrName>
                                        </p:attrNameLst>
                                      </p:cBhvr>
                                      <p:to>
                                        <p:strVal val="hidden"/>
                                      </p:to>
                                    </p:set>
                                  </p:childTnLst>
                                </p:cTn>
                              </p:par>
                              <p:par>
                                <p:cTn id="27" presetID="53" presetClass="exit" presetSubtype="32" fill="hold" nodeType="withEffect">
                                  <p:stCondLst>
                                    <p:cond delay="0"/>
                                  </p:stCondLst>
                                  <p:childTnLst>
                                    <p:anim calcmode="lin" valueType="num">
                                      <p:cBhvr>
                                        <p:cTn id="28" dur="250"/>
                                        <p:tgtEl>
                                          <p:spTgt spid="27"/>
                                        </p:tgtEl>
                                        <p:attrNameLst>
                                          <p:attrName>ppt_w</p:attrName>
                                        </p:attrNameLst>
                                      </p:cBhvr>
                                      <p:tavLst>
                                        <p:tav tm="0">
                                          <p:val>
                                            <p:strVal val="ppt_w"/>
                                          </p:val>
                                        </p:tav>
                                        <p:tav tm="100000">
                                          <p:val>
                                            <p:fltVal val="0"/>
                                          </p:val>
                                        </p:tav>
                                      </p:tavLst>
                                    </p:anim>
                                    <p:anim calcmode="lin" valueType="num">
                                      <p:cBhvr>
                                        <p:cTn id="29" dur="250"/>
                                        <p:tgtEl>
                                          <p:spTgt spid="27"/>
                                        </p:tgtEl>
                                        <p:attrNameLst>
                                          <p:attrName>ppt_h</p:attrName>
                                        </p:attrNameLst>
                                      </p:cBhvr>
                                      <p:tavLst>
                                        <p:tav tm="0">
                                          <p:val>
                                            <p:strVal val="ppt_h"/>
                                          </p:val>
                                        </p:tav>
                                        <p:tav tm="100000">
                                          <p:val>
                                            <p:fltVal val="0"/>
                                          </p:val>
                                        </p:tav>
                                      </p:tavLst>
                                    </p:anim>
                                    <p:animEffect transition="out" filter="fade">
                                      <p:cBhvr>
                                        <p:cTn id="30" dur="250"/>
                                        <p:tgtEl>
                                          <p:spTgt spid="27"/>
                                        </p:tgtEl>
                                      </p:cBhvr>
                                    </p:animEffect>
                                    <p:set>
                                      <p:cBhvr>
                                        <p:cTn id="31" dur="1" fill="hold">
                                          <p:stCondLst>
                                            <p:cond delay="249"/>
                                          </p:stCondLst>
                                        </p:cTn>
                                        <p:tgtEl>
                                          <p:spTgt spid="27"/>
                                        </p:tgtEl>
                                        <p:attrNameLst>
                                          <p:attrName>style.visibility</p:attrName>
                                        </p:attrNameLst>
                                      </p:cBhvr>
                                      <p:to>
                                        <p:strVal val="hidden"/>
                                      </p:to>
                                    </p:set>
                                  </p:childTnLst>
                                </p:cTn>
                              </p:par>
                              <p:par>
                                <p:cTn id="32" presetID="53" presetClass="exit" presetSubtype="32" fill="hold" nodeType="withEffect">
                                  <p:stCondLst>
                                    <p:cond delay="0"/>
                                  </p:stCondLst>
                                  <p:childTnLst>
                                    <p:anim calcmode="lin" valueType="num">
                                      <p:cBhvr>
                                        <p:cTn id="33" dur="250"/>
                                        <p:tgtEl>
                                          <p:spTgt spid="25"/>
                                        </p:tgtEl>
                                        <p:attrNameLst>
                                          <p:attrName>ppt_w</p:attrName>
                                        </p:attrNameLst>
                                      </p:cBhvr>
                                      <p:tavLst>
                                        <p:tav tm="0">
                                          <p:val>
                                            <p:strVal val="ppt_w"/>
                                          </p:val>
                                        </p:tav>
                                        <p:tav tm="100000">
                                          <p:val>
                                            <p:fltVal val="0"/>
                                          </p:val>
                                        </p:tav>
                                      </p:tavLst>
                                    </p:anim>
                                    <p:anim calcmode="lin" valueType="num">
                                      <p:cBhvr>
                                        <p:cTn id="34" dur="250"/>
                                        <p:tgtEl>
                                          <p:spTgt spid="25"/>
                                        </p:tgtEl>
                                        <p:attrNameLst>
                                          <p:attrName>ppt_h</p:attrName>
                                        </p:attrNameLst>
                                      </p:cBhvr>
                                      <p:tavLst>
                                        <p:tav tm="0">
                                          <p:val>
                                            <p:strVal val="ppt_h"/>
                                          </p:val>
                                        </p:tav>
                                        <p:tav tm="100000">
                                          <p:val>
                                            <p:fltVal val="0"/>
                                          </p:val>
                                        </p:tav>
                                      </p:tavLst>
                                    </p:anim>
                                    <p:animEffect transition="out" filter="fade">
                                      <p:cBhvr>
                                        <p:cTn id="35" dur="250"/>
                                        <p:tgtEl>
                                          <p:spTgt spid="25"/>
                                        </p:tgtEl>
                                      </p:cBhvr>
                                    </p:animEffect>
                                    <p:set>
                                      <p:cBhvr>
                                        <p:cTn id="36" dur="1" fill="hold">
                                          <p:stCondLst>
                                            <p:cond delay="249"/>
                                          </p:stCondLst>
                                        </p:cTn>
                                        <p:tgtEl>
                                          <p:spTgt spid="25"/>
                                        </p:tgtEl>
                                        <p:attrNameLst>
                                          <p:attrName>style.visibility</p:attrName>
                                        </p:attrNameLst>
                                      </p:cBhvr>
                                      <p:to>
                                        <p:strVal val="hidden"/>
                                      </p:to>
                                    </p:set>
                                  </p:childTnLst>
                                </p:cTn>
                              </p:par>
                              <p:par>
                                <p:cTn id="37" presetID="53" presetClass="exit" presetSubtype="32" fill="hold" nodeType="withEffect">
                                  <p:stCondLst>
                                    <p:cond delay="0"/>
                                  </p:stCondLst>
                                  <p:childTnLst>
                                    <p:anim calcmode="lin" valueType="num">
                                      <p:cBhvr>
                                        <p:cTn id="38" dur="250"/>
                                        <p:tgtEl>
                                          <p:spTgt spid="26"/>
                                        </p:tgtEl>
                                        <p:attrNameLst>
                                          <p:attrName>ppt_w</p:attrName>
                                        </p:attrNameLst>
                                      </p:cBhvr>
                                      <p:tavLst>
                                        <p:tav tm="0">
                                          <p:val>
                                            <p:strVal val="ppt_w"/>
                                          </p:val>
                                        </p:tav>
                                        <p:tav tm="100000">
                                          <p:val>
                                            <p:fltVal val="0"/>
                                          </p:val>
                                        </p:tav>
                                      </p:tavLst>
                                    </p:anim>
                                    <p:anim calcmode="lin" valueType="num">
                                      <p:cBhvr>
                                        <p:cTn id="39" dur="250"/>
                                        <p:tgtEl>
                                          <p:spTgt spid="26"/>
                                        </p:tgtEl>
                                        <p:attrNameLst>
                                          <p:attrName>ppt_h</p:attrName>
                                        </p:attrNameLst>
                                      </p:cBhvr>
                                      <p:tavLst>
                                        <p:tav tm="0">
                                          <p:val>
                                            <p:strVal val="ppt_h"/>
                                          </p:val>
                                        </p:tav>
                                        <p:tav tm="100000">
                                          <p:val>
                                            <p:fltVal val="0"/>
                                          </p:val>
                                        </p:tav>
                                      </p:tavLst>
                                    </p:anim>
                                    <p:animEffect transition="out" filter="fade">
                                      <p:cBhvr>
                                        <p:cTn id="40" dur="250"/>
                                        <p:tgtEl>
                                          <p:spTgt spid="26"/>
                                        </p:tgtEl>
                                      </p:cBhvr>
                                    </p:animEffect>
                                    <p:set>
                                      <p:cBhvr>
                                        <p:cTn id="41" dur="1" fill="hold">
                                          <p:stCondLst>
                                            <p:cond delay="249"/>
                                          </p:stCondLst>
                                        </p:cTn>
                                        <p:tgtEl>
                                          <p:spTgt spid="26"/>
                                        </p:tgtEl>
                                        <p:attrNameLst>
                                          <p:attrName>style.visibility</p:attrName>
                                        </p:attrNameLst>
                                      </p:cBhvr>
                                      <p:to>
                                        <p:strVal val="hidden"/>
                                      </p:to>
                                    </p:set>
                                  </p:childTnLst>
                                </p:cTn>
                              </p:par>
                              <p:par>
                                <p:cTn id="42" presetID="53" presetClass="exit" presetSubtype="32" fill="hold" nodeType="withEffect">
                                  <p:stCondLst>
                                    <p:cond delay="0"/>
                                  </p:stCondLst>
                                  <p:childTnLst>
                                    <p:anim calcmode="lin" valueType="num">
                                      <p:cBhvr>
                                        <p:cTn id="43" dur="250"/>
                                        <p:tgtEl>
                                          <p:spTgt spid="31"/>
                                        </p:tgtEl>
                                        <p:attrNameLst>
                                          <p:attrName>ppt_w</p:attrName>
                                        </p:attrNameLst>
                                      </p:cBhvr>
                                      <p:tavLst>
                                        <p:tav tm="0">
                                          <p:val>
                                            <p:strVal val="ppt_w"/>
                                          </p:val>
                                        </p:tav>
                                        <p:tav tm="100000">
                                          <p:val>
                                            <p:fltVal val="0"/>
                                          </p:val>
                                        </p:tav>
                                      </p:tavLst>
                                    </p:anim>
                                    <p:anim calcmode="lin" valueType="num">
                                      <p:cBhvr>
                                        <p:cTn id="44" dur="250"/>
                                        <p:tgtEl>
                                          <p:spTgt spid="31"/>
                                        </p:tgtEl>
                                        <p:attrNameLst>
                                          <p:attrName>ppt_h</p:attrName>
                                        </p:attrNameLst>
                                      </p:cBhvr>
                                      <p:tavLst>
                                        <p:tav tm="0">
                                          <p:val>
                                            <p:strVal val="ppt_h"/>
                                          </p:val>
                                        </p:tav>
                                        <p:tav tm="100000">
                                          <p:val>
                                            <p:fltVal val="0"/>
                                          </p:val>
                                        </p:tav>
                                      </p:tavLst>
                                    </p:anim>
                                    <p:animEffect transition="out" filter="fade">
                                      <p:cBhvr>
                                        <p:cTn id="45" dur="250"/>
                                        <p:tgtEl>
                                          <p:spTgt spid="31"/>
                                        </p:tgtEl>
                                      </p:cBhvr>
                                    </p:animEffect>
                                    <p:set>
                                      <p:cBhvr>
                                        <p:cTn id="46" dur="1" fill="hold">
                                          <p:stCondLst>
                                            <p:cond delay="249"/>
                                          </p:stCondLst>
                                        </p:cTn>
                                        <p:tgtEl>
                                          <p:spTgt spid="31"/>
                                        </p:tgtEl>
                                        <p:attrNameLst>
                                          <p:attrName>style.visibility</p:attrName>
                                        </p:attrNameLst>
                                      </p:cBhvr>
                                      <p:to>
                                        <p:strVal val="hidden"/>
                                      </p:to>
                                    </p:set>
                                  </p:childTnLst>
                                </p:cTn>
                              </p:par>
                              <p:par>
                                <p:cTn id="47" presetID="53" presetClass="exit" presetSubtype="32" fill="hold" nodeType="withEffect">
                                  <p:stCondLst>
                                    <p:cond delay="0"/>
                                  </p:stCondLst>
                                  <p:childTnLst>
                                    <p:anim calcmode="lin" valueType="num">
                                      <p:cBhvr>
                                        <p:cTn id="48" dur="250"/>
                                        <p:tgtEl>
                                          <p:spTgt spid="35"/>
                                        </p:tgtEl>
                                        <p:attrNameLst>
                                          <p:attrName>ppt_w</p:attrName>
                                        </p:attrNameLst>
                                      </p:cBhvr>
                                      <p:tavLst>
                                        <p:tav tm="0">
                                          <p:val>
                                            <p:strVal val="ppt_w"/>
                                          </p:val>
                                        </p:tav>
                                        <p:tav tm="100000">
                                          <p:val>
                                            <p:fltVal val="0"/>
                                          </p:val>
                                        </p:tav>
                                      </p:tavLst>
                                    </p:anim>
                                    <p:anim calcmode="lin" valueType="num">
                                      <p:cBhvr>
                                        <p:cTn id="49" dur="250"/>
                                        <p:tgtEl>
                                          <p:spTgt spid="35"/>
                                        </p:tgtEl>
                                        <p:attrNameLst>
                                          <p:attrName>ppt_h</p:attrName>
                                        </p:attrNameLst>
                                      </p:cBhvr>
                                      <p:tavLst>
                                        <p:tav tm="0">
                                          <p:val>
                                            <p:strVal val="ppt_h"/>
                                          </p:val>
                                        </p:tav>
                                        <p:tav tm="100000">
                                          <p:val>
                                            <p:fltVal val="0"/>
                                          </p:val>
                                        </p:tav>
                                      </p:tavLst>
                                    </p:anim>
                                    <p:animEffect transition="out" filter="fade">
                                      <p:cBhvr>
                                        <p:cTn id="50" dur="250"/>
                                        <p:tgtEl>
                                          <p:spTgt spid="35"/>
                                        </p:tgtEl>
                                      </p:cBhvr>
                                    </p:animEffect>
                                    <p:set>
                                      <p:cBhvr>
                                        <p:cTn id="51" dur="1" fill="hold">
                                          <p:stCondLst>
                                            <p:cond delay="249"/>
                                          </p:stCondLst>
                                        </p:cTn>
                                        <p:tgtEl>
                                          <p:spTgt spid="35"/>
                                        </p:tgtEl>
                                        <p:attrNameLst>
                                          <p:attrName>style.visibility</p:attrName>
                                        </p:attrNameLst>
                                      </p:cBhvr>
                                      <p:to>
                                        <p:strVal val="hidden"/>
                                      </p:to>
                                    </p:set>
                                  </p:childTnLst>
                                </p:cTn>
                              </p:par>
                            </p:childTnLst>
                          </p:cTn>
                        </p:par>
                        <p:par>
                          <p:cTn id="52" fill="hold">
                            <p:stCondLst>
                              <p:cond delay="650"/>
                            </p:stCondLst>
                            <p:childTnLst>
                              <p:par>
                                <p:cTn id="53" presetID="53" presetClass="exit" presetSubtype="32" fill="hold" grpId="0" nodeType="afterEffect">
                                  <p:stCondLst>
                                    <p:cond delay="0"/>
                                  </p:stCondLst>
                                  <p:childTnLst>
                                    <p:anim calcmode="lin" valueType="num">
                                      <p:cBhvr>
                                        <p:cTn id="54" dur="500"/>
                                        <p:tgtEl>
                                          <p:spTgt spid="2"/>
                                        </p:tgtEl>
                                        <p:attrNameLst>
                                          <p:attrName>ppt_w</p:attrName>
                                        </p:attrNameLst>
                                      </p:cBhvr>
                                      <p:tavLst>
                                        <p:tav tm="0">
                                          <p:val>
                                            <p:strVal val="ppt_w"/>
                                          </p:val>
                                        </p:tav>
                                        <p:tav tm="100000">
                                          <p:val>
                                            <p:fltVal val="0"/>
                                          </p:val>
                                        </p:tav>
                                      </p:tavLst>
                                    </p:anim>
                                    <p:anim calcmode="lin" valueType="num">
                                      <p:cBhvr>
                                        <p:cTn id="55" dur="500"/>
                                        <p:tgtEl>
                                          <p:spTgt spid="2"/>
                                        </p:tgtEl>
                                        <p:attrNameLst>
                                          <p:attrName>ppt_h</p:attrName>
                                        </p:attrNameLst>
                                      </p:cBhvr>
                                      <p:tavLst>
                                        <p:tav tm="0">
                                          <p:val>
                                            <p:strVal val="ppt_h"/>
                                          </p:val>
                                        </p:tav>
                                        <p:tav tm="100000">
                                          <p:val>
                                            <p:fltVal val="0"/>
                                          </p:val>
                                        </p:tav>
                                      </p:tavLst>
                                    </p:anim>
                                    <p:animEffect transition="out" filter="fade">
                                      <p:cBhvr>
                                        <p:cTn id="56" dur="500"/>
                                        <p:tgtEl>
                                          <p:spTgt spid="2"/>
                                        </p:tgtEl>
                                      </p:cBhvr>
                                    </p:animEffect>
                                    <p:set>
                                      <p:cBhvr>
                                        <p:cTn id="57" dur="1" fill="hold">
                                          <p:stCondLst>
                                            <p:cond delay="499"/>
                                          </p:stCondLst>
                                        </p:cTn>
                                        <p:tgtEl>
                                          <p:spTgt spid="2"/>
                                        </p:tgtEl>
                                        <p:attrNameLst>
                                          <p:attrName>style.visibility</p:attrName>
                                        </p:attrNameLst>
                                      </p:cBhvr>
                                      <p:to>
                                        <p:strVal val="hidden"/>
                                      </p:to>
                                    </p:set>
                                  </p:childTnLst>
                                </p:cTn>
                              </p:par>
                            </p:childTnLst>
                          </p:cTn>
                        </p:par>
                        <p:par>
                          <p:cTn id="58" fill="hold">
                            <p:stCondLst>
                              <p:cond delay="1150"/>
                            </p:stCondLst>
                            <p:childTnLst>
                              <p:par>
                                <p:cTn id="59" presetID="1" presetClass="entr" presetSubtype="0" fill="hold" nodeType="afterEffect">
                                  <p:stCondLst>
                                    <p:cond delay="0"/>
                                  </p:stCondLst>
                                  <p:childTnLst>
                                    <p:set>
                                      <p:cBhvr>
                                        <p:cTn id="60" dur="1" fill="hold">
                                          <p:stCondLst>
                                            <p:cond delay="0"/>
                                          </p:stCondLst>
                                        </p:cTn>
                                        <p:tgtEl>
                                          <p:spTgt spid="19"/>
                                        </p:tgtEl>
                                        <p:attrNameLst>
                                          <p:attrName>style.visibility</p:attrName>
                                        </p:attrNameLst>
                                      </p:cBhvr>
                                      <p:to>
                                        <p:strVal val="visible"/>
                                      </p:to>
                                    </p:set>
                                  </p:childTnLst>
                                </p:cTn>
                              </p:par>
                            </p:childTnLst>
                          </p:cTn>
                        </p:par>
                      </p:childTnLst>
                    </p:cTn>
                  </p:par>
                </p:childTnLst>
              </p:cTn>
              <p:nextCondLst>
                <p:cond evt="onClick" delay="0">
                  <p:tgtEl>
                    <p:spTgt spid="21"/>
                  </p:tgtEl>
                </p:cond>
              </p:nextCondLst>
            </p:seq>
          </p:childTnLst>
        </p:cTn>
      </p:par>
    </p:tnLst>
    <p:bldLst>
      <p:bldP spid="2"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tx1">
            <a:lumMod val="85000"/>
            <a:lumOff val="15000"/>
          </a:schemeClr>
        </a:solidFill>
        <a:effectLst/>
      </p:bgPr>
    </p:bg>
    <p:spTree>
      <p:nvGrpSpPr>
        <p:cNvPr id="1" name=""/>
        <p:cNvGrpSpPr/>
        <p:nvPr/>
      </p:nvGrpSpPr>
      <p:grpSpPr>
        <a:xfrm>
          <a:off x="0" y="0"/>
          <a:ext cx="0" cy="0"/>
          <a:chOff x="0" y="0"/>
          <a:chExt cx="0" cy="0"/>
        </a:xfrm>
      </p:grpSpPr>
      <p:sp>
        <p:nvSpPr>
          <p:cNvPr id="2" name="back end circle">
            <a:extLst>
              <a:ext uri="{FF2B5EF4-FFF2-40B4-BE49-F238E27FC236}">
                <a16:creationId xmlns:a16="http://schemas.microsoft.com/office/drawing/2014/main" id="{C12CDA84-05C2-BBB6-5636-E5D7EE03DFFE}"/>
              </a:ext>
            </a:extLst>
          </p:cNvPr>
          <p:cNvSpPr/>
          <p:nvPr/>
        </p:nvSpPr>
        <p:spPr>
          <a:xfrm>
            <a:off x="932086" y="2044923"/>
            <a:ext cx="2768154" cy="2768154"/>
          </a:xfrm>
          <a:custGeom>
            <a:avLst/>
            <a:gdLst>
              <a:gd name="connsiteX0" fmla="*/ 1384077 w 2768154"/>
              <a:gd name="connsiteY0" fmla="*/ 727511 h 2768154"/>
              <a:gd name="connsiteX1" fmla="*/ 727511 w 2768154"/>
              <a:gd name="connsiteY1" fmla="*/ 1384077 h 2768154"/>
              <a:gd name="connsiteX2" fmla="*/ 1384077 w 2768154"/>
              <a:gd name="connsiteY2" fmla="*/ 2040643 h 2768154"/>
              <a:gd name="connsiteX3" fmla="*/ 2040643 w 2768154"/>
              <a:gd name="connsiteY3" fmla="*/ 1384077 h 2768154"/>
              <a:gd name="connsiteX4" fmla="*/ 1384077 w 2768154"/>
              <a:gd name="connsiteY4" fmla="*/ 727511 h 2768154"/>
              <a:gd name="connsiteX5" fmla="*/ 1384077 w 2768154"/>
              <a:gd name="connsiteY5" fmla="*/ 0 h 2768154"/>
              <a:gd name="connsiteX6" fmla="*/ 2768154 w 2768154"/>
              <a:gd name="connsiteY6" fmla="*/ 1384077 h 2768154"/>
              <a:gd name="connsiteX7" fmla="*/ 1384077 w 2768154"/>
              <a:gd name="connsiteY7" fmla="*/ 2768154 h 2768154"/>
              <a:gd name="connsiteX8" fmla="*/ 0 w 2768154"/>
              <a:gd name="connsiteY8" fmla="*/ 1384077 h 2768154"/>
              <a:gd name="connsiteX9" fmla="*/ 1384077 w 2768154"/>
              <a:gd name="connsiteY9" fmla="*/ 0 h 27681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768154" h="2768154">
                <a:moveTo>
                  <a:pt x="1384077" y="727511"/>
                </a:moveTo>
                <a:cubicBezTo>
                  <a:pt x="1021466" y="727511"/>
                  <a:pt x="727511" y="1021466"/>
                  <a:pt x="727511" y="1384077"/>
                </a:cubicBezTo>
                <a:cubicBezTo>
                  <a:pt x="727511" y="1746688"/>
                  <a:pt x="1021466" y="2040643"/>
                  <a:pt x="1384077" y="2040643"/>
                </a:cubicBezTo>
                <a:cubicBezTo>
                  <a:pt x="1746688" y="2040643"/>
                  <a:pt x="2040643" y="1746688"/>
                  <a:pt x="2040643" y="1384077"/>
                </a:cubicBezTo>
                <a:cubicBezTo>
                  <a:pt x="2040643" y="1021466"/>
                  <a:pt x="1746688" y="727511"/>
                  <a:pt x="1384077" y="727511"/>
                </a:cubicBezTo>
                <a:close/>
                <a:moveTo>
                  <a:pt x="1384077" y="0"/>
                </a:moveTo>
                <a:cubicBezTo>
                  <a:pt x="2148482" y="0"/>
                  <a:pt x="2768154" y="619672"/>
                  <a:pt x="2768154" y="1384077"/>
                </a:cubicBezTo>
                <a:cubicBezTo>
                  <a:pt x="2768154" y="2148482"/>
                  <a:pt x="2148482" y="2768154"/>
                  <a:pt x="1384077" y="2768154"/>
                </a:cubicBezTo>
                <a:cubicBezTo>
                  <a:pt x="619672" y="2768154"/>
                  <a:pt x="0" y="2148482"/>
                  <a:pt x="0" y="1384077"/>
                </a:cubicBezTo>
                <a:cubicBezTo>
                  <a:pt x="0" y="619672"/>
                  <a:pt x="619672" y="0"/>
                  <a:pt x="1384077" y="0"/>
                </a:cubicBezTo>
                <a:close/>
              </a:path>
            </a:pathLst>
          </a:custGeom>
          <a:solidFill>
            <a:schemeClr val="bg1"/>
          </a:solidFill>
          <a:ln w="28575">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8" name="rotating shape">
            <a:extLst>
              <a:ext uri="{FF2B5EF4-FFF2-40B4-BE49-F238E27FC236}">
                <a16:creationId xmlns:a16="http://schemas.microsoft.com/office/drawing/2014/main" id="{A133FB1E-8985-F484-B129-7ACB93ACA0BC}"/>
              </a:ext>
            </a:extLst>
          </p:cNvPr>
          <p:cNvGrpSpPr/>
          <p:nvPr/>
        </p:nvGrpSpPr>
        <p:grpSpPr>
          <a:xfrm rot="5400000">
            <a:off x="541358" y="3057199"/>
            <a:ext cx="3549610" cy="747059"/>
            <a:chOff x="541358" y="3057199"/>
            <a:chExt cx="3549610" cy="747059"/>
          </a:xfrm>
        </p:grpSpPr>
        <p:sp>
          <p:nvSpPr>
            <p:cNvPr id="9" name="Rectangle 8">
              <a:extLst>
                <a:ext uri="{FF2B5EF4-FFF2-40B4-BE49-F238E27FC236}">
                  <a16:creationId xmlns:a16="http://schemas.microsoft.com/office/drawing/2014/main" id="{100A01E8-F2EC-DA35-20F9-6C40FB66DABF}"/>
                </a:ext>
              </a:extLst>
            </p:cNvPr>
            <p:cNvSpPr/>
            <p:nvPr/>
          </p:nvSpPr>
          <p:spPr>
            <a:xfrm>
              <a:off x="805238" y="3057199"/>
              <a:ext cx="3285730" cy="74359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0" name="Oval 9">
              <a:extLst>
                <a:ext uri="{FF2B5EF4-FFF2-40B4-BE49-F238E27FC236}">
                  <a16:creationId xmlns:a16="http://schemas.microsoft.com/office/drawing/2014/main" id="{F0E53CB5-04DD-F989-6881-2F74665C1E75}"/>
                </a:ext>
              </a:extLst>
            </p:cNvPr>
            <p:cNvSpPr/>
            <p:nvPr/>
          </p:nvSpPr>
          <p:spPr>
            <a:xfrm>
              <a:off x="541358" y="3067579"/>
              <a:ext cx="736679" cy="736679"/>
            </a:xfrm>
            <a:prstGeom prst="ellipse">
              <a:avLst/>
            </a:prstGeom>
            <a:solidFill>
              <a:srgbClr val="EA8F44"/>
            </a:solidFill>
            <a:ln w="57150">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dirty="0">
                <a:ln>
                  <a:noFill/>
                </a:ln>
                <a:solidFill>
                  <a:srgbClr val="06C0FA"/>
                </a:solidFill>
                <a:effectLst/>
                <a:uLnTx/>
                <a:uFillTx/>
                <a:latin typeface="Calibri" panose="020F0502020204030204"/>
                <a:ea typeface="+mn-ea"/>
                <a:cs typeface="+mn-cs"/>
              </a:endParaRPr>
            </a:p>
          </p:txBody>
        </p:sp>
      </p:grpSp>
      <p:pic>
        <p:nvPicPr>
          <p:cNvPr id="11" name="open button" descr="Badge Follow with solid fill">
            <a:extLst>
              <a:ext uri="{FF2B5EF4-FFF2-40B4-BE49-F238E27FC236}">
                <a16:creationId xmlns:a16="http://schemas.microsoft.com/office/drawing/2014/main" id="{34869A6F-8532-67AD-8F1A-25B2C8B5696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081951" y="3190457"/>
            <a:ext cx="477082" cy="477082"/>
          </a:xfrm>
          <a:prstGeom prst="rect">
            <a:avLst/>
          </a:prstGeom>
        </p:spPr>
      </p:pic>
      <p:pic>
        <p:nvPicPr>
          <p:cNvPr id="12" name="close button" descr="Badge Cross with solid fill">
            <a:extLst>
              <a:ext uri="{FF2B5EF4-FFF2-40B4-BE49-F238E27FC236}">
                <a16:creationId xmlns:a16="http://schemas.microsoft.com/office/drawing/2014/main" id="{FD99448F-4CBD-053B-BC4F-E1E6A7B82BA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081951" y="3190457"/>
            <a:ext cx="477082" cy="477082"/>
          </a:xfrm>
          <a:prstGeom prst="rect">
            <a:avLst/>
          </a:prstGeom>
        </p:spPr>
      </p:pic>
      <p:pic>
        <p:nvPicPr>
          <p:cNvPr id="13" name="Graphic 12" descr="Home outline">
            <a:hlinkClick r:id="rId6" action="ppaction://hlinksldjump"/>
            <a:extLst>
              <a:ext uri="{FF2B5EF4-FFF2-40B4-BE49-F238E27FC236}">
                <a16:creationId xmlns:a16="http://schemas.microsoft.com/office/drawing/2014/main" id="{A89D6A2C-B5FD-8E62-3DE0-1022F3788501}"/>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58828" y="3169218"/>
            <a:ext cx="474378" cy="474378"/>
          </a:xfrm>
          <a:prstGeom prst="rect">
            <a:avLst/>
          </a:prstGeom>
        </p:spPr>
      </p:pic>
      <p:pic>
        <p:nvPicPr>
          <p:cNvPr id="14" name="Graphic 13" descr="Cycle with people outline">
            <a:hlinkClick r:id="rId9" action="ppaction://hlinksldjump"/>
            <a:extLst>
              <a:ext uri="{FF2B5EF4-FFF2-40B4-BE49-F238E27FC236}">
                <a16:creationId xmlns:a16="http://schemas.microsoft.com/office/drawing/2014/main" id="{5CE6CBD2-6F44-B138-B469-6E2CFC203903}"/>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3120078" y="3169218"/>
            <a:ext cx="453419" cy="479900"/>
          </a:xfrm>
          <a:prstGeom prst="rect">
            <a:avLst/>
          </a:prstGeom>
        </p:spPr>
      </p:pic>
      <p:pic>
        <p:nvPicPr>
          <p:cNvPr id="15" name="Graphic 14" descr="Work from home desk outline">
            <a:hlinkClick r:id="rId12" action="ppaction://hlinksldjump"/>
            <a:extLst>
              <a:ext uri="{FF2B5EF4-FFF2-40B4-BE49-F238E27FC236}">
                <a16:creationId xmlns:a16="http://schemas.microsoft.com/office/drawing/2014/main" id="{5DDA5366-DF3C-CA1A-E44A-2D250D655C62}"/>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2861332" y="3914169"/>
            <a:ext cx="382789" cy="459722"/>
          </a:xfrm>
          <a:prstGeom prst="rect">
            <a:avLst/>
          </a:prstGeom>
        </p:spPr>
      </p:pic>
      <p:pic>
        <p:nvPicPr>
          <p:cNvPr id="16" name="Graphic 15" descr="Questions outline">
            <a:hlinkClick r:id="rId15" action="ppaction://hlinksldjump"/>
            <a:extLst>
              <a:ext uri="{FF2B5EF4-FFF2-40B4-BE49-F238E27FC236}">
                <a16:creationId xmlns:a16="http://schemas.microsoft.com/office/drawing/2014/main" id="{A5CB559B-158F-2FE7-3D5E-FEC05BB10615}"/>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2841102" y="2466100"/>
            <a:ext cx="415392" cy="416600"/>
          </a:xfrm>
          <a:prstGeom prst="rect">
            <a:avLst/>
          </a:prstGeom>
        </p:spPr>
      </p:pic>
      <p:pic>
        <p:nvPicPr>
          <p:cNvPr id="17" name="Graphic 16" descr="Gauge outline">
            <a:hlinkClick r:id="rId18" action="ppaction://hlinksldjump"/>
            <a:extLst>
              <a:ext uri="{FF2B5EF4-FFF2-40B4-BE49-F238E27FC236}">
                <a16:creationId xmlns:a16="http://schemas.microsoft.com/office/drawing/2014/main" id="{0B6C6ADD-91E3-A291-02C9-4C1791B74BBD}"/>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2102249" y="1786476"/>
            <a:ext cx="435179" cy="474629"/>
          </a:xfrm>
          <a:prstGeom prst="rect">
            <a:avLst/>
          </a:prstGeom>
        </p:spPr>
      </p:pic>
      <p:pic>
        <p:nvPicPr>
          <p:cNvPr id="18" name="Graphic 17" descr="Building Brick Wall outline">
            <a:hlinkClick r:id="rId21" action="ppaction://hlinksldjump"/>
            <a:extLst>
              <a:ext uri="{FF2B5EF4-FFF2-40B4-BE49-F238E27FC236}">
                <a16:creationId xmlns:a16="http://schemas.microsoft.com/office/drawing/2014/main" id="{B5ED5827-6E41-2507-EAF8-C591447A368A}"/>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2091320" y="4192912"/>
            <a:ext cx="435179" cy="459722"/>
          </a:xfrm>
          <a:prstGeom prst="rect">
            <a:avLst/>
          </a:prstGeom>
        </p:spPr>
      </p:pic>
      <p:pic>
        <p:nvPicPr>
          <p:cNvPr id="19" name="Graphic 18" descr="Clipboard outline">
            <a:hlinkClick r:id="rId24" action="ppaction://hlinksldjump"/>
            <a:extLst>
              <a:ext uri="{FF2B5EF4-FFF2-40B4-BE49-F238E27FC236}">
                <a16:creationId xmlns:a16="http://schemas.microsoft.com/office/drawing/2014/main" id="{1745BC8C-B1BD-B1C8-7532-EE61C90170B4}"/>
              </a:ext>
            </a:extLst>
          </p:cNvPr>
          <p:cNvPicPr>
            <a:picLocks noChangeAspect="1"/>
          </p:cNvPicPr>
          <p:nvPr/>
        </p:nvPicPr>
        <p:blipFill>
          <a:blip r:embed="rId25">
            <a:extLst>
              <a:ext uri="{28A0092B-C50C-407E-A947-70E740481C1C}">
                <a14:useLocalDpi xmlns:a14="http://schemas.microsoft.com/office/drawing/2010/main" val="0"/>
              </a:ext>
              <a:ext uri="{96DAC541-7B7A-43D3-8B79-37D633B846F1}">
                <asvg:svgBlip xmlns:asvg="http://schemas.microsoft.com/office/drawing/2016/SVG/main" r:embed="rId26"/>
              </a:ext>
            </a:extLst>
          </a:blip>
          <a:stretch>
            <a:fillRect/>
          </a:stretch>
        </p:blipFill>
        <p:spPr>
          <a:xfrm>
            <a:off x="1358475" y="2501189"/>
            <a:ext cx="452264" cy="452264"/>
          </a:xfrm>
          <a:prstGeom prst="rect">
            <a:avLst/>
          </a:prstGeom>
        </p:spPr>
      </p:pic>
      <p:pic>
        <p:nvPicPr>
          <p:cNvPr id="20" name="Graphic 19" descr="Rollercoaster Down outline">
            <a:hlinkClick r:id="rId27" action="ppaction://hlinksldjump"/>
            <a:extLst>
              <a:ext uri="{FF2B5EF4-FFF2-40B4-BE49-F238E27FC236}">
                <a16:creationId xmlns:a16="http://schemas.microsoft.com/office/drawing/2014/main" id="{A5CE476A-A966-B5EA-905E-FAB0E0E5B995}"/>
              </a:ext>
            </a:extLst>
          </p:cNvPr>
          <p:cNvPicPr>
            <a:picLocks noChangeAspect="1"/>
          </p:cNvPicPr>
          <p:nvPr/>
        </p:nvPicPr>
        <p:blipFill>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tretch>
            <a:fillRect/>
          </a:stretch>
        </p:blipFill>
        <p:spPr>
          <a:xfrm>
            <a:off x="1360369" y="3939632"/>
            <a:ext cx="439194" cy="445170"/>
          </a:xfrm>
          <a:prstGeom prst="rect">
            <a:avLst/>
          </a:prstGeom>
        </p:spPr>
      </p:pic>
      <p:sp>
        <p:nvSpPr>
          <p:cNvPr id="21" name="TextBox 20">
            <a:extLst>
              <a:ext uri="{FF2B5EF4-FFF2-40B4-BE49-F238E27FC236}">
                <a16:creationId xmlns:a16="http://schemas.microsoft.com/office/drawing/2014/main" id="{1BDE5EBD-9CDB-FA04-C604-6F0B959D6A7D}"/>
              </a:ext>
            </a:extLst>
          </p:cNvPr>
          <p:cNvSpPr txBox="1"/>
          <p:nvPr/>
        </p:nvSpPr>
        <p:spPr>
          <a:xfrm>
            <a:off x="5085234" y="844594"/>
            <a:ext cx="5865583" cy="120032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200" b="0" i="0" u="none" strike="noStrike" kern="1200" cap="none" spc="0" normalizeH="0" baseline="0" noProof="0" dirty="0">
                <a:ln>
                  <a:noFill/>
                </a:ln>
                <a:solidFill>
                  <a:srgbClr val="EA8F44"/>
                </a:solidFill>
                <a:effectLst/>
                <a:uLnTx/>
                <a:uFillTx/>
                <a:latin typeface="Berlin Sans FB Demi" panose="020E0802020502020306" pitchFamily="34" charset="0"/>
                <a:ea typeface="ADLaM Display" panose="02010000000000000000" pitchFamily="2" charset="0"/>
                <a:cs typeface="ADLaM Display" panose="02010000000000000000" pitchFamily="2" charset="0"/>
              </a:rPr>
              <a:t>Heading Nr 2</a:t>
            </a:r>
            <a:endParaRPr kumimoji="0" lang="ru-RU" sz="7200" b="0" i="0" u="none" strike="noStrike" kern="1200" cap="none" spc="0" normalizeH="0" baseline="0" noProof="0" dirty="0">
              <a:ln>
                <a:noFill/>
              </a:ln>
              <a:solidFill>
                <a:srgbClr val="EA8F44"/>
              </a:solidFill>
              <a:effectLst/>
              <a:uLnTx/>
              <a:uFillTx/>
              <a:latin typeface="Calibri" panose="020F0502020204030204"/>
              <a:ea typeface="ADLaM Display" panose="02010000000000000000" pitchFamily="2" charset="0"/>
              <a:cs typeface="ADLaM Display" panose="02010000000000000000" pitchFamily="2" charset="0"/>
            </a:endParaRPr>
          </a:p>
        </p:txBody>
      </p:sp>
      <p:sp>
        <p:nvSpPr>
          <p:cNvPr id="23" name="Rectangle 22">
            <a:extLst>
              <a:ext uri="{FF2B5EF4-FFF2-40B4-BE49-F238E27FC236}">
                <a16:creationId xmlns:a16="http://schemas.microsoft.com/office/drawing/2014/main" id="{7054280D-D5B6-3589-4C61-6CB755718D00}"/>
              </a:ext>
            </a:extLst>
          </p:cNvPr>
          <p:cNvSpPr/>
          <p:nvPr/>
        </p:nvSpPr>
        <p:spPr>
          <a:xfrm>
            <a:off x="4895850" y="1980450"/>
            <a:ext cx="6003088" cy="64472"/>
          </a:xfrm>
          <a:prstGeom prst="rect">
            <a:avLst/>
          </a:prstGeom>
          <a:solidFill>
            <a:srgbClr val="EA8F4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FD319C"/>
              </a:solidFill>
              <a:effectLst/>
              <a:uLnTx/>
              <a:uFillTx/>
              <a:latin typeface="Calibri" panose="020F0502020204030204"/>
              <a:ea typeface="+mn-ea"/>
              <a:cs typeface="+mn-cs"/>
            </a:endParaRPr>
          </a:p>
        </p:txBody>
      </p:sp>
      <p:sp>
        <p:nvSpPr>
          <p:cNvPr id="39" name="Rectangle: Rounded Corners 38">
            <a:extLst>
              <a:ext uri="{FF2B5EF4-FFF2-40B4-BE49-F238E27FC236}">
                <a16:creationId xmlns:a16="http://schemas.microsoft.com/office/drawing/2014/main" id="{A4F2E86B-0DDB-14C5-4372-33054EFD599C}"/>
              </a:ext>
            </a:extLst>
          </p:cNvPr>
          <p:cNvSpPr/>
          <p:nvPr/>
        </p:nvSpPr>
        <p:spPr>
          <a:xfrm>
            <a:off x="1984682" y="5196965"/>
            <a:ext cx="6967689" cy="286697"/>
          </a:xfrm>
          <a:prstGeom prst="roundRect">
            <a:avLst>
              <a:gd name="adj" fmla="val 50000"/>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panose="020F0302020204030204"/>
              <a:ea typeface="+mn-ea"/>
              <a:cs typeface="+mn-cs"/>
            </a:endParaRPr>
          </a:p>
        </p:txBody>
      </p:sp>
      <p:grpSp>
        <p:nvGrpSpPr>
          <p:cNvPr id="40" name="Group 39">
            <a:extLst>
              <a:ext uri="{FF2B5EF4-FFF2-40B4-BE49-F238E27FC236}">
                <a16:creationId xmlns:a16="http://schemas.microsoft.com/office/drawing/2014/main" id="{BE2CE15C-DF4D-32EC-8976-24D5D5DA345F}"/>
              </a:ext>
            </a:extLst>
          </p:cNvPr>
          <p:cNvGrpSpPr/>
          <p:nvPr/>
        </p:nvGrpSpPr>
        <p:grpSpPr>
          <a:xfrm>
            <a:off x="4468505" y="4989908"/>
            <a:ext cx="5730808" cy="598812"/>
            <a:chOff x="-218978" y="3896023"/>
            <a:chExt cx="7781829" cy="548398"/>
          </a:xfrm>
          <a:solidFill>
            <a:schemeClr val="bg1">
              <a:lumMod val="95000"/>
            </a:schemeClr>
          </a:solidFill>
        </p:grpSpPr>
        <p:sp>
          <p:nvSpPr>
            <p:cNvPr id="41" name="Rectangle: Rounded Corners 40">
              <a:extLst>
                <a:ext uri="{FF2B5EF4-FFF2-40B4-BE49-F238E27FC236}">
                  <a16:creationId xmlns:a16="http://schemas.microsoft.com/office/drawing/2014/main" id="{53ECA6C9-58B9-94F7-B4BD-87CDAA4140B7}"/>
                </a:ext>
              </a:extLst>
            </p:cNvPr>
            <p:cNvSpPr/>
            <p:nvPr/>
          </p:nvSpPr>
          <p:spPr>
            <a:xfrm>
              <a:off x="-218978" y="4059378"/>
              <a:ext cx="7781829" cy="26256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panose="020F0302020204030204"/>
                <a:ea typeface="+mn-ea"/>
                <a:cs typeface="+mn-cs"/>
              </a:endParaRPr>
            </a:p>
          </p:txBody>
        </p:sp>
        <p:cxnSp>
          <p:nvCxnSpPr>
            <p:cNvPr id="42" name="Straight Connector 41">
              <a:extLst>
                <a:ext uri="{FF2B5EF4-FFF2-40B4-BE49-F238E27FC236}">
                  <a16:creationId xmlns:a16="http://schemas.microsoft.com/office/drawing/2014/main" id="{F151A0F3-D2E9-5C65-BEDD-7A0F4C6ECF67}"/>
                </a:ext>
              </a:extLst>
            </p:cNvPr>
            <p:cNvCxnSpPr>
              <a:cxnSpLocks/>
            </p:cNvCxnSpPr>
            <p:nvPr/>
          </p:nvCxnSpPr>
          <p:spPr>
            <a:xfrm>
              <a:off x="7268304" y="3896023"/>
              <a:ext cx="0" cy="548398"/>
            </a:xfrm>
            <a:prstGeom prst="line">
              <a:avLst/>
            </a:prstGeom>
            <a:grpFill/>
            <a:ln w="38100">
              <a:solidFill>
                <a:schemeClr val="bg1">
                  <a:lumMod val="95000"/>
                </a:schemeClr>
              </a:solidFill>
              <a:headEnd type="oval"/>
              <a:tailEnd type="oval"/>
            </a:ln>
          </p:spPr>
          <p:style>
            <a:lnRef idx="1">
              <a:schemeClr val="accent1"/>
            </a:lnRef>
            <a:fillRef idx="0">
              <a:schemeClr val="accent1"/>
            </a:fillRef>
            <a:effectRef idx="0">
              <a:schemeClr val="accent1"/>
            </a:effectRef>
            <a:fontRef idx="minor">
              <a:schemeClr val="tx1"/>
            </a:fontRef>
          </p:style>
        </p:cxnSp>
      </p:grpSp>
      <p:grpSp>
        <p:nvGrpSpPr>
          <p:cNvPr id="43" name="Group 42">
            <a:extLst>
              <a:ext uri="{FF2B5EF4-FFF2-40B4-BE49-F238E27FC236}">
                <a16:creationId xmlns:a16="http://schemas.microsoft.com/office/drawing/2014/main" id="{8EA7EB9F-63A5-ED73-5D15-7CD79DF2E94D}"/>
              </a:ext>
            </a:extLst>
          </p:cNvPr>
          <p:cNvGrpSpPr/>
          <p:nvPr/>
        </p:nvGrpSpPr>
        <p:grpSpPr>
          <a:xfrm>
            <a:off x="3700240" y="4989908"/>
            <a:ext cx="4483940" cy="598812"/>
            <a:chOff x="1753879" y="3896023"/>
            <a:chExt cx="5808972" cy="548398"/>
          </a:xfrm>
          <a:solidFill>
            <a:schemeClr val="accent2"/>
          </a:solidFill>
        </p:grpSpPr>
        <p:sp>
          <p:nvSpPr>
            <p:cNvPr id="44" name="Rectangle: Rounded Corners 43">
              <a:extLst>
                <a:ext uri="{FF2B5EF4-FFF2-40B4-BE49-F238E27FC236}">
                  <a16:creationId xmlns:a16="http://schemas.microsoft.com/office/drawing/2014/main" id="{2FA36A69-371C-D5DA-DA6A-EF599C41F369}"/>
                </a:ext>
              </a:extLst>
            </p:cNvPr>
            <p:cNvSpPr/>
            <p:nvPr/>
          </p:nvSpPr>
          <p:spPr>
            <a:xfrm>
              <a:off x="1753879" y="4059378"/>
              <a:ext cx="5808972" cy="262560"/>
            </a:xfrm>
            <a:prstGeom prst="roundRect">
              <a:avLst>
                <a:gd name="adj" fmla="val 50000"/>
              </a:avLst>
            </a:prstGeom>
            <a:solidFill>
              <a:srgbClr val="EA8F4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Light" panose="020F0302020204030204"/>
                <a:ea typeface="+mn-ea"/>
                <a:cs typeface="+mn-cs"/>
              </a:endParaRPr>
            </a:p>
          </p:txBody>
        </p:sp>
        <p:cxnSp>
          <p:nvCxnSpPr>
            <p:cNvPr id="45" name="Straight Connector 44">
              <a:extLst>
                <a:ext uri="{FF2B5EF4-FFF2-40B4-BE49-F238E27FC236}">
                  <a16:creationId xmlns:a16="http://schemas.microsoft.com/office/drawing/2014/main" id="{D429507E-848E-A8D2-3EED-6DCF97669000}"/>
                </a:ext>
              </a:extLst>
            </p:cNvPr>
            <p:cNvCxnSpPr>
              <a:cxnSpLocks/>
            </p:cNvCxnSpPr>
            <p:nvPr/>
          </p:nvCxnSpPr>
          <p:spPr>
            <a:xfrm>
              <a:off x="7268304" y="3896023"/>
              <a:ext cx="0" cy="548398"/>
            </a:xfrm>
            <a:prstGeom prst="line">
              <a:avLst/>
            </a:prstGeom>
            <a:grpFill/>
            <a:ln w="38100">
              <a:solidFill>
                <a:srgbClr val="EA8F44"/>
              </a:solidFill>
              <a:headEnd type="oval"/>
              <a:tailEnd type="oval"/>
            </a:ln>
          </p:spPr>
          <p:style>
            <a:lnRef idx="1">
              <a:schemeClr val="accent1"/>
            </a:lnRef>
            <a:fillRef idx="0">
              <a:schemeClr val="accent1"/>
            </a:fillRef>
            <a:effectRef idx="0">
              <a:schemeClr val="accent1"/>
            </a:effectRef>
            <a:fontRef idx="minor">
              <a:schemeClr val="tx1"/>
            </a:fontRef>
          </p:style>
        </p:cxnSp>
      </p:grpSp>
      <p:sp>
        <p:nvSpPr>
          <p:cNvPr id="53" name="TextBox 52">
            <a:extLst>
              <a:ext uri="{FF2B5EF4-FFF2-40B4-BE49-F238E27FC236}">
                <a16:creationId xmlns:a16="http://schemas.microsoft.com/office/drawing/2014/main" id="{C690C7CE-EAA8-E8DB-C67E-31185E23F864}"/>
              </a:ext>
            </a:extLst>
          </p:cNvPr>
          <p:cNvSpPr txBox="1"/>
          <p:nvPr/>
        </p:nvSpPr>
        <p:spPr>
          <a:xfrm>
            <a:off x="9718163" y="5126962"/>
            <a:ext cx="1105848"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Bahnschrift SemiLight Condensed" panose="020B0502040204020203" pitchFamily="34" charset="0"/>
                <a:ea typeface="+mn-ea"/>
                <a:cs typeface="+mn-cs"/>
              </a:rPr>
              <a:t>90%</a:t>
            </a:r>
            <a:endParaRPr kumimoji="0" lang="ru-RU" sz="1800" b="0" i="0" u="none" strike="noStrike" kern="1200" cap="none" spc="0" normalizeH="0" baseline="0" noProof="0" dirty="0">
              <a:ln>
                <a:noFill/>
              </a:ln>
              <a:solidFill>
                <a:prstClr val="black"/>
              </a:solidFill>
              <a:effectLst/>
              <a:uLnTx/>
              <a:uFillTx/>
              <a:latin typeface="Bahnschrift SemiLight Condensed" panose="020B0502040204020203" pitchFamily="34" charset="0"/>
              <a:ea typeface="+mn-ea"/>
              <a:cs typeface="+mn-cs"/>
            </a:endParaRPr>
          </a:p>
        </p:txBody>
      </p:sp>
      <p:sp>
        <p:nvSpPr>
          <p:cNvPr id="54" name="TextBox 53">
            <a:extLst>
              <a:ext uri="{FF2B5EF4-FFF2-40B4-BE49-F238E27FC236}">
                <a16:creationId xmlns:a16="http://schemas.microsoft.com/office/drawing/2014/main" id="{31F38B61-2BC4-0260-EFA6-CE0DE71063F6}"/>
              </a:ext>
            </a:extLst>
          </p:cNvPr>
          <p:cNvSpPr txBox="1"/>
          <p:nvPr/>
        </p:nvSpPr>
        <p:spPr>
          <a:xfrm>
            <a:off x="7663361" y="5119862"/>
            <a:ext cx="94162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Bahnschrift SemiLight Condensed" panose="020B0502040204020203" pitchFamily="34" charset="0"/>
                <a:ea typeface="+mn-ea"/>
                <a:cs typeface="+mn-cs"/>
              </a:rPr>
              <a:t>60%</a:t>
            </a:r>
            <a:endParaRPr kumimoji="0" lang="ru-RU" sz="1800" b="0" i="0" u="none" strike="noStrike" kern="1200" cap="none" spc="0" normalizeH="0" baseline="0" noProof="0" dirty="0">
              <a:ln>
                <a:noFill/>
              </a:ln>
              <a:solidFill>
                <a:prstClr val="black"/>
              </a:solidFill>
              <a:effectLst/>
              <a:uLnTx/>
              <a:uFillTx/>
              <a:latin typeface="Bahnschrift SemiLight Condensed" panose="020B0502040204020203" pitchFamily="34" charset="0"/>
              <a:ea typeface="+mn-ea"/>
              <a:cs typeface="+mn-cs"/>
            </a:endParaRPr>
          </a:p>
        </p:txBody>
      </p:sp>
      <p:sp>
        <p:nvSpPr>
          <p:cNvPr id="52" name="Rectangle 51">
            <a:extLst>
              <a:ext uri="{FF2B5EF4-FFF2-40B4-BE49-F238E27FC236}">
                <a16:creationId xmlns:a16="http://schemas.microsoft.com/office/drawing/2014/main" id="{7A564843-11A1-74AD-EF3A-A89F2104A63B}"/>
              </a:ext>
            </a:extLst>
          </p:cNvPr>
          <p:cNvSpPr/>
          <p:nvPr/>
        </p:nvSpPr>
        <p:spPr>
          <a:xfrm>
            <a:off x="-1" y="4908482"/>
            <a:ext cx="4648637" cy="776038"/>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TextBox 2">
            <a:extLst>
              <a:ext uri="{FF2B5EF4-FFF2-40B4-BE49-F238E27FC236}">
                <a16:creationId xmlns:a16="http://schemas.microsoft.com/office/drawing/2014/main" id="{F0827BE3-CE09-4697-F598-8433F64B9A04}"/>
              </a:ext>
            </a:extLst>
          </p:cNvPr>
          <p:cNvSpPr txBox="1"/>
          <p:nvPr/>
        </p:nvSpPr>
        <p:spPr>
          <a:xfrm>
            <a:off x="4824679" y="2136336"/>
            <a:ext cx="6435235"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white"/>
                </a:solidFill>
                <a:effectLst/>
                <a:uLnTx/>
                <a:uFillTx/>
                <a:latin typeface="Bahnschrift SemiLight" panose="020B0502040204020203" pitchFamily="34" charset="0"/>
                <a:ea typeface="+mn-ea"/>
                <a:cs typeface="Arial" panose="020B0604020202020204" pitchFamily="34" charset="0"/>
              </a:rPr>
              <a:t>2. Write your text here. Write your text here. Write your text here. Write your text here. </a:t>
            </a:r>
            <a:endParaRPr kumimoji="0" lang="ru-RU"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71960402"/>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nodeType="afterEffect">
                                  <p:stCondLst>
                                    <p:cond delay="0"/>
                                  </p:stCondLst>
                                  <p:childTnLst>
                                    <p:set>
                                      <p:cBhvr>
                                        <p:cTn id="6" dur="1" fill="hold">
                                          <p:stCondLst>
                                            <p:cond delay="0"/>
                                          </p:stCondLst>
                                        </p:cTn>
                                        <p:tgtEl>
                                          <p:spTgt spid="40"/>
                                        </p:tgtEl>
                                        <p:attrNameLst>
                                          <p:attrName>style.visibility</p:attrName>
                                        </p:attrNameLst>
                                      </p:cBhvr>
                                      <p:to>
                                        <p:strVal val="visible"/>
                                      </p:to>
                                    </p:set>
                                    <p:anim calcmode="lin" valueType="num">
                                      <p:cBhvr additive="base">
                                        <p:cTn id="7" dur="250" fill="hold"/>
                                        <p:tgtEl>
                                          <p:spTgt spid="40"/>
                                        </p:tgtEl>
                                        <p:attrNameLst>
                                          <p:attrName>ppt_x</p:attrName>
                                        </p:attrNameLst>
                                      </p:cBhvr>
                                      <p:tavLst>
                                        <p:tav tm="0">
                                          <p:val>
                                            <p:strVal val="0-#ppt_w/2"/>
                                          </p:val>
                                        </p:tav>
                                        <p:tav tm="100000">
                                          <p:val>
                                            <p:strVal val="#ppt_x"/>
                                          </p:val>
                                        </p:tav>
                                      </p:tavLst>
                                    </p:anim>
                                    <p:anim calcmode="lin" valueType="num">
                                      <p:cBhvr additive="base">
                                        <p:cTn id="8" dur="250" fill="hold"/>
                                        <p:tgtEl>
                                          <p:spTgt spid="40"/>
                                        </p:tgtEl>
                                        <p:attrNameLst>
                                          <p:attrName>ppt_y</p:attrName>
                                        </p:attrNameLst>
                                      </p:cBhvr>
                                      <p:tavLst>
                                        <p:tav tm="0">
                                          <p:val>
                                            <p:strVal val="#ppt_y"/>
                                          </p:val>
                                        </p:tav>
                                        <p:tav tm="100000">
                                          <p:val>
                                            <p:strVal val="#ppt_y"/>
                                          </p:val>
                                        </p:tav>
                                      </p:tavLst>
                                    </p:anim>
                                  </p:childTnLst>
                                </p:cTn>
                              </p:par>
                            </p:childTnLst>
                          </p:cTn>
                        </p:par>
                        <p:par>
                          <p:cTn id="9" fill="hold">
                            <p:stCondLst>
                              <p:cond delay="250"/>
                            </p:stCondLst>
                            <p:childTnLst>
                              <p:par>
                                <p:cTn id="10" presetID="1" presetClass="entr" presetSubtype="0" fill="hold" grpId="0" nodeType="afterEffect">
                                  <p:stCondLst>
                                    <p:cond delay="0"/>
                                  </p:stCondLst>
                                  <p:childTnLst>
                                    <p:set>
                                      <p:cBhvr>
                                        <p:cTn id="11" dur="1" fill="hold">
                                          <p:stCondLst>
                                            <p:cond delay="249"/>
                                          </p:stCondLst>
                                        </p:cTn>
                                        <p:tgtEl>
                                          <p:spTgt spid="53"/>
                                        </p:tgtEl>
                                        <p:attrNameLst>
                                          <p:attrName>style.visibility</p:attrName>
                                        </p:attrNameLst>
                                      </p:cBhvr>
                                      <p:to>
                                        <p:strVal val="visible"/>
                                      </p:to>
                                    </p:set>
                                  </p:childTnLst>
                                </p:cTn>
                              </p:par>
                            </p:childTnLst>
                          </p:cTn>
                        </p:par>
                        <p:par>
                          <p:cTn id="12" fill="hold">
                            <p:stCondLst>
                              <p:cond delay="500"/>
                            </p:stCondLst>
                            <p:childTnLst>
                              <p:par>
                                <p:cTn id="13" presetID="2" presetClass="entr" presetSubtype="8" decel="100000" fill="hold" nodeType="afterEffect">
                                  <p:stCondLst>
                                    <p:cond delay="0"/>
                                  </p:stCondLst>
                                  <p:childTnLst>
                                    <p:set>
                                      <p:cBhvr>
                                        <p:cTn id="14" dur="1" fill="hold">
                                          <p:stCondLst>
                                            <p:cond delay="0"/>
                                          </p:stCondLst>
                                        </p:cTn>
                                        <p:tgtEl>
                                          <p:spTgt spid="43"/>
                                        </p:tgtEl>
                                        <p:attrNameLst>
                                          <p:attrName>style.visibility</p:attrName>
                                        </p:attrNameLst>
                                      </p:cBhvr>
                                      <p:to>
                                        <p:strVal val="visible"/>
                                      </p:to>
                                    </p:set>
                                    <p:anim calcmode="lin" valueType="num">
                                      <p:cBhvr additive="base">
                                        <p:cTn id="15" dur="500" fill="hold"/>
                                        <p:tgtEl>
                                          <p:spTgt spid="43"/>
                                        </p:tgtEl>
                                        <p:attrNameLst>
                                          <p:attrName>ppt_x</p:attrName>
                                        </p:attrNameLst>
                                      </p:cBhvr>
                                      <p:tavLst>
                                        <p:tav tm="0">
                                          <p:val>
                                            <p:strVal val="0-#ppt_w/2"/>
                                          </p:val>
                                        </p:tav>
                                        <p:tav tm="100000">
                                          <p:val>
                                            <p:strVal val="#ppt_x"/>
                                          </p:val>
                                        </p:tav>
                                      </p:tavLst>
                                    </p:anim>
                                    <p:anim calcmode="lin" valueType="num">
                                      <p:cBhvr additive="base">
                                        <p:cTn id="16" dur="500" fill="hold"/>
                                        <p:tgtEl>
                                          <p:spTgt spid="43"/>
                                        </p:tgtEl>
                                        <p:attrNameLst>
                                          <p:attrName>ppt_y</p:attrName>
                                        </p:attrNameLst>
                                      </p:cBhvr>
                                      <p:tavLst>
                                        <p:tav tm="0">
                                          <p:val>
                                            <p:strVal val="#ppt_y"/>
                                          </p:val>
                                        </p:tav>
                                        <p:tav tm="100000">
                                          <p:val>
                                            <p:strVal val="#ppt_y"/>
                                          </p:val>
                                        </p:tav>
                                      </p:tavLst>
                                    </p:anim>
                                  </p:childTnLst>
                                </p:cTn>
                              </p:par>
                            </p:childTnLst>
                          </p:cTn>
                        </p:par>
                        <p:par>
                          <p:cTn id="17" fill="hold">
                            <p:stCondLst>
                              <p:cond delay="1000"/>
                            </p:stCondLst>
                            <p:childTnLst>
                              <p:par>
                                <p:cTn id="18" presetID="1" presetClass="entr" presetSubtype="0" fill="hold" grpId="0" nodeType="afterEffect">
                                  <p:stCondLst>
                                    <p:cond delay="0"/>
                                  </p:stCondLst>
                                  <p:childTnLst>
                                    <p:set>
                                      <p:cBhvr>
                                        <p:cTn id="19" dur="1" fill="hold">
                                          <p:stCondLst>
                                            <p:cond delay="249"/>
                                          </p:stCondLst>
                                        </p:cTn>
                                        <p:tgtEl>
                                          <p:spTgt spid="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seq concurrent="1" nextAc="seek">
              <p:cTn id="20" restart="whenNotActive" fill="hold" evtFilter="cancelBubble" nodeType="interactiveSeq">
                <p:stCondLst>
                  <p:cond evt="onClick" delay="0">
                    <p:tgtEl>
                      <p:spTgt spid="12"/>
                    </p:tgtEl>
                  </p:cond>
                </p:stCondLst>
                <p:endSync evt="end" delay="0">
                  <p:rtn val="all"/>
                </p:endSync>
                <p:childTnLst>
                  <p:par>
                    <p:cTn id="21" fill="hold">
                      <p:stCondLst>
                        <p:cond delay="0"/>
                      </p:stCondLst>
                      <p:childTnLst>
                        <p:par>
                          <p:cTn id="22" fill="hold">
                            <p:stCondLst>
                              <p:cond delay="0"/>
                            </p:stCondLst>
                            <p:childTnLst>
                              <p:par>
                                <p:cTn id="23" presetID="10" presetClass="exit" presetSubtype="0" fill="hold" nodeType="clickEffect">
                                  <p:stCondLst>
                                    <p:cond delay="0"/>
                                  </p:stCondLst>
                                  <p:childTnLst>
                                    <p:animEffect transition="out" filter="fade">
                                      <p:cBhvr>
                                        <p:cTn id="24" dur="400"/>
                                        <p:tgtEl>
                                          <p:spTgt spid="8"/>
                                        </p:tgtEl>
                                      </p:cBhvr>
                                    </p:animEffect>
                                    <p:set>
                                      <p:cBhvr>
                                        <p:cTn id="25" dur="1" fill="hold">
                                          <p:stCondLst>
                                            <p:cond delay="399"/>
                                          </p:stCondLst>
                                        </p:cTn>
                                        <p:tgtEl>
                                          <p:spTgt spid="8"/>
                                        </p:tgtEl>
                                        <p:attrNameLst>
                                          <p:attrName>style.visibility</p:attrName>
                                        </p:attrNameLst>
                                      </p:cBhvr>
                                      <p:to>
                                        <p:strVal val="hidden"/>
                                      </p:to>
                                    </p:set>
                                  </p:childTnLst>
                                </p:cTn>
                              </p:par>
                            </p:childTnLst>
                          </p:cTn>
                        </p:par>
                        <p:par>
                          <p:cTn id="26" fill="hold">
                            <p:stCondLst>
                              <p:cond delay="400"/>
                            </p:stCondLst>
                            <p:childTnLst>
                              <p:par>
                                <p:cTn id="27" presetID="1" presetClass="exit" presetSubtype="0" fill="hold" nodeType="afterEffect">
                                  <p:stCondLst>
                                    <p:cond delay="0"/>
                                  </p:stCondLst>
                                  <p:childTnLst>
                                    <p:set>
                                      <p:cBhvr>
                                        <p:cTn id="28" dur="1" fill="hold">
                                          <p:stCondLst>
                                            <p:cond delay="0"/>
                                          </p:stCondLst>
                                        </p:cTn>
                                        <p:tgtEl>
                                          <p:spTgt spid="12"/>
                                        </p:tgtEl>
                                        <p:attrNameLst>
                                          <p:attrName>style.visibility</p:attrName>
                                        </p:attrNameLst>
                                      </p:cBhvr>
                                      <p:to>
                                        <p:strVal val="hidden"/>
                                      </p:to>
                                    </p:set>
                                  </p:childTnLst>
                                </p:cTn>
                              </p:par>
                            </p:childTnLst>
                          </p:cTn>
                        </p:par>
                        <p:par>
                          <p:cTn id="29" fill="hold">
                            <p:stCondLst>
                              <p:cond delay="400"/>
                            </p:stCondLst>
                            <p:childTnLst>
                              <p:par>
                                <p:cTn id="30" presetID="53" presetClass="exit" presetSubtype="32" fill="hold" nodeType="afterEffect">
                                  <p:stCondLst>
                                    <p:cond delay="0"/>
                                  </p:stCondLst>
                                  <p:childTnLst>
                                    <p:anim calcmode="lin" valueType="num">
                                      <p:cBhvr>
                                        <p:cTn id="31" dur="250"/>
                                        <p:tgtEl>
                                          <p:spTgt spid="13"/>
                                        </p:tgtEl>
                                        <p:attrNameLst>
                                          <p:attrName>ppt_w</p:attrName>
                                        </p:attrNameLst>
                                      </p:cBhvr>
                                      <p:tavLst>
                                        <p:tav tm="0">
                                          <p:val>
                                            <p:strVal val="ppt_w"/>
                                          </p:val>
                                        </p:tav>
                                        <p:tav tm="100000">
                                          <p:val>
                                            <p:fltVal val="0"/>
                                          </p:val>
                                        </p:tav>
                                      </p:tavLst>
                                    </p:anim>
                                    <p:anim calcmode="lin" valueType="num">
                                      <p:cBhvr>
                                        <p:cTn id="32" dur="250"/>
                                        <p:tgtEl>
                                          <p:spTgt spid="13"/>
                                        </p:tgtEl>
                                        <p:attrNameLst>
                                          <p:attrName>ppt_h</p:attrName>
                                        </p:attrNameLst>
                                      </p:cBhvr>
                                      <p:tavLst>
                                        <p:tav tm="0">
                                          <p:val>
                                            <p:strVal val="ppt_h"/>
                                          </p:val>
                                        </p:tav>
                                        <p:tav tm="100000">
                                          <p:val>
                                            <p:fltVal val="0"/>
                                          </p:val>
                                        </p:tav>
                                      </p:tavLst>
                                    </p:anim>
                                    <p:animEffect transition="out" filter="fade">
                                      <p:cBhvr>
                                        <p:cTn id="33" dur="250"/>
                                        <p:tgtEl>
                                          <p:spTgt spid="13"/>
                                        </p:tgtEl>
                                      </p:cBhvr>
                                    </p:animEffect>
                                    <p:set>
                                      <p:cBhvr>
                                        <p:cTn id="34" dur="1" fill="hold">
                                          <p:stCondLst>
                                            <p:cond delay="249"/>
                                          </p:stCondLst>
                                        </p:cTn>
                                        <p:tgtEl>
                                          <p:spTgt spid="13"/>
                                        </p:tgtEl>
                                        <p:attrNameLst>
                                          <p:attrName>style.visibility</p:attrName>
                                        </p:attrNameLst>
                                      </p:cBhvr>
                                      <p:to>
                                        <p:strVal val="hidden"/>
                                      </p:to>
                                    </p:set>
                                  </p:childTnLst>
                                </p:cTn>
                              </p:par>
                              <p:par>
                                <p:cTn id="35" presetID="53" presetClass="exit" presetSubtype="32" fill="hold" nodeType="withEffect">
                                  <p:stCondLst>
                                    <p:cond delay="0"/>
                                  </p:stCondLst>
                                  <p:childTnLst>
                                    <p:anim calcmode="lin" valueType="num">
                                      <p:cBhvr>
                                        <p:cTn id="36" dur="250"/>
                                        <p:tgtEl>
                                          <p:spTgt spid="19"/>
                                        </p:tgtEl>
                                        <p:attrNameLst>
                                          <p:attrName>ppt_w</p:attrName>
                                        </p:attrNameLst>
                                      </p:cBhvr>
                                      <p:tavLst>
                                        <p:tav tm="0">
                                          <p:val>
                                            <p:strVal val="ppt_w"/>
                                          </p:val>
                                        </p:tav>
                                        <p:tav tm="100000">
                                          <p:val>
                                            <p:fltVal val="0"/>
                                          </p:val>
                                        </p:tav>
                                      </p:tavLst>
                                    </p:anim>
                                    <p:anim calcmode="lin" valueType="num">
                                      <p:cBhvr>
                                        <p:cTn id="37" dur="250"/>
                                        <p:tgtEl>
                                          <p:spTgt spid="19"/>
                                        </p:tgtEl>
                                        <p:attrNameLst>
                                          <p:attrName>ppt_h</p:attrName>
                                        </p:attrNameLst>
                                      </p:cBhvr>
                                      <p:tavLst>
                                        <p:tav tm="0">
                                          <p:val>
                                            <p:strVal val="ppt_h"/>
                                          </p:val>
                                        </p:tav>
                                        <p:tav tm="100000">
                                          <p:val>
                                            <p:fltVal val="0"/>
                                          </p:val>
                                        </p:tav>
                                      </p:tavLst>
                                    </p:anim>
                                    <p:animEffect transition="out" filter="fade">
                                      <p:cBhvr>
                                        <p:cTn id="38" dur="250"/>
                                        <p:tgtEl>
                                          <p:spTgt spid="19"/>
                                        </p:tgtEl>
                                      </p:cBhvr>
                                    </p:animEffect>
                                    <p:set>
                                      <p:cBhvr>
                                        <p:cTn id="39" dur="1" fill="hold">
                                          <p:stCondLst>
                                            <p:cond delay="249"/>
                                          </p:stCondLst>
                                        </p:cTn>
                                        <p:tgtEl>
                                          <p:spTgt spid="19"/>
                                        </p:tgtEl>
                                        <p:attrNameLst>
                                          <p:attrName>style.visibility</p:attrName>
                                        </p:attrNameLst>
                                      </p:cBhvr>
                                      <p:to>
                                        <p:strVal val="hidden"/>
                                      </p:to>
                                    </p:set>
                                  </p:childTnLst>
                                </p:cTn>
                              </p:par>
                              <p:par>
                                <p:cTn id="40" presetID="53" presetClass="exit" presetSubtype="32" fill="hold" nodeType="withEffect">
                                  <p:stCondLst>
                                    <p:cond delay="0"/>
                                  </p:stCondLst>
                                  <p:childTnLst>
                                    <p:anim calcmode="lin" valueType="num">
                                      <p:cBhvr>
                                        <p:cTn id="41" dur="250"/>
                                        <p:tgtEl>
                                          <p:spTgt spid="17"/>
                                        </p:tgtEl>
                                        <p:attrNameLst>
                                          <p:attrName>ppt_w</p:attrName>
                                        </p:attrNameLst>
                                      </p:cBhvr>
                                      <p:tavLst>
                                        <p:tav tm="0">
                                          <p:val>
                                            <p:strVal val="ppt_w"/>
                                          </p:val>
                                        </p:tav>
                                        <p:tav tm="100000">
                                          <p:val>
                                            <p:fltVal val="0"/>
                                          </p:val>
                                        </p:tav>
                                      </p:tavLst>
                                    </p:anim>
                                    <p:anim calcmode="lin" valueType="num">
                                      <p:cBhvr>
                                        <p:cTn id="42" dur="250"/>
                                        <p:tgtEl>
                                          <p:spTgt spid="17"/>
                                        </p:tgtEl>
                                        <p:attrNameLst>
                                          <p:attrName>ppt_h</p:attrName>
                                        </p:attrNameLst>
                                      </p:cBhvr>
                                      <p:tavLst>
                                        <p:tav tm="0">
                                          <p:val>
                                            <p:strVal val="ppt_h"/>
                                          </p:val>
                                        </p:tav>
                                        <p:tav tm="100000">
                                          <p:val>
                                            <p:fltVal val="0"/>
                                          </p:val>
                                        </p:tav>
                                      </p:tavLst>
                                    </p:anim>
                                    <p:animEffect transition="out" filter="fade">
                                      <p:cBhvr>
                                        <p:cTn id="43" dur="250"/>
                                        <p:tgtEl>
                                          <p:spTgt spid="17"/>
                                        </p:tgtEl>
                                      </p:cBhvr>
                                    </p:animEffect>
                                    <p:set>
                                      <p:cBhvr>
                                        <p:cTn id="44" dur="1" fill="hold">
                                          <p:stCondLst>
                                            <p:cond delay="249"/>
                                          </p:stCondLst>
                                        </p:cTn>
                                        <p:tgtEl>
                                          <p:spTgt spid="17"/>
                                        </p:tgtEl>
                                        <p:attrNameLst>
                                          <p:attrName>style.visibility</p:attrName>
                                        </p:attrNameLst>
                                      </p:cBhvr>
                                      <p:to>
                                        <p:strVal val="hidden"/>
                                      </p:to>
                                    </p:set>
                                  </p:childTnLst>
                                </p:cTn>
                              </p:par>
                              <p:par>
                                <p:cTn id="45" presetID="53" presetClass="exit" presetSubtype="32" fill="hold" nodeType="withEffect">
                                  <p:stCondLst>
                                    <p:cond delay="0"/>
                                  </p:stCondLst>
                                  <p:childTnLst>
                                    <p:anim calcmode="lin" valueType="num">
                                      <p:cBhvr>
                                        <p:cTn id="46" dur="250"/>
                                        <p:tgtEl>
                                          <p:spTgt spid="16"/>
                                        </p:tgtEl>
                                        <p:attrNameLst>
                                          <p:attrName>ppt_w</p:attrName>
                                        </p:attrNameLst>
                                      </p:cBhvr>
                                      <p:tavLst>
                                        <p:tav tm="0">
                                          <p:val>
                                            <p:strVal val="ppt_w"/>
                                          </p:val>
                                        </p:tav>
                                        <p:tav tm="100000">
                                          <p:val>
                                            <p:fltVal val="0"/>
                                          </p:val>
                                        </p:tav>
                                      </p:tavLst>
                                    </p:anim>
                                    <p:anim calcmode="lin" valueType="num">
                                      <p:cBhvr>
                                        <p:cTn id="47" dur="250"/>
                                        <p:tgtEl>
                                          <p:spTgt spid="16"/>
                                        </p:tgtEl>
                                        <p:attrNameLst>
                                          <p:attrName>ppt_h</p:attrName>
                                        </p:attrNameLst>
                                      </p:cBhvr>
                                      <p:tavLst>
                                        <p:tav tm="0">
                                          <p:val>
                                            <p:strVal val="ppt_h"/>
                                          </p:val>
                                        </p:tav>
                                        <p:tav tm="100000">
                                          <p:val>
                                            <p:fltVal val="0"/>
                                          </p:val>
                                        </p:tav>
                                      </p:tavLst>
                                    </p:anim>
                                    <p:animEffect transition="out" filter="fade">
                                      <p:cBhvr>
                                        <p:cTn id="48" dur="250"/>
                                        <p:tgtEl>
                                          <p:spTgt spid="16"/>
                                        </p:tgtEl>
                                      </p:cBhvr>
                                    </p:animEffect>
                                    <p:set>
                                      <p:cBhvr>
                                        <p:cTn id="49" dur="1" fill="hold">
                                          <p:stCondLst>
                                            <p:cond delay="249"/>
                                          </p:stCondLst>
                                        </p:cTn>
                                        <p:tgtEl>
                                          <p:spTgt spid="16"/>
                                        </p:tgtEl>
                                        <p:attrNameLst>
                                          <p:attrName>style.visibility</p:attrName>
                                        </p:attrNameLst>
                                      </p:cBhvr>
                                      <p:to>
                                        <p:strVal val="hidden"/>
                                      </p:to>
                                    </p:set>
                                  </p:childTnLst>
                                </p:cTn>
                              </p:par>
                              <p:par>
                                <p:cTn id="50" presetID="53" presetClass="exit" presetSubtype="32" fill="hold" nodeType="withEffect">
                                  <p:stCondLst>
                                    <p:cond delay="0"/>
                                  </p:stCondLst>
                                  <p:childTnLst>
                                    <p:anim calcmode="lin" valueType="num">
                                      <p:cBhvr>
                                        <p:cTn id="51" dur="250"/>
                                        <p:tgtEl>
                                          <p:spTgt spid="14"/>
                                        </p:tgtEl>
                                        <p:attrNameLst>
                                          <p:attrName>ppt_w</p:attrName>
                                        </p:attrNameLst>
                                      </p:cBhvr>
                                      <p:tavLst>
                                        <p:tav tm="0">
                                          <p:val>
                                            <p:strVal val="ppt_w"/>
                                          </p:val>
                                        </p:tav>
                                        <p:tav tm="100000">
                                          <p:val>
                                            <p:fltVal val="0"/>
                                          </p:val>
                                        </p:tav>
                                      </p:tavLst>
                                    </p:anim>
                                    <p:anim calcmode="lin" valueType="num">
                                      <p:cBhvr>
                                        <p:cTn id="52" dur="250"/>
                                        <p:tgtEl>
                                          <p:spTgt spid="14"/>
                                        </p:tgtEl>
                                        <p:attrNameLst>
                                          <p:attrName>ppt_h</p:attrName>
                                        </p:attrNameLst>
                                      </p:cBhvr>
                                      <p:tavLst>
                                        <p:tav tm="0">
                                          <p:val>
                                            <p:strVal val="ppt_h"/>
                                          </p:val>
                                        </p:tav>
                                        <p:tav tm="100000">
                                          <p:val>
                                            <p:fltVal val="0"/>
                                          </p:val>
                                        </p:tav>
                                      </p:tavLst>
                                    </p:anim>
                                    <p:animEffect transition="out" filter="fade">
                                      <p:cBhvr>
                                        <p:cTn id="53" dur="250"/>
                                        <p:tgtEl>
                                          <p:spTgt spid="14"/>
                                        </p:tgtEl>
                                      </p:cBhvr>
                                    </p:animEffect>
                                    <p:set>
                                      <p:cBhvr>
                                        <p:cTn id="54" dur="1" fill="hold">
                                          <p:stCondLst>
                                            <p:cond delay="249"/>
                                          </p:stCondLst>
                                        </p:cTn>
                                        <p:tgtEl>
                                          <p:spTgt spid="14"/>
                                        </p:tgtEl>
                                        <p:attrNameLst>
                                          <p:attrName>style.visibility</p:attrName>
                                        </p:attrNameLst>
                                      </p:cBhvr>
                                      <p:to>
                                        <p:strVal val="hidden"/>
                                      </p:to>
                                    </p:set>
                                  </p:childTnLst>
                                </p:cTn>
                              </p:par>
                              <p:par>
                                <p:cTn id="55" presetID="53" presetClass="exit" presetSubtype="32" fill="hold" nodeType="withEffect">
                                  <p:stCondLst>
                                    <p:cond delay="0"/>
                                  </p:stCondLst>
                                  <p:childTnLst>
                                    <p:anim calcmode="lin" valueType="num">
                                      <p:cBhvr>
                                        <p:cTn id="56" dur="250"/>
                                        <p:tgtEl>
                                          <p:spTgt spid="15"/>
                                        </p:tgtEl>
                                        <p:attrNameLst>
                                          <p:attrName>ppt_w</p:attrName>
                                        </p:attrNameLst>
                                      </p:cBhvr>
                                      <p:tavLst>
                                        <p:tav tm="0">
                                          <p:val>
                                            <p:strVal val="ppt_w"/>
                                          </p:val>
                                        </p:tav>
                                        <p:tav tm="100000">
                                          <p:val>
                                            <p:fltVal val="0"/>
                                          </p:val>
                                        </p:tav>
                                      </p:tavLst>
                                    </p:anim>
                                    <p:anim calcmode="lin" valueType="num">
                                      <p:cBhvr>
                                        <p:cTn id="57" dur="250"/>
                                        <p:tgtEl>
                                          <p:spTgt spid="15"/>
                                        </p:tgtEl>
                                        <p:attrNameLst>
                                          <p:attrName>ppt_h</p:attrName>
                                        </p:attrNameLst>
                                      </p:cBhvr>
                                      <p:tavLst>
                                        <p:tav tm="0">
                                          <p:val>
                                            <p:strVal val="ppt_h"/>
                                          </p:val>
                                        </p:tav>
                                        <p:tav tm="100000">
                                          <p:val>
                                            <p:fltVal val="0"/>
                                          </p:val>
                                        </p:tav>
                                      </p:tavLst>
                                    </p:anim>
                                    <p:animEffect transition="out" filter="fade">
                                      <p:cBhvr>
                                        <p:cTn id="58" dur="250"/>
                                        <p:tgtEl>
                                          <p:spTgt spid="15"/>
                                        </p:tgtEl>
                                      </p:cBhvr>
                                    </p:animEffect>
                                    <p:set>
                                      <p:cBhvr>
                                        <p:cTn id="59" dur="1" fill="hold">
                                          <p:stCondLst>
                                            <p:cond delay="249"/>
                                          </p:stCondLst>
                                        </p:cTn>
                                        <p:tgtEl>
                                          <p:spTgt spid="15"/>
                                        </p:tgtEl>
                                        <p:attrNameLst>
                                          <p:attrName>style.visibility</p:attrName>
                                        </p:attrNameLst>
                                      </p:cBhvr>
                                      <p:to>
                                        <p:strVal val="hidden"/>
                                      </p:to>
                                    </p:set>
                                  </p:childTnLst>
                                </p:cTn>
                              </p:par>
                              <p:par>
                                <p:cTn id="60" presetID="53" presetClass="exit" presetSubtype="32" fill="hold" nodeType="withEffect">
                                  <p:stCondLst>
                                    <p:cond delay="0"/>
                                  </p:stCondLst>
                                  <p:childTnLst>
                                    <p:anim calcmode="lin" valueType="num">
                                      <p:cBhvr>
                                        <p:cTn id="61" dur="250"/>
                                        <p:tgtEl>
                                          <p:spTgt spid="18"/>
                                        </p:tgtEl>
                                        <p:attrNameLst>
                                          <p:attrName>ppt_w</p:attrName>
                                        </p:attrNameLst>
                                      </p:cBhvr>
                                      <p:tavLst>
                                        <p:tav tm="0">
                                          <p:val>
                                            <p:strVal val="ppt_w"/>
                                          </p:val>
                                        </p:tav>
                                        <p:tav tm="100000">
                                          <p:val>
                                            <p:fltVal val="0"/>
                                          </p:val>
                                        </p:tav>
                                      </p:tavLst>
                                    </p:anim>
                                    <p:anim calcmode="lin" valueType="num">
                                      <p:cBhvr>
                                        <p:cTn id="62" dur="250"/>
                                        <p:tgtEl>
                                          <p:spTgt spid="18"/>
                                        </p:tgtEl>
                                        <p:attrNameLst>
                                          <p:attrName>ppt_h</p:attrName>
                                        </p:attrNameLst>
                                      </p:cBhvr>
                                      <p:tavLst>
                                        <p:tav tm="0">
                                          <p:val>
                                            <p:strVal val="ppt_h"/>
                                          </p:val>
                                        </p:tav>
                                        <p:tav tm="100000">
                                          <p:val>
                                            <p:fltVal val="0"/>
                                          </p:val>
                                        </p:tav>
                                      </p:tavLst>
                                    </p:anim>
                                    <p:animEffect transition="out" filter="fade">
                                      <p:cBhvr>
                                        <p:cTn id="63" dur="250"/>
                                        <p:tgtEl>
                                          <p:spTgt spid="18"/>
                                        </p:tgtEl>
                                      </p:cBhvr>
                                    </p:animEffect>
                                    <p:set>
                                      <p:cBhvr>
                                        <p:cTn id="64" dur="1" fill="hold">
                                          <p:stCondLst>
                                            <p:cond delay="249"/>
                                          </p:stCondLst>
                                        </p:cTn>
                                        <p:tgtEl>
                                          <p:spTgt spid="18"/>
                                        </p:tgtEl>
                                        <p:attrNameLst>
                                          <p:attrName>style.visibility</p:attrName>
                                        </p:attrNameLst>
                                      </p:cBhvr>
                                      <p:to>
                                        <p:strVal val="hidden"/>
                                      </p:to>
                                    </p:set>
                                  </p:childTnLst>
                                </p:cTn>
                              </p:par>
                              <p:par>
                                <p:cTn id="65" presetID="53" presetClass="exit" presetSubtype="32" fill="hold" nodeType="withEffect">
                                  <p:stCondLst>
                                    <p:cond delay="0"/>
                                  </p:stCondLst>
                                  <p:childTnLst>
                                    <p:anim calcmode="lin" valueType="num">
                                      <p:cBhvr>
                                        <p:cTn id="66" dur="250"/>
                                        <p:tgtEl>
                                          <p:spTgt spid="20"/>
                                        </p:tgtEl>
                                        <p:attrNameLst>
                                          <p:attrName>ppt_w</p:attrName>
                                        </p:attrNameLst>
                                      </p:cBhvr>
                                      <p:tavLst>
                                        <p:tav tm="0">
                                          <p:val>
                                            <p:strVal val="ppt_w"/>
                                          </p:val>
                                        </p:tav>
                                        <p:tav tm="100000">
                                          <p:val>
                                            <p:fltVal val="0"/>
                                          </p:val>
                                        </p:tav>
                                      </p:tavLst>
                                    </p:anim>
                                    <p:anim calcmode="lin" valueType="num">
                                      <p:cBhvr>
                                        <p:cTn id="67" dur="250"/>
                                        <p:tgtEl>
                                          <p:spTgt spid="20"/>
                                        </p:tgtEl>
                                        <p:attrNameLst>
                                          <p:attrName>ppt_h</p:attrName>
                                        </p:attrNameLst>
                                      </p:cBhvr>
                                      <p:tavLst>
                                        <p:tav tm="0">
                                          <p:val>
                                            <p:strVal val="ppt_h"/>
                                          </p:val>
                                        </p:tav>
                                        <p:tav tm="100000">
                                          <p:val>
                                            <p:fltVal val="0"/>
                                          </p:val>
                                        </p:tav>
                                      </p:tavLst>
                                    </p:anim>
                                    <p:animEffect transition="out" filter="fade">
                                      <p:cBhvr>
                                        <p:cTn id="68" dur="250"/>
                                        <p:tgtEl>
                                          <p:spTgt spid="20"/>
                                        </p:tgtEl>
                                      </p:cBhvr>
                                    </p:animEffect>
                                    <p:set>
                                      <p:cBhvr>
                                        <p:cTn id="69" dur="1" fill="hold">
                                          <p:stCondLst>
                                            <p:cond delay="249"/>
                                          </p:stCondLst>
                                        </p:cTn>
                                        <p:tgtEl>
                                          <p:spTgt spid="20"/>
                                        </p:tgtEl>
                                        <p:attrNameLst>
                                          <p:attrName>style.visibility</p:attrName>
                                        </p:attrNameLst>
                                      </p:cBhvr>
                                      <p:to>
                                        <p:strVal val="hidden"/>
                                      </p:to>
                                    </p:set>
                                  </p:childTnLst>
                                </p:cTn>
                              </p:par>
                            </p:childTnLst>
                          </p:cTn>
                        </p:par>
                        <p:par>
                          <p:cTn id="70" fill="hold">
                            <p:stCondLst>
                              <p:cond delay="650"/>
                            </p:stCondLst>
                            <p:childTnLst>
                              <p:par>
                                <p:cTn id="71" presetID="53" presetClass="exit" presetSubtype="32" fill="hold" grpId="0" nodeType="afterEffect">
                                  <p:stCondLst>
                                    <p:cond delay="0"/>
                                  </p:stCondLst>
                                  <p:childTnLst>
                                    <p:anim calcmode="lin" valueType="num">
                                      <p:cBhvr>
                                        <p:cTn id="72" dur="500"/>
                                        <p:tgtEl>
                                          <p:spTgt spid="2"/>
                                        </p:tgtEl>
                                        <p:attrNameLst>
                                          <p:attrName>ppt_w</p:attrName>
                                        </p:attrNameLst>
                                      </p:cBhvr>
                                      <p:tavLst>
                                        <p:tav tm="0">
                                          <p:val>
                                            <p:strVal val="ppt_w"/>
                                          </p:val>
                                        </p:tav>
                                        <p:tav tm="100000">
                                          <p:val>
                                            <p:fltVal val="0"/>
                                          </p:val>
                                        </p:tav>
                                      </p:tavLst>
                                    </p:anim>
                                    <p:anim calcmode="lin" valueType="num">
                                      <p:cBhvr>
                                        <p:cTn id="73" dur="500"/>
                                        <p:tgtEl>
                                          <p:spTgt spid="2"/>
                                        </p:tgtEl>
                                        <p:attrNameLst>
                                          <p:attrName>ppt_h</p:attrName>
                                        </p:attrNameLst>
                                      </p:cBhvr>
                                      <p:tavLst>
                                        <p:tav tm="0">
                                          <p:val>
                                            <p:strVal val="ppt_h"/>
                                          </p:val>
                                        </p:tav>
                                        <p:tav tm="100000">
                                          <p:val>
                                            <p:fltVal val="0"/>
                                          </p:val>
                                        </p:tav>
                                      </p:tavLst>
                                    </p:anim>
                                    <p:animEffect transition="out" filter="fade">
                                      <p:cBhvr>
                                        <p:cTn id="74" dur="500"/>
                                        <p:tgtEl>
                                          <p:spTgt spid="2"/>
                                        </p:tgtEl>
                                      </p:cBhvr>
                                    </p:animEffect>
                                    <p:set>
                                      <p:cBhvr>
                                        <p:cTn id="75" dur="1" fill="hold">
                                          <p:stCondLst>
                                            <p:cond delay="499"/>
                                          </p:stCondLst>
                                        </p:cTn>
                                        <p:tgtEl>
                                          <p:spTgt spid="2"/>
                                        </p:tgtEl>
                                        <p:attrNameLst>
                                          <p:attrName>style.visibility</p:attrName>
                                        </p:attrNameLst>
                                      </p:cBhvr>
                                      <p:to>
                                        <p:strVal val="hidden"/>
                                      </p:to>
                                    </p:set>
                                  </p:childTnLst>
                                </p:cTn>
                              </p:par>
                            </p:childTnLst>
                          </p:cTn>
                        </p:par>
                        <p:par>
                          <p:cTn id="76" fill="hold">
                            <p:stCondLst>
                              <p:cond delay="1150"/>
                            </p:stCondLst>
                            <p:childTnLst>
                              <p:par>
                                <p:cTn id="77" presetID="1" presetClass="entr" presetSubtype="0" fill="hold" nodeType="afterEffect">
                                  <p:stCondLst>
                                    <p:cond delay="0"/>
                                  </p:stCondLst>
                                  <p:childTnLst>
                                    <p:set>
                                      <p:cBhvr>
                                        <p:cTn id="78" dur="1" fill="hold">
                                          <p:stCondLst>
                                            <p:cond delay="0"/>
                                          </p:stCondLst>
                                        </p:cTn>
                                        <p:tgtEl>
                                          <p:spTgt spid="11"/>
                                        </p:tgtEl>
                                        <p:attrNameLst>
                                          <p:attrName>style.visibility</p:attrName>
                                        </p:attrNameLst>
                                      </p:cBhvr>
                                      <p:to>
                                        <p:strVal val="visible"/>
                                      </p:to>
                                    </p:set>
                                  </p:childTnLst>
                                </p:cTn>
                              </p:par>
                            </p:childTnLst>
                          </p:cTn>
                        </p:par>
                      </p:childTnLst>
                    </p:cTn>
                  </p:par>
                </p:childTnLst>
              </p:cTn>
              <p:nextCondLst>
                <p:cond evt="onClick" delay="0">
                  <p:tgtEl>
                    <p:spTgt spid="12"/>
                  </p:tgtEl>
                </p:cond>
              </p:nextCondLst>
            </p:seq>
          </p:childTnLst>
        </p:cTn>
      </p:par>
    </p:tnLst>
    <p:bldLst>
      <p:bldP spid="2" grpId="0" animBg="1"/>
      <p:bldP spid="53" grpId="0"/>
      <p:bldP spid="54"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tx1">
            <a:lumMod val="85000"/>
            <a:lumOff val="15000"/>
          </a:schemeClr>
        </a:solidFill>
        <a:effectLst/>
      </p:bgPr>
    </p:bg>
    <p:spTree>
      <p:nvGrpSpPr>
        <p:cNvPr id="1" name=""/>
        <p:cNvGrpSpPr/>
        <p:nvPr/>
      </p:nvGrpSpPr>
      <p:grpSpPr>
        <a:xfrm>
          <a:off x="0" y="0"/>
          <a:ext cx="0" cy="0"/>
          <a:chOff x="0" y="0"/>
          <a:chExt cx="0" cy="0"/>
        </a:xfrm>
      </p:grpSpPr>
      <p:sp>
        <p:nvSpPr>
          <p:cNvPr id="2" name="back end circle">
            <a:extLst>
              <a:ext uri="{FF2B5EF4-FFF2-40B4-BE49-F238E27FC236}">
                <a16:creationId xmlns:a16="http://schemas.microsoft.com/office/drawing/2014/main" id="{C147F6F8-BDA0-0D2D-273A-E1F6C93FAA24}"/>
              </a:ext>
            </a:extLst>
          </p:cNvPr>
          <p:cNvSpPr/>
          <p:nvPr/>
        </p:nvSpPr>
        <p:spPr>
          <a:xfrm>
            <a:off x="932086" y="2044923"/>
            <a:ext cx="2768154" cy="2768154"/>
          </a:xfrm>
          <a:custGeom>
            <a:avLst/>
            <a:gdLst>
              <a:gd name="connsiteX0" fmla="*/ 1384077 w 2768154"/>
              <a:gd name="connsiteY0" fmla="*/ 727511 h 2768154"/>
              <a:gd name="connsiteX1" fmla="*/ 727511 w 2768154"/>
              <a:gd name="connsiteY1" fmla="*/ 1384077 h 2768154"/>
              <a:gd name="connsiteX2" fmla="*/ 1384077 w 2768154"/>
              <a:gd name="connsiteY2" fmla="*/ 2040643 h 2768154"/>
              <a:gd name="connsiteX3" fmla="*/ 2040643 w 2768154"/>
              <a:gd name="connsiteY3" fmla="*/ 1384077 h 2768154"/>
              <a:gd name="connsiteX4" fmla="*/ 1384077 w 2768154"/>
              <a:gd name="connsiteY4" fmla="*/ 727511 h 2768154"/>
              <a:gd name="connsiteX5" fmla="*/ 1384077 w 2768154"/>
              <a:gd name="connsiteY5" fmla="*/ 0 h 2768154"/>
              <a:gd name="connsiteX6" fmla="*/ 2768154 w 2768154"/>
              <a:gd name="connsiteY6" fmla="*/ 1384077 h 2768154"/>
              <a:gd name="connsiteX7" fmla="*/ 1384077 w 2768154"/>
              <a:gd name="connsiteY7" fmla="*/ 2768154 h 2768154"/>
              <a:gd name="connsiteX8" fmla="*/ 0 w 2768154"/>
              <a:gd name="connsiteY8" fmla="*/ 1384077 h 2768154"/>
              <a:gd name="connsiteX9" fmla="*/ 1384077 w 2768154"/>
              <a:gd name="connsiteY9" fmla="*/ 0 h 27681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768154" h="2768154">
                <a:moveTo>
                  <a:pt x="1384077" y="727511"/>
                </a:moveTo>
                <a:cubicBezTo>
                  <a:pt x="1021466" y="727511"/>
                  <a:pt x="727511" y="1021466"/>
                  <a:pt x="727511" y="1384077"/>
                </a:cubicBezTo>
                <a:cubicBezTo>
                  <a:pt x="727511" y="1746688"/>
                  <a:pt x="1021466" y="2040643"/>
                  <a:pt x="1384077" y="2040643"/>
                </a:cubicBezTo>
                <a:cubicBezTo>
                  <a:pt x="1746688" y="2040643"/>
                  <a:pt x="2040643" y="1746688"/>
                  <a:pt x="2040643" y="1384077"/>
                </a:cubicBezTo>
                <a:cubicBezTo>
                  <a:pt x="2040643" y="1021466"/>
                  <a:pt x="1746688" y="727511"/>
                  <a:pt x="1384077" y="727511"/>
                </a:cubicBezTo>
                <a:close/>
                <a:moveTo>
                  <a:pt x="1384077" y="0"/>
                </a:moveTo>
                <a:cubicBezTo>
                  <a:pt x="2148482" y="0"/>
                  <a:pt x="2768154" y="619672"/>
                  <a:pt x="2768154" y="1384077"/>
                </a:cubicBezTo>
                <a:cubicBezTo>
                  <a:pt x="2768154" y="2148482"/>
                  <a:pt x="2148482" y="2768154"/>
                  <a:pt x="1384077" y="2768154"/>
                </a:cubicBezTo>
                <a:cubicBezTo>
                  <a:pt x="619672" y="2768154"/>
                  <a:pt x="0" y="2148482"/>
                  <a:pt x="0" y="1384077"/>
                </a:cubicBezTo>
                <a:cubicBezTo>
                  <a:pt x="0" y="619672"/>
                  <a:pt x="619672" y="0"/>
                  <a:pt x="1384077" y="0"/>
                </a:cubicBezTo>
                <a:close/>
              </a:path>
            </a:pathLst>
          </a:custGeom>
          <a:solidFill>
            <a:schemeClr val="bg1"/>
          </a:solidFill>
          <a:ln w="28575">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8" name="rotating shape">
            <a:extLst>
              <a:ext uri="{FF2B5EF4-FFF2-40B4-BE49-F238E27FC236}">
                <a16:creationId xmlns:a16="http://schemas.microsoft.com/office/drawing/2014/main" id="{2EDEB5AB-9925-B8C7-1339-CEB8CF3BA663}"/>
              </a:ext>
            </a:extLst>
          </p:cNvPr>
          <p:cNvGrpSpPr/>
          <p:nvPr/>
        </p:nvGrpSpPr>
        <p:grpSpPr>
          <a:xfrm rot="8076503">
            <a:off x="541358" y="3057199"/>
            <a:ext cx="3549610" cy="747059"/>
            <a:chOff x="541358" y="3057199"/>
            <a:chExt cx="3549610" cy="747059"/>
          </a:xfrm>
        </p:grpSpPr>
        <p:sp>
          <p:nvSpPr>
            <p:cNvPr id="9" name="Rectangle 8">
              <a:extLst>
                <a:ext uri="{FF2B5EF4-FFF2-40B4-BE49-F238E27FC236}">
                  <a16:creationId xmlns:a16="http://schemas.microsoft.com/office/drawing/2014/main" id="{65BB390B-4970-8713-7C21-173DC51F02BE}"/>
                </a:ext>
              </a:extLst>
            </p:cNvPr>
            <p:cNvSpPr/>
            <p:nvPr/>
          </p:nvSpPr>
          <p:spPr>
            <a:xfrm>
              <a:off x="805238" y="3057199"/>
              <a:ext cx="3285730" cy="74359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0" name="Oval 9">
              <a:extLst>
                <a:ext uri="{FF2B5EF4-FFF2-40B4-BE49-F238E27FC236}">
                  <a16:creationId xmlns:a16="http://schemas.microsoft.com/office/drawing/2014/main" id="{D3826B36-B023-57C4-265E-DAA0E9731C09}"/>
                </a:ext>
              </a:extLst>
            </p:cNvPr>
            <p:cNvSpPr/>
            <p:nvPr/>
          </p:nvSpPr>
          <p:spPr>
            <a:xfrm>
              <a:off x="541358" y="3067579"/>
              <a:ext cx="736679" cy="736679"/>
            </a:xfrm>
            <a:prstGeom prst="ellipse">
              <a:avLst/>
            </a:prstGeom>
            <a:solidFill>
              <a:srgbClr val="EA8F44"/>
            </a:solidFill>
            <a:ln w="57150">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dirty="0">
                <a:ln>
                  <a:noFill/>
                </a:ln>
                <a:solidFill>
                  <a:srgbClr val="EA8F44"/>
                </a:solidFill>
                <a:effectLst/>
                <a:uLnTx/>
                <a:uFillTx/>
                <a:latin typeface="Calibri" panose="020F0502020204030204"/>
                <a:ea typeface="+mn-ea"/>
                <a:cs typeface="+mn-cs"/>
              </a:endParaRPr>
            </a:p>
          </p:txBody>
        </p:sp>
      </p:grpSp>
      <p:pic>
        <p:nvPicPr>
          <p:cNvPr id="11" name="open button" descr="Badge Follow with solid fill">
            <a:extLst>
              <a:ext uri="{FF2B5EF4-FFF2-40B4-BE49-F238E27FC236}">
                <a16:creationId xmlns:a16="http://schemas.microsoft.com/office/drawing/2014/main" id="{3F5C74DC-4B21-ECC4-FDAA-17288512C9D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081951" y="3190457"/>
            <a:ext cx="477082" cy="477082"/>
          </a:xfrm>
          <a:prstGeom prst="rect">
            <a:avLst/>
          </a:prstGeom>
        </p:spPr>
      </p:pic>
      <p:pic>
        <p:nvPicPr>
          <p:cNvPr id="12" name="close button" descr="Badge Cross with solid fill">
            <a:extLst>
              <a:ext uri="{FF2B5EF4-FFF2-40B4-BE49-F238E27FC236}">
                <a16:creationId xmlns:a16="http://schemas.microsoft.com/office/drawing/2014/main" id="{4058226F-2F0A-3DD9-BDAB-5D3CE1AF842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081951" y="3190457"/>
            <a:ext cx="477082" cy="477082"/>
          </a:xfrm>
          <a:prstGeom prst="rect">
            <a:avLst/>
          </a:prstGeom>
        </p:spPr>
      </p:pic>
      <p:pic>
        <p:nvPicPr>
          <p:cNvPr id="13" name="Graphic 12" descr="Home outline">
            <a:hlinkClick r:id="rId6" action="ppaction://hlinksldjump"/>
            <a:extLst>
              <a:ext uri="{FF2B5EF4-FFF2-40B4-BE49-F238E27FC236}">
                <a16:creationId xmlns:a16="http://schemas.microsoft.com/office/drawing/2014/main" id="{2613B1A4-3582-76F6-66E8-EF3E9C098AFD}"/>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58828" y="3169218"/>
            <a:ext cx="474378" cy="474378"/>
          </a:xfrm>
          <a:prstGeom prst="rect">
            <a:avLst/>
          </a:prstGeom>
        </p:spPr>
      </p:pic>
      <p:pic>
        <p:nvPicPr>
          <p:cNvPr id="14" name="Graphic 13" descr="Cycle with people outline">
            <a:hlinkClick r:id="rId9" action="ppaction://hlinksldjump"/>
            <a:extLst>
              <a:ext uri="{FF2B5EF4-FFF2-40B4-BE49-F238E27FC236}">
                <a16:creationId xmlns:a16="http://schemas.microsoft.com/office/drawing/2014/main" id="{E3652C76-85B1-7B25-B2BE-69BB41D57F7F}"/>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3120078" y="3169218"/>
            <a:ext cx="453419" cy="479900"/>
          </a:xfrm>
          <a:prstGeom prst="rect">
            <a:avLst/>
          </a:prstGeom>
        </p:spPr>
      </p:pic>
      <p:pic>
        <p:nvPicPr>
          <p:cNvPr id="15" name="Graphic 14" descr="Work from home desk outline">
            <a:hlinkClick r:id="rId12" action="ppaction://hlinksldjump"/>
            <a:extLst>
              <a:ext uri="{FF2B5EF4-FFF2-40B4-BE49-F238E27FC236}">
                <a16:creationId xmlns:a16="http://schemas.microsoft.com/office/drawing/2014/main" id="{5D8A7277-DEDD-59BD-CE4D-1BC07A15A2F6}"/>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2861332" y="3914169"/>
            <a:ext cx="382789" cy="459722"/>
          </a:xfrm>
          <a:prstGeom prst="rect">
            <a:avLst/>
          </a:prstGeom>
        </p:spPr>
      </p:pic>
      <p:pic>
        <p:nvPicPr>
          <p:cNvPr id="16" name="Graphic 15" descr="Questions outline">
            <a:hlinkClick r:id="rId15" action="ppaction://hlinksldjump"/>
            <a:extLst>
              <a:ext uri="{FF2B5EF4-FFF2-40B4-BE49-F238E27FC236}">
                <a16:creationId xmlns:a16="http://schemas.microsoft.com/office/drawing/2014/main" id="{D48CB5CD-4820-2F1D-378E-E266164D6428}"/>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3095562" y="2221177"/>
            <a:ext cx="415392" cy="416600"/>
          </a:xfrm>
          <a:prstGeom prst="rect">
            <a:avLst/>
          </a:prstGeom>
        </p:spPr>
      </p:pic>
      <p:pic>
        <p:nvPicPr>
          <p:cNvPr id="17" name="Graphic 16" descr="Gauge outline">
            <a:hlinkClick r:id="rId18" action="ppaction://hlinksldjump"/>
            <a:extLst>
              <a:ext uri="{FF2B5EF4-FFF2-40B4-BE49-F238E27FC236}">
                <a16:creationId xmlns:a16="http://schemas.microsoft.com/office/drawing/2014/main" id="{23FDCF60-DA3C-D1BB-590C-A59A6B81A4E9}"/>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2113313" y="2160841"/>
            <a:ext cx="435179" cy="474629"/>
          </a:xfrm>
          <a:prstGeom prst="rect">
            <a:avLst/>
          </a:prstGeom>
        </p:spPr>
      </p:pic>
      <p:pic>
        <p:nvPicPr>
          <p:cNvPr id="18" name="Graphic 17" descr="Building Brick Wall outline">
            <a:hlinkClick r:id="rId21" action="ppaction://hlinksldjump"/>
            <a:extLst>
              <a:ext uri="{FF2B5EF4-FFF2-40B4-BE49-F238E27FC236}">
                <a16:creationId xmlns:a16="http://schemas.microsoft.com/office/drawing/2014/main" id="{9895B82C-DAE7-E7B8-D6CF-F019C2459AC2}"/>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2091320" y="4192912"/>
            <a:ext cx="435179" cy="459722"/>
          </a:xfrm>
          <a:prstGeom prst="rect">
            <a:avLst/>
          </a:prstGeom>
        </p:spPr>
      </p:pic>
      <p:pic>
        <p:nvPicPr>
          <p:cNvPr id="19" name="Graphic 18" descr="Clipboard outline">
            <a:hlinkClick r:id="rId24" action="ppaction://hlinksldjump"/>
            <a:extLst>
              <a:ext uri="{FF2B5EF4-FFF2-40B4-BE49-F238E27FC236}">
                <a16:creationId xmlns:a16="http://schemas.microsoft.com/office/drawing/2014/main" id="{0A086FA2-B93A-C1C3-A3FF-D719379F299C}"/>
              </a:ext>
            </a:extLst>
          </p:cNvPr>
          <p:cNvPicPr>
            <a:picLocks noChangeAspect="1"/>
          </p:cNvPicPr>
          <p:nvPr/>
        </p:nvPicPr>
        <p:blipFill>
          <a:blip r:embed="rId25">
            <a:extLst>
              <a:ext uri="{28A0092B-C50C-407E-A947-70E740481C1C}">
                <a14:useLocalDpi xmlns:a14="http://schemas.microsoft.com/office/drawing/2010/main" val="0"/>
              </a:ext>
              <a:ext uri="{96DAC541-7B7A-43D3-8B79-37D633B846F1}">
                <asvg:svgBlip xmlns:asvg="http://schemas.microsoft.com/office/drawing/2016/SVG/main" r:embed="rId26"/>
              </a:ext>
            </a:extLst>
          </a:blip>
          <a:stretch>
            <a:fillRect/>
          </a:stretch>
        </p:blipFill>
        <p:spPr>
          <a:xfrm>
            <a:off x="1358475" y="2501189"/>
            <a:ext cx="452264" cy="452264"/>
          </a:xfrm>
          <a:prstGeom prst="rect">
            <a:avLst/>
          </a:prstGeom>
        </p:spPr>
      </p:pic>
      <p:pic>
        <p:nvPicPr>
          <p:cNvPr id="20" name="Graphic 19" descr="Rollercoaster Down outline">
            <a:hlinkClick r:id="rId27" action="ppaction://hlinksldjump"/>
            <a:extLst>
              <a:ext uri="{FF2B5EF4-FFF2-40B4-BE49-F238E27FC236}">
                <a16:creationId xmlns:a16="http://schemas.microsoft.com/office/drawing/2014/main" id="{CCD66369-3749-1984-8FED-6CDFA06A209F}"/>
              </a:ext>
            </a:extLst>
          </p:cNvPr>
          <p:cNvPicPr>
            <a:picLocks noChangeAspect="1"/>
          </p:cNvPicPr>
          <p:nvPr/>
        </p:nvPicPr>
        <p:blipFill>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tretch>
            <a:fillRect/>
          </a:stretch>
        </p:blipFill>
        <p:spPr>
          <a:xfrm>
            <a:off x="1360369" y="3939632"/>
            <a:ext cx="439194" cy="445170"/>
          </a:xfrm>
          <a:prstGeom prst="rect">
            <a:avLst/>
          </a:prstGeom>
        </p:spPr>
      </p:pic>
      <p:sp>
        <p:nvSpPr>
          <p:cNvPr id="21" name="TextBox 20">
            <a:extLst>
              <a:ext uri="{FF2B5EF4-FFF2-40B4-BE49-F238E27FC236}">
                <a16:creationId xmlns:a16="http://schemas.microsoft.com/office/drawing/2014/main" id="{EAA8F343-A75B-5209-9875-BA31184E57EC}"/>
              </a:ext>
            </a:extLst>
          </p:cNvPr>
          <p:cNvSpPr txBox="1"/>
          <p:nvPr/>
        </p:nvSpPr>
        <p:spPr>
          <a:xfrm>
            <a:off x="5085234" y="844594"/>
            <a:ext cx="5865583" cy="120032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200" b="0" i="0" u="none" strike="noStrike" kern="1200" cap="none" spc="0" normalizeH="0" baseline="0" noProof="0" dirty="0">
                <a:ln>
                  <a:noFill/>
                </a:ln>
                <a:solidFill>
                  <a:srgbClr val="EA8F44"/>
                </a:solidFill>
                <a:effectLst/>
                <a:uLnTx/>
                <a:uFillTx/>
                <a:latin typeface="Berlin Sans FB Demi" panose="020E0802020502020306" pitchFamily="34" charset="0"/>
                <a:ea typeface="ADLaM Display" panose="02010000000000000000" pitchFamily="2" charset="0"/>
                <a:cs typeface="ADLaM Display" panose="02010000000000000000" pitchFamily="2" charset="0"/>
              </a:rPr>
              <a:t>Heading Nr 3</a:t>
            </a:r>
            <a:endParaRPr kumimoji="0" lang="ru-RU" sz="7200" b="0" i="0" u="none" strike="noStrike" kern="1200" cap="none" spc="0" normalizeH="0" baseline="0" noProof="0" dirty="0">
              <a:ln>
                <a:noFill/>
              </a:ln>
              <a:solidFill>
                <a:srgbClr val="EA8F44"/>
              </a:solidFill>
              <a:effectLst/>
              <a:uLnTx/>
              <a:uFillTx/>
              <a:latin typeface="Calibri" panose="020F0502020204030204"/>
              <a:ea typeface="ADLaM Display" panose="02010000000000000000" pitchFamily="2" charset="0"/>
              <a:cs typeface="ADLaM Display" panose="02010000000000000000" pitchFamily="2" charset="0"/>
            </a:endParaRPr>
          </a:p>
        </p:txBody>
      </p:sp>
      <p:sp>
        <p:nvSpPr>
          <p:cNvPr id="23" name="Rectangle 22">
            <a:extLst>
              <a:ext uri="{FF2B5EF4-FFF2-40B4-BE49-F238E27FC236}">
                <a16:creationId xmlns:a16="http://schemas.microsoft.com/office/drawing/2014/main" id="{C1F109C8-5D55-70DC-51F4-1265F095AC12}"/>
              </a:ext>
            </a:extLst>
          </p:cNvPr>
          <p:cNvSpPr/>
          <p:nvPr/>
        </p:nvSpPr>
        <p:spPr>
          <a:xfrm>
            <a:off x="4895850" y="1980450"/>
            <a:ext cx="6003088" cy="64472"/>
          </a:xfrm>
          <a:prstGeom prst="rect">
            <a:avLst/>
          </a:prstGeom>
          <a:solidFill>
            <a:srgbClr val="EA8F4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00B050"/>
              </a:solidFill>
              <a:effectLst/>
              <a:uLnTx/>
              <a:uFillTx/>
              <a:latin typeface="Calibri" panose="020F0502020204030204"/>
              <a:ea typeface="+mn-ea"/>
              <a:cs typeface="+mn-cs"/>
            </a:endParaRPr>
          </a:p>
        </p:txBody>
      </p:sp>
      <p:grpSp>
        <p:nvGrpSpPr>
          <p:cNvPr id="24" name="Group 23">
            <a:extLst>
              <a:ext uri="{FF2B5EF4-FFF2-40B4-BE49-F238E27FC236}">
                <a16:creationId xmlns:a16="http://schemas.microsoft.com/office/drawing/2014/main" id="{83346204-FC52-A641-6824-CA033899575E}"/>
              </a:ext>
            </a:extLst>
          </p:cNvPr>
          <p:cNvGrpSpPr/>
          <p:nvPr/>
        </p:nvGrpSpPr>
        <p:grpSpPr>
          <a:xfrm>
            <a:off x="4128523" y="3855068"/>
            <a:ext cx="1916017" cy="1916017"/>
            <a:chOff x="1466851" y="1754971"/>
            <a:chExt cx="2362200" cy="2362200"/>
          </a:xfrm>
        </p:grpSpPr>
        <p:sp>
          <p:nvSpPr>
            <p:cNvPr id="25" name="Oval 24">
              <a:extLst>
                <a:ext uri="{FF2B5EF4-FFF2-40B4-BE49-F238E27FC236}">
                  <a16:creationId xmlns:a16="http://schemas.microsoft.com/office/drawing/2014/main" id="{AFE9D779-F320-0AAA-B585-DDDB10B9BA48}"/>
                </a:ext>
              </a:extLst>
            </p:cNvPr>
            <p:cNvSpPr/>
            <p:nvPr/>
          </p:nvSpPr>
          <p:spPr>
            <a:xfrm>
              <a:off x="1466851" y="1754971"/>
              <a:ext cx="2362200" cy="23622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26" name="Picture 25" descr="Man wearing blazer">
              <a:extLst>
                <a:ext uri="{FF2B5EF4-FFF2-40B4-BE49-F238E27FC236}">
                  <a16:creationId xmlns:a16="http://schemas.microsoft.com/office/drawing/2014/main" id="{D84DED12-11FB-CA5A-682D-A54F3E42C5FB}"/>
                </a:ext>
              </a:extLst>
            </p:cNvPr>
            <p:cNvPicPr>
              <a:picLocks noChangeAspect="1"/>
            </p:cNvPicPr>
            <p:nvPr/>
          </p:nvPicPr>
          <p:blipFill rotWithShape="1">
            <a:blip r:embed="rId30">
              <a:extLst>
                <a:ext uri="{28A0092B-C50C-407E-A947-70E740481C1C}">
                  <a14:useLocalDpi xmlns:a14="http://schemas.microsoft.com/office/drawing/2010/main" val="0"/>
                </a:ext>
              </a:extLst>
            </a:blip>
            <a:srcRect l="39129" t="2861" r="4198" b="10140"/>
            <a:stretch/>
          </p:blipFill>
          <p:spPr>
            <a:xfrm>
              <a:off x="1619252" y="1859227"/>
              <a:ext cx="2057398" cy="2105542"/>
            </a:xfrm>
            <a:prstGeom prst="ellipse">
              <a:avLst/>
            </a:prstGeom>
          </p:spPr>
        </p:pic>
      </p:grpSp>
      <p:grpSp>
        <p:nvGrpSpPr>
          <p:cNvPr id="27" name="Group 26">
            <a:extLst>
              <a:ext uri="{FF2B5EF4-FFF2-40B4-BE49-F238E27FC236}">
                <a16:creationId xmlns:a16="http://schemas.microsoft.com/office/drawing/2014/main" id="{27EB4BF9-DB65-2E41-21B3-2A1D55FDBCC8}"/>
              </a:ext>
            </a:extLst>
          </p:cNvPr>
          <p:cNvGrpSpPr/>
          <p:nvPr/>
        </p:nvGrpSpPr>
        <p:grpSpPr>
          <a:xfrm>
            <a:off x="6829100" y="3828921"/>
            <a:ext cx="1971227" cy="1971227"/>
            <a:chOff x="4388156" y="1754971"/>
            <a:chExt cx="2362200" cy="2362200"/>
          </a:xfrm>
          <a:solidFill>
            <a:schemeClr val="accent2"/>
          </a:solidFill>
        </p:grpSpPr>
        <p:sp>
          <p:nvSpPr>
            <p:cNvPr id="28" name="Oval 27">
              <a:extLst>
                <a:ext uri="{FF2B5EF4-FFF2-40B4-BE49-F238E27FC236}">
                  <a16:creationId xmlns:a16="http://schemas.microsoft.com/office/drawing/2014/main" id="{1CE5D5C7-65C0-E0CA-F9F1-6D32C14FBB0A}"/>
                </a:ext>
              </a:extLst>
            </p:cNvPr>
            <p:cNvSpPr/>
            <p:nvPr/>
          </p:nvSpPr>
          <p:spPr>
            <a:xfrm>
              <a:off x="4388156" y="1754971"/>
              <a:ext cx="2362200" cy="23622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29" name="Picture 28" descr="Businessman in the hallway">
              <a:extLst>
                <a:ext uri="{FF2B5EF4-FFF2-40B4-BE49-F238E27FC236}">
                  <a16:creationId xmlns:a16="http://schemas.microsoft.com/office/drawing/2014/main" id="{800FF71B-B1FC-A09D-2AAB-EF7FE0C4EA1C}"/>
                </a:ext>
              </a:extLst>
            </p:cNvPr>
            <p:cNvPicPr>
              <a:picLocks noChangeAspect="1"/>
            </p:cNvPicPr>
            <p:nvPr/>
          </p:nvPicPr>
          <p:blipFill rotWithShape="1">
            <a:blip r:embed="rId31">
              <a:extLst>
                <a:ext uri="{28A0092B-C50C-407E-A947-70E740481C1C}">
                  <a14:useLocalDpi xmlns:a14="http://schemas.microsoft.com/office/drawing/2010/main" val="0"/>
                </a:ext>
              </a:extLst>
            </a:blip>
            <a:srcRect l="24223" t="10492" r="23010" b="10357"/>
            <a:stretch/>
          </p:blipFill>
          <p:spPr>
            <a:xfrm>
              <a:off x="4540558" y="1907373"/>
              <a:ext cx="2057396" cy="2057396"/>
            </a:xfrm>
            <a:prstGeom prst="ellipse">
              <a:avLst/>
            </a:prstGeom>
            <a:grpFill/>
          </p:spPr>
        </p:pic>
      </p:grpSp>
      <p:grpSp>
        <p:nvGrpSpPr>
          <p:cNvPr id="30" name="Group 29">
            <a:extLst>
              <a:ext uri="{FF2B5EF4-FFF2-40B4-BE49-F238E27FC236}">
                <a16:creationId xmlns:a16="http://schemas.microsoft.com/office/drawing/2014/main" id="{B1AFB343-939B-9E6F-D389-E10885F0EEAF}"/>
              </a:ext>
            </a:extLst>
          </p:cNvPr>
          <p:cNvGrpSpPr/>
          <p:nvPr/>
        </p:nvGrpSpPr>
        <p:grpSpPr>
          <a:xfrm>
            <a:off x="9599051" y="3824288"/>
            <a:ext cx="1981012" cy="1981012"/>
            <a:chOff x="7245656" y="1754971"/>
            <a:chExt cx="2362200" cy="2362200"/>
          </a:xfrm>
          <a:solidFill>
            <a:schemeClr val="accent2"/>
          </a:solidFill>
        </p:grpSpPr>
        <p:sp>
          <p:nvSpPr>
            <p:cNvPr id="31" name="Oval 30">
              <a:extLst>
                <a:ext uri="{FF2B5EF4-FFF2-40B4-BE49-F238E27FC236}">
                  <a16:creationId xmlns:a16="http://schemas.microsoft.com/office/drawing/2014/main" id="{21A3EA41-577B-F19F-1B07-3C9A5C68D380}"/>
                </a:ext>
              </a:extLst>
            </p:cNvPr>
            <p:cNvSpPr/>
            <p:nvPr/>
          </p:nvSpPr>
          <p:spPr>
            <a:xfrm>
              <a:off x="7245656" y="1754971"/>
              <a:ext cx="2362200" cy="23622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32" name="Picture 31" descr="Man with curly hair">
              <a:extLst>
                <a:ext uri="{FF2B5EF4-FFF2-40B4-BE49-F238E27FC236}">
                  <a16:creationId xmlns:a16="http://schemas.microsoft.com/office/drawing/2014/main" id="{5A22A909-4239-D4E4-29F1-42F187215A9C}"/>
                </a:ext>
              </a:extLst>
            </p:cNvPr>
            <p:cNvPicPr>
              <a:picLocks noChangeAspect="1"/>
            </p:cNvPicPr>
            <p:nvPr/>
          </p:nvPicPr>
          <p:blipFill rotWithShape="1">
            <a:blip r:embed="rId32">
              <a:extLst>
                <a:ext uri="{28A0092B-C50C-407E-A947-70E740481C1C}">
                  <a14:useLocalDpi xmlns:a14="http://schemas.microsoft.com/office/drawing/2010/main" val="0"/>
                </a:ext>
              </a:extLst>
            </a:blip>
            <a:srcRect l="36529" t="3652" r="1521" b="3469"/>
            <a:stretch/>
          </p:blipFill>
          <p:spPr>
            <a:xfrm>
              <a:off x="7395187" y="1904502"/>
              <a:ext cx="2063138" cy="2063138"/>
            </a:xfrm>
            <a:prstGeom prst="ellipse">
              <a:avLst/>
            </a:prstGeom>
            <a:grpFill/>
          </p:spPr>
        </p:pic>
      </p:grpSp>
      <p:grpSp>
        <p:nvGrpSpPr>
          <p:cNvPr id="33" name="Group 32">
            <a:extLst>
              <a:ext uri="{FF2B5EF4-FFF2-40B4-BE49-F238E27FC236}">
                <a16:creationId xmlns:a16="http://schemas.microsoft.com/office/drawing/2014/main" id="{DEE1CC74-9478-5201-1156-4EC4F3DCAB71}"/>
              </a:ext>
            </a:extLst>
          </p:cNvPr>
          <p:cNvGrpSpPr/>
          <p:nvPr/>
        </p:nvGrpSpPr>
        <p:grpSpPr>
          <a:xfrm>
            <a:off x="4142138" y="3745898"/>
            <a:ext cx="629364" cy="496969"/>
            <a:chOff x="669116" y="2123782"/>
            <a:chExt cx="662608" cy="523220"/>
          </a:xfrm>
        </p:grpSpPr>
        <p:sp>
          <p:nvSpPr>
            <p:cNvPr id="34" name="Oval 33">
              <a:extLst>
                <a:ext uri="{FF2B5EF4-FFF2-40B4-BE49-F238E27FC236}">
                  <a16:creationId xmlns:a16="http://schemas.microsoft.com/office/drawing/2014/main" id="{A290FD6F-FD8B-EFD5-0718-C5C66244CBA2}"/>
                </a:ext>
              </a:extLst>
            </p:cNvPr>
            <p:cNvSpPr/>
            <p:nvPr/>
          </p:nvSpPr>
          <p:spPr>
            <a:xfrm>
              <a:off x="732304" y="2123782"/>
              <a:ext cx="523220" cy="523220"/>
            </a:xfrm>
            <a:prstGeom prst="ellipse">
              <a:avLst/>
            </a:prstGeom>
            <a:solidFill>
              <a:srgbClr val="EA8F4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5" name="TextBox 34">
              <a:extLst>
                <a:ext uri="{FF2B5EF4-FFF2-40B4-BE49-F238E27FC236}">
                  <a16:creationId xmlns:a16="http://schemas.microsoft.com/office/drawing/2014/main" id="{896D31F2-85F5-6057-DCAE-A58EA5FF65A9}"/>
                </a:ext>
              </a:extLst>
            </p:cNvPr>
            <p:cNvSpPr txBox="1"/>
            <p:nvPr/>
          </p:nvSpPr>
          <p:spPr>
            <a:xfrm>
              <a:off x="669116" y="2132742"/>
              <a:ext cx="662608"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E6E7E9"/>
                  </a:solidFill>
                  <a:effectLst/>
                  <a:uLnTx/>
                  <a:uFillTx/>
                  <a:latin typeface="Tw Cen MT" panose="020B0602020104020603" pitchFamily="34" charset="0"/>
                  <a:ea typeface="+mn-ea"/>
                  <a:cs typeface="+mn-cs"/>
                </a:rPr>
                <a:t>01</a:t>
              </a:r>
            </a:p>
          </p:txBody>
        </p:sp>
      </p:grpSp>
      <p:grpSp>
        <p:nvGrpSpPr>
          <p:cNvPr id="36" name="Group 35">
            <a:extLst>
              <a:ext uri="{FF2B5EF4-FFF2-40B4-BE49-F238E27FC236}">
                <a16:creationId xmlns:a16="http://schemas.microsoft.com/office/drawing/2014/main" id="{AD887548-F28B-065F-0A02-7FE819C45407}"/>
              </a:ext>
            </a:extLst>
          </p:cNvPr>
          <p:cNvGrpSpPr/>
          <p:nvPr/>
        </p:nvGrpSpPr>
        <p:grpSpPr>
          <a:xfrm>
            <a:off x="6828120" y="3745898"/>
            <a:ext cx="629364" cy="496969"/>
            <a:chOff x="661207" y="2123782"/>
            <a:chExt cx="662608" cy="523220"/>
          </a:xfrm>
        </p:grpSpPr>
        <p:sp>
          <p:nvSpPr>
            <p:cNvPr id="37" name="Oval 36">
              <a:extLst>
                <a:ext uri="{FF2B5EF4-FFF2-40B4-BE49-F238E27FC236}">
                  <a16:creationId xmlns:a16="http://schemas.microsoft.com/office/drawing/2014/main" id="{BD0EE0BB-F62A-5797-43CF-CB3A92DDBD13}"/>
                </a:ext>
              </a:extLst>
            </p:cNvPr>
            <p:cNvSpPr/>
            <p:nvPr/>
          </p:nvSpPr>
          <p:spPr>
            <a:xfrm>
              <a:off x="732304" y="2123782"/>
              <a:ext cx="523220" cy="523220"/>
            </a:xfrm>
            <a:prstGeom prst="ellipse">
              <a:avLst/>
            </a:prstGeom>
            <a:solidFill>
              <a:srgbClr val="EA8F4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8" name="TextBox 37">
              <a:extLst>
                <a:ext uri="{FF2B5EF4-FFF2-40B4-BE49-F238E27FC236}">
                  <a16:creationId xmlns:a16="http://schemas.microsoft.com/office/drawing/2014/main" id="{25A756A7-9A53-D09F-37C7-929C750E9C09}"/>
                </a:ext>
              </a:extLst>
            </p:cNvPr>
            <p:cNvSpPr txBox="1"/>
            <p:nvPr/>
          </p:nvSpPr>
          <p:spPr>
            <a:xfrm>
              <a:off x="661207" y="2132744"/>
              <a:ext cx="662608"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E6E7E9"/>
                  </a:solidFill>
                  <a:effectLst/>
                  <a:uLnTx/>
                  <a:uFillTx/>
                  <a:latin typeface="Tw Cen MT" panose="020B0602020104020603" pitchFamily="34" charset="0"/>
                  <a:ea typeface="+mn-ea"/>
                  <a:cs typeface="+mn-cs"/>
                </a:rPr>
                <a:t>02</a:t>
              </a:r>
            </a:p>
          </p:txBody>
        </p:sp>
      </p:grpSp>
      <p:grpSp>
        <p:nvGrpSpPr>
          <p:cNvPr id="39" name="Group 38">
            <a:extLst>
              <a:ext uri="{FF2B5EF4-FFF2-40B4-BE49-F238E27FC236}">
                <a16:creationId xmlns:a16="http://schemas.microsoft.com/office/drawing/2014/main" id="{FFFF32F6-3FFA-BC26-99BF-0DC0BAA1DD60}"/>
              </a:ext>
            </a:extLst>
          </p:cNvPr>
          <p:cNvGrpSpPr/>
          <p:nvPr/>
        </p:nvGrpSpPr>
        <p:grpSpPr>
          <a:xfrm>
            <a:off x="9599051" y="3752712"/>
            <a:ext cx="629364" cy="482581"/>
            <a:chOff x="678684" y="2131356"/>
            <a:chExt cx="662608" cy="508072"/>
          </a:xfrm>
        </p:grpSpPr>
        <p:sp>
          <p:nvSpPr>
            <p:cNvPr id="40" name="Oval 39">
              <a:extLst>
                <a:ext uri="{FF2B5EF4-FFF2-40B4-BE49-F238E27FC236}">
                  <a16:creationId xmlns:a16="http://schemas.microsoft.com/office/drawing/2014/main" id="{064A4941-DDB0-FE8C-EA91-803ED73839F3}"/>
                </a:ext>
              </a:extLst>
            </p:cNvPr>
            <p:cNvSpPr/>
            <p:nvPr/>
          </p:nvSpPr>
          <p:spPr>
            <a:xfrm>
              <a:off x="739878" y="2131356"/>
              <a:ext cx="508072" cy="508072"/>
            </a:xfrm>
            <a:prstGeom prst="ellipse">
              <a:avLst/>
            </a:prstGeom>
            <a:solidFill>
              <a:srgbClr val="EA8F4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1" name="TextBox 40">
              <a:extLst>
                <a:ext uri="{FF2B5EF4-FFF2-40B4-BE49-F238E27FC236}">
                  <a16:creationId xmlns:a16="http://schemas.microsoft.com/office/drawing/2014/main" id="{755F7893-C680-A0F3-C1E5-B78863D6643C}"/>
                </a:ext>
              </a:extLst>
            </p:cNvPr>
            <p:cNvSpPr txBox="1"/>
            <p:nvPr/>
          </p:nvSpPr>
          <p:spPr>
            <a:xfrm>
              <a:off x="678684" y="2133142"/>
              <a:ext cx="662608"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E6E7E9"/>
                  </a:solidFill>
                  <a:effectLst/>
                  <a:uLnTx/>
                  <a:uFillTx/>
                  <a:latin typeface="Tw Cen MT" panose="020B0602020104020603" pitchFamily="34" charset="0"/>
                  <a:ea typeface="+mn-ea"/>
                  <a:cs typeface="+mn-cs"/>
                </a:rPr>
                <a:t>03</a:t>
              </a:r>
            </a:p>
          </p:txBody>
        </p:sp>
      </p:grpSp>
      <p:sp>
        <p:nvSpPr>
          <p:cNvPr id="3" name="TextBox 2">
            <a:extLst>
              <a:ext uri="{FF2B5EF4-FFF2-40B4-BE49-F238E27FC236}">
                <a16:creationId xmlns:a16="http://schemas.microsoft.com/office/drawing/2014/main" id="{978534CF-9271-C866-BDD3-9865ECBF6ED1}"/>
              </a:ext>
            </a:extLst>
          </p:cNvPr>
          <p:cNvSpPr txBox="1"/>
          <p:nvPr/>
        </p:nvSpPr>
        <p:spPr>
          <a:xfrm>
            <a:off x="4824679" y="2136336"/>
            <a:ext cx="6435235"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white"/>
                </a:solidFill>
                <a:effectLst/>
                <a:uLnTx/>
                <a:uFillTx/>
                <a:latin typeface="Bahnschrift SemiLight" panose="020B0502040204020203" pitchFamily="34" charset="0"/>
                <a:ea typeface="+mn-ea"/>
                <a:cs typeface="Arial" panose="020B0604020202020204" pitchFamily="34" charset="0"/>
              </a:rPr>
              <a:t>3. Write your text here. Write your text here. Write your text here. Write your text here. </a:t>
            </a:r>
            <a:endParaRPr kumimoji="0" lang="ru-RU"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32609372"/>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24"/>
                                        </p:tgtEl>
                                        <p:attrNameLst>
                                          <p:attrName>style.visibility</p:attrName>
                                        </p:attrNameLst>
                                      </p:cBhvr>
                                      <p:to>
                                        <p:strVal val="visible"/>
                                      </p:to>
                                    </p:set>
                                    <p:anim calcmode="lin" valueType="num">
                                      <p:cBhvr>
                                        <p:cTn id="7" dur="250" fill="hold"/>
                                        <p:tgtEl>
                                          <p:spTgt spid="24"/>
                                        </p:tgtEl>
                                        <p:attrNameLst>
                                          <p:attrName>ppt_w</p:attrName>
                                        </p:attrNameLst>
                                      </p:cBhvr>
                                      <p:tavLst>
                                        <p:tav tm="0">
                                          <p:val>
                                            <p:fltVal val="0"/>
                                          </p:val>
                                        </p:tav>
                                        <p:tav tm="100000">
                                          <p:val>
                                            <p:strVal val="#ppt_w"/>
                                          </p:val>
                                        </p:tav>
                                      </p:tavLst>
                                    </p:anim>
                                    <p:anim calcmode="lin" valueType="num">
                                      <p:cBhvr>
                                        <p:cTn id="8" dur="250" fill="hold"/>
                                        <p:tgtEl>
                                          <p:spTgt spid="24"/>
                                        </p:tgtEl>
                                        <p:attrNameLst>
                                          <p:attrName>ppt_h</p:attrName>
                                        </p:attrNameLst>
                                      </p:cBhvr>
                                      <p:tavLst>
                                        <p:tav tm="0">
                                          <p:val>
                                            <p:fltVal val="0"/>
                                          </p:val>
                                        </p:tav>
                                        <p:tav tm="100000">
                                          <p:val>
                                            <p:strVal val="#ppt_h"/>
                                          </p:val>
                                        </p:tav>
                                      </p:tavLst>
                                    </p:anim>
                                    <p:animEffect transition="in" filter="fade">
                                      <p:cBhvr>
                                        <p:cTn id="9" dur="250"/>
                                        <p:tgtEl>
                                          <p:spTgt spid="24"/>
                                        </p:tgtEl>
                                      </p:cBhvr>
                                    </p:animEffect>
                                  </p:childTnLst>
                                </p:cTn>
                              </p:par>
                            </p:childTnLst>
                          </p:cTn>
                        </p:par>
                        <p:par>
                          <p:cTn id="10" fill="hold">
                            <p:stCondLst>
                              <p:cond delay="250"/>
                            </p:stCondLst>
                            <p:childTnLst>
                              <p:par>
                                <p:cTn id="11" presetID="53" presetClass="entr" presetSubtype="16" fill="hold" nodeType="afterEffect">
                                  <p:stCondLst>
                                    <p:cond delay="0"/>
                                  </p:stCondLst>
                                  <p:childTnLst>
                                    <p:set>
                                      <p:cBhvr>
                                        <p:cTn id="12" dur="1" fill="hold">
                                          <p:stCondLst>
                                            <p:cond delay="0"/>
                                          </p:stCondLst>
                                        </p:cTn>
                                        <p:tgtEl>
                                          <p:spTgt spid="33"/>
                                        </p:tgtEl>
                                        <p:attrNameLst>
                                          <p:attrName>style.visibility</p:attrName>
                                        </p:attrNameLst>
                                      </p:cBhvr>
                                      <p:to>
                                        <p:strVal val="visible"/>
                                      </p:to>
                                    </p:set>
                                    <p:anim calcmode="lin" valueType="num">
                                      <p:cBhvr>
                                        <p:cTn id="13" dur="250" fill="hold"/>
                                        <p:tgtEl>
                                          <p:spTgt spid="33"/>
                                        </p:tgtEl>
                                        <p:attrNameLst>
                                          <p:attrName>ppt_w</p:attrName>
                                        </p:attrNameLst>
                                      </p:cBhvr>
                                      <p:tavLst>
                                        <p:tav tm="0">
                                          <p:val>
                                            <p:fltVal val="0"/>
                                          </p:val>
                                        </p:tav>
                                        <p:tav tm="100000">
                                          <p:val>
                                            <p:strVal val="#ppt_w"/>
                                          </p:val>
                                        </p:tav>
                                      </p:tavLst>
                                    </p:anim>
                                    <p:anim calcmode="lin" valueType="num">
                                      <p:cBhvr>
                                        <p:cTn id="14" dur="250" fill="hold"/>
                                        <p:tgtEl>
                                          <p:spTgt spid="33"/>
                                        </p:tgtEl>
                                        <p:attrNameLst>
                                          <p:attrName>ppt_h</p:attrName>
                                        </p:attrNameLst>
                                      </p:cBhvr>
                                      <p:tavLst>
                                        <p:tav tm="0">
                                          <p:val>
                                            <p:fltVal val="0"/>
                                          </p:val>
                                        </p:tav>
                                        <p:tav tm="100000">
                                          <p:val>
                                            <p:strVal val="#ppt_h"/>
                                          </p:val>
                                        </p:tav>
                                      </p:tavLst>
                                    </p:anim>
                                    <p:animEffect transition="in" filter="fade">
                                      <p:cBhvr>
                                        <p:cTn id="15" dur="250"/>
                                        <p:tgtEl>
                                          <p:spTgt spid="33"/>
                                        </p:tgtEl>
                                      </p:cBhvr>
                                    </p:animEffect>
                                  </p:childTnLst>
                                </p:cTn>
                              </p:par>
                            </p:childTnLst>
                          </p:cTn>
                        </p:par>
                        <p:par>
                          <p:cTn id="16" fill="hold">
                            <p:stCondLst>
                              <p:cond delay="500"/>
                            </p:stCondLst>
                            <p:childTnLst>
                              <p:par>
                                <p:cTn id="17" presetID="53" presetClass="entr" presetSubtype="16" fill="hold" nodeType="afterEffect">
                                  <p:stCondLst>
                                    <p:cond delay="0"/>
                                  </p:stCondLst>
                                  <p:childTnLst>
                                    <p:set>
                                      <p:cBhvr>
                                        <p:cTn id="18" dur="1" fill="hold">
                                          <p:stCondLst>
                                            <p:cond delay="0"/>
                                          </p:stCondLst>
                                        </p:cTn>
                                        <p:tgtEl>
                                          <p:spTgt spid="27"/>
                                        </p:tgtEl>
                                        <p:attrNameLst>
                                          <p:attrName>style.visibility</p:attrName>
                                        </p:attrNameLst>
                                      </p:cBhvr>
                                      <p:to>
                                        <p:strVal val="visible"/>
                                      </p:to>
                                    </p:set>
                                    <p:anim calcmode="lin" valueType="num">
                                      <p:cBhvr>
                                        <p:cTn id="19" dur="250" fill="hold"/>
                                        <p:tgtEl>
                                          <p:spTgt spid="27"/>
                                        </p:tgtEl>
                                        <p:attrNameLst>
                                          <p:attrName>ppt_w</p:attrName>
                                        </p:attrNameLst>
                                      </p:cBhvr>
                                      <p:tavLst>
                                        <p:tav tm="0">
                                          <p:val>
                                            <p:fltVal val="0"/>
                                          </p:val>
                                        </p:tav>
                                        <p:tav tm="100000">
                                          <p:val>
                                            <p:strVal val="#ppt_w"/>
                                          </p:val>
                                        </p:tav>
                                      </p:tavLst>
                                    </p:anim>
                                    <p:anim calcmode="lin" valueType="num">
                                      <p:cBhvr>
                                        <p:cTn id="20" dur="250" fill="hold"/>
                                        <p:tgtEl>
                                          <p:spTgt spid="27"/>
                                        </p:tgtEl>
                                        <p:attrNameLst>
                                          <p:attrName>ppt_h</p:attrName>
                                        </p:attrNameLst>
                                      </p:cBhvr>
                                      <p:tavLst>
                                        <p:tav tm="0">
                                          <p:val>
                                            <p:fltVal val="0"/>
                                          </p:val>
                                        </p:tav>
                                        <p:tav tm="100000">
                                          <p:val>
                                            <p:strVal val="#ppt_h"/>
                                          </p:val>
                                        </p:tav>
                                      </p:tavLst>
                                    </p:anim>
                                    <p:animEffect transition="in" filter="fade">
                                      <p:cBhvr>
                                        <p:cTn id="21" dur="250"/>
                                        <p:tgtEl>
                                          <p:spTgt spid="27"/>
                                        </p:tgtEl>
                                      </p:cBhvr>
                                    </p:animEffect>
                                  </p:childTnLst>
                                </p:cTn>
                              </p:par>
                            </p:childTnLst>
                          </p:cTn>
                        </p:par>
                        <p:par>
                          <p:cTn id="22" fill="hold">
                            <p:stCondLst>
                              <p:cond delay="750"/>
                            </p:stCondLst>
                            <p:childTnLst>
                              <p:par>
                                <p:cTn id="23" presetID="53" presetClass="entr" presetSubtype="16" fill="hold" nodeType="afterEffect">
                                  <p:stCondLst>
                                    <p:cond delay="0"/>
                                  </p:stCondLst>
                                  <p:childTnLst>
                                    <p:set>
                                      <p:cBhvr>
                                        <p:cTn id="24" dur="1" fill="hold">
                                          <p:stCondLst>
                                            <p:cond delay="0"/>
                                          </p:stCondLst>
                                        </p:cTn>
                                        <p:tgtEl>
                                          <p:spTgt spid="36"/>
                                        </p:tgtEl>
                                        <p:attrNameLst>
                                          <p:attrName>style.visibility</p:attrName>
                                        </p:attrNameLst>
                                      </p:cBhvr>
                                      <p:to>
                                        <p:strVal val="visible"/>
                                      </p:to>
                                    </p:set>
                                    <p:anim calcmode="lin" valueType="num">
                                      <p:cBhvr>
                                        <p:cTn id="25" dur="250" fill="hold"/>
                                        <p:tgtEl>
                                          <p:spTgt spid="36"/>
                                        </p:tgtEl>
                                        <p:attrNameLst>
                                          <p:attrName>ppt_w</p:attrName>
                                        </p:attrNameLst>
                                      </p:cBhvr>
                                      <p:tavLst>
                                        <p:tav tm="0">
                                          <p:val>
                                            <p:fltVal val="0"/>
                                          </p:val>
                                        </p:tav>
                                        <p:tav tm="100000">
                                          <p:val>
                                            <p:strVal val="#ppt_w"/>
                                          </p:val>
                                        </p:tav>
                                      </p:tavLst>
                                    </p:anim>
                                    <p:anim calcmode="lin" valueType="num">
                                      <p:cBhvr>
                                        <p:cTn id="26" dur="250" fill="hold"/>
                                        <p:tgtEl>
                                          <p:spTgt spid="36"/>
                                        </p:tgtEl>
                                        <p:attrNameLst>
                                          <p:attrName>ppt_h</p:attrName>
                                        </p:attrNameLst>
                                      </p:cBhvr>
                                      <p:tavLst>
                                        <p:tav tm="0">
                                          <p:val>
                                            <p:fltVal val="0"/>
                                          </p:val>
                                        </p:tav>
                                        <p:tav tm="100000">
                                          <p:val>
                                            <p:strVal val="#ppt_h"/>
                                          </p:val>
                                        </p:tav>
                                      </p:tavLst>
                                    </p:anim>
                                    <p:animEffect transition="in" filter="fade">
                                      <p:cBhvr>
                                        <p:cTn id="27" dur="250"/>
                                        <p:tgtEl>
                                          <p:spTgt spid="36"/>
                                        </p:tgtEl>
                                      </p:cBhvr>
                                    </p:animEffect>
                                  </p:childTnLst>
                                </p:cTn>
                              </p:par>
                            </p:childTnLst>
                          </p:cTn>
                        </p:par>
                        <p:par>
                          <p:cTn id="28" fill="hold">
                            <p:stCondLst>
                              <p:cond delay="1000"/>
                            </p:stCondLst>
                            <p:childTnLst>
                              <p:par>
                                <p:cTn id="29" presetID="53" presetClass="entr" presetSubtype="16" fill="hold" nodeType="afterEffect">
                                  <p:stCondLst>
                                    <p:cond delay="0"/>
                                  </p:stCondLst>
                                  <p:childTnLst>
                                    <p:set>
                                      <p:cBhvr>
                                        <p:cTn id="30" dur="1" fill="hold">
                                          <p:stCondLst>
                                            <p:cond delay="0"/>
                                          </p:stCondLst>
                                        </p:cTn>
                                        <p:tgtEl>
                                          <p:spTgt spid="30"/>
                                        </p:tgtEl>
                                        <p:attrNameLst>
                                          <p:attrName>style.visibility</p:attrName>
                                        </p:attrNameLst>
                                      </p:cBhvr>
                                      <p:to>
                                        <p:strVal val="visible"/>
                                      </p:to>
                                    </p:set>
                                    <p:anim calcmode="lin" valueType="num">
                                      <p:cBhvr>
                                        <p:cTn id="31" dur="250" fill="hold"/>
                                        <p:tgtEl>
                                          <p:spTgt spid="30"/>
                                        </p:tgtEl>
                                        <p:attrNameLst>
                                          <p:attrName>ppt_w</p:attrName>
                                        </p:attrNameLst>
                                      </p:cBhvr>
                                      <p:tavLst>
                                        <p:tav tm="0">
                                          <p:val>
                                            <p:fltVal val="0"/>
                                          </p:val>
                                        </p:tav>
                                        <p:tav tm="100000">
                                          <p:val>
                                            <p:strVal val="#ppt_w"/>
                                          </p:val>
                                        </p:tav>
                                      </p:tavLst>
                                    </p:anim>
                                    <p:anim calcmode="lin" valueType="num">
                                      <p:cBhvr>
                                        <p:cTn id="32" dur="250" fill="hold"/>
                                        <p:tgtEl>
                                          <p:spTgt spid="30"/>
                                        </p:tgtEl>
                                        <p:attrNameLst>
                                          <p:attrName>ppt_h</p:attrName>
                                        </p:attrNameLst>
                                      </p:cBhvr>
                                      <p:tavLst>
                                        <p:tav tm="0">
                                          <p:val>
                                            <p:fltVal val="0"/>
                                          </p:val>
                                        </p:tav>
                                        <p:tav tm="100000">
                                          <p:val>
                                            <p:strVal val="#ppt_h"/>
                                          </p:val>
                                        </p:tav>
                                      </p:tavLst>
                                    </p:anim>
                                    <p:animEffect transition="in" filter="fade">
                                      <p:cBhvr>
                                        <p:cTn id="33" dur="250"/>
                                        <p:tgtEl>
                                          <p:spTgt spid="30"/>
                                        </p:tgtEl>
                                      </p:cBhvr>
                                    </p:animEffect>
                                  </p:childTnLst>
                                </p:cTn>
                              </p:par>
                            </p:childTnLst>
                          </p:cTn>
                        </p:par>
                        <p:par>
                          <p:cTn id="34" fill="hold">
                            <p:stCondLst>
                              <p:cond delay="1250"/>
                            </p:stCondLst>
                            <p:childTnLst>
                              <p:par>
                                <p:cTn id="35" presetID="53" presetClass="entr" presetSubtype="16" fill="hold" nodeType="afterEffect">
                                  <p:stCondLst>
                                    <p:cond delay="0"/>
                                  </p:stCondLst>
                                  <p:childTnLst>
                                    <p:set>
                                      <p:cBhvr>
                                        <p:cTn id="36" dur="1" fill="hold">
                                          <p:stCondLst>
                                            <p:cond delay="0"/>
                                          </p:stCondLst>
                                        </p:cTn>
                                        <p:tgtEl>
                                          <p:spTgt spid="39"/>
                                        </p:tgtEl>
                                        <p:attrNameLst>
                                          <p:attrName>style.visibility</p:attrName>
                                        </p:attrNameLst>
                                      </p:cBhvr>
                                      <p:to>
                                        <p:strVal val="visible"/>
                                      </p:to>
                                    </p:set>
                                    <p:anim calcmode="lin" valueType="num">
                                      <p:cBhvr>
                                        <p:cTn id="37" dur="250" fill="hold"/>
                                        <p:tgtEl>
                                          <p:spTgt spid="39"/>
                                        </p:tgtEl>
                                        <p:attrNameLst>
                                          <p:attrName>ppt_w</p:attrName>
                                        </p:attrNameLst>
                                      </p:cBhvr>
                                      <p:tavLst>
                                        <p:tav tm="0">
                                          <p:val>
                                            <p:fltVal val="0"/>
                                          </p:val>
                                        </p:tav>
                                        <p:tav tm="100000">
                                          <p:val>
                                            <p:strVal val="#ppt_w"/>
                                          </p:val>
                                        </p:tav>
                                      </p:tavLst>
                                    </p:anim>
                                    <p:anim calcmode="lin" valueType="num">
                                      <p:cBhvr>
                                        <p:cTn id="38" dur="250" fill="hold"/>
                                        <p:tgtEl>
                                          <p:spTgt spid="39"/>
                                        </p:tgtEl>
                                        <p:attrNameLst>
                                          <p:attrName>ppt_h</p:attrName>
                                        </p:attrNameLst>
                                      </p:cBhvr>
                                      <p:tavLst>
                                        <p:tav tm="0">
                                          <p:val>
                                            <p:fltVal val="0"/>
                                          </p:val>
                                        </p:tav>
                                        <p:tav tm="100000">
                                          <p:val>
                                            <p:strVal val="#ppt_h"/>
                                          </p:val>
                                        </p:tav>
                                      </p:tavLst>
                                    </p:anim>
                                    <p:animEffect transition="in" filter="fade">
                                      <p:cBhvr>
                                        <p:cTn id="39" dur="25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40" restart="whenNotActive" fill="hold" evtFilter="cancelBubble" nodeType="interactiveSeq">
                <p:stCondLst>
                  <p:cond evt="onClick" delay="0">
                    <p:tgtEl>
                      <p:spTgt spid="12"/>
                    </p:tgtEl>
                  </p:cond>
                </p:stCondLst>
                <p:endSync evt="end" delay="0">
                  <p:rtn val="all"/>
                </p:endSync>
                <p:childTnLst>
                  <p:par>
                    <p:cTn id="41" fill="hold">
                      <p:stCondLst>
                        <p:cond delay="0"/>
                      </p:stCondLst>
                      <p:childTnLst>
                        <p:par>
                          <p:cTn id="42" fill="hold">
                            <p:stCondLst>
                              <p:cond delay="0"/>
                            </p:stCondLst>
                            <p:childTnLst>
                              <p:par>
                                <p:cTn id="43" presetID="10" presetClass="exit" presetSubtype="0" fill="hold" nodeType="clickEffect">
                                  <p:stCondLst>
                                    <p:cond delay="0"/>
                                  </p:stCondLst>
                                  <p:childTnLst>
                                    <p:animEffect transition="out" filter="fade">
                                      <p:cBhvr>
                                        <p:cTn id="44" dur="400"/>
                                        <p:tgtEl>
                                          <p:spTgt spid="8"/>
                                        </p:tgtEl>
                                      </p:cBhvr>
                                    </p:animEffect>
                                    <p:set>
                                      <p:cBhvr>
                                        <p:cTn id="45" dur="1" fill="hold">
                                          <p:stCondLst>
                                            <p:cond delay="399"/>
                                          </p:stCondLst>
                                        </p:cTn>
                                        <p:tgtEl>
                                          <p:spTgt spid="8"/>
                                        </p:tgtEl>
                                        <p:attrNameLst>
                                          <p:attrName>style.visibility</p:attrName>
                                        </p:attrNameLst>
                                      </p:cBhvr>
                                      <p:to>
                                        <p:strVal val="hidden"/>
                                      </p:to>
                                    </p:set>
                                  </p:childTnLst>
                                </p:cTn>
                              </p:par>
                            </p:childTnLst>
                          </p:cTn>
                        </p:par>
                        <p:par>
                          <p:cTn id="46" fill="hold">
                            <p:stCondLst>
                              <p:cond delay="400"/>
                            </p:stCondLst>
                            <p:childTnLst>
                              <p:par>
                                <p:cTn id="47" presetID="1" presetClass="exit" presetSubtype="0" fill="hold" nodeType="afterEffect">
                                  <p:stCondLst>
                                    <p:cond delay="0"/>
                                  </p:stCondLst>
                                  <p:childTnLst>
                                    <p:set>
                                      <p:cBhvr>
                                        <p:cTn id="48" dur="1" fill="hold">
                                          <p:stCondLst>
                                            <p:cond delay="0"/>
                                          </p:stCondLst>
                                        </p:cTn>
                                        <p:tgtEl>
                                          <p:spTgt spid="12"/>
                                        </p:tgtEl>
                                        <p:attrNameLst>
                                          <p:attrName>style.visibility</p:attrName>
                                        </p:attrNameLst>
                                      </p:cBhvr>
                                      <p:to>
                                        <p:strVal val="hidden"/>
                                      </p:to>
                                    </p:set>
                                  </p:childTnLst>
                                </p:cTn>
                              </p:par>
                            </p:childTnLst>
                          </p:cTn>
                        </p:par>
                        <p:par>
                          <p:cTn id="49" fill="hold">
                            <p:stCondLst>
                              <p:cond delay="400"/>
                            </p:stCondLst>
                            <p:childTnLst>
                              <p:par>
                                <p:cTn id="50" presetID="53" presetClass="exit" presetSubtype="32" fill="hold" nodeType="afterEffect">
                                  <p:stCondLst>
                                    <p:cond delay="0"/>
                                  </p:stCondLst>
                                  <p:childTnLst>
                                    <p:anim calcmode="lin" valueType="num">
                                      <p:cBhvr>
                                        <p:cTn id="51" dur="250"/>
                                        <p:tgtEl>
                                          <p:spTgt spid="13"/>
                                        </p:tgtEl>
                                        <p:attrNameLst>
                                          <p:attrName>ppt_w</p:attrName>
                                        </p:attrNameLst>
                                      </p:cBhvr>
                                      <p:tavLst>
                                        <p:tav tm="0">
                                          <p:val>
                                            <p:strVal val="ppt_w"/>
                                          </p:val>
                                        </p:tav>
                                        <p:tav tm="100000">
                                          <p:val>
                                            <p:fltVal val="0"/>
                                          </p:val>
                                        </p:tav>
                                      </p:tavLst>
                                    </p:anim>
                                    <p:anim calcmode="lin" valueType="num">
                                      <p:cBhvr>
                                        <p:cTn id="52" dur="250"/>
                                        <p:tgtEl>
                                          <p:spTgt spid="13"/>
                                        </p:tgtEl>
                                        <p:attrNameLst>
                                          <p:attrName>ppt_h</p:attrName>
                                        </p:attrNameLst>
                                      </p:cBhvr>
                                      <p:tavLst>
                                        <p:tav tm="0">
                                          <p:val>
                                            <p:strVal val="ppt_h"/>
                                          </p:val>
                                        </p:tav>
                                        <p:tav tm="100000">
                                          <p:val>
                                            <p:fltVal val="0"/>
                                          </p:val>
                                        </p:tav>
                                      </p:tavLst>
                                    </p:anim>
                                    <p:animEffect transition="out" filter="fade">
                                      <p:cBhvr>
                                        <p:cTn id="53" dur="250"/>
                                        <p:tgtEl>
                                          <p:spTgt spid="13"/>
                                        </p:tgtEl>
                                      </p:cBhvr>
                                    </p:animEffect>
                                    <p:set>
                                      <p:cBhvr>
                                        <p:cTn id="54" dur="1" fill="hold">
                                          <p:stCondLst>
                                            <p:cond delay="249"/>
                                          </p:stCondLst>
                                        </p:cTn>
                                        <p:tgtEl>
                                          <p:spTgt spid="13"/>
                                        </p:tgtEl>
                                        <p:attrNameLst>
                                          <p:attrName>style.visibility</p:attrName>
                                        </p:attrNameLst>
                                      </p:cBhvr>
                                      <p:to>
                                        <p:strVal val="hidden"/>
                                      </p:to>
                                    </p:set>
                                  </p:childTnLst>
                                </p:cTn>
                              </p:par>
                              <p:par>
                                <p:cTn id="55" presetID="53" presetClass="exit" presetSubtype="32" fill="hold" nodeType="withEffect">
                                  <p:stCondLst>
                                    <p:cond delay="0"/>
                                  </p:stCondLst>
                                  <p:childTnLst>
                                    <p:anim calcmode="lin" valueType="num">
                                      <p:cBhvr>
                                        <p:cTn id="56" dur="250"/>
                                        <p:tgtEl>
                                          <p:spTgt spid="19"/>
                                        </p:tgtEl>
                                        <p:attrNameLst>
                                          <p:attrName>ppt_w</p:attrName>
                                        </p:attrNameLst>
                                      </p:cBhvr>
                                      <p:tavLst>
                                        <p:tav tm="0">
                                          <p:val>
                                            <p:strVal val="ppt_w"/>
                                          </p:val>
                                        </p:tav>
                                        <p:tav tm="100000">
                                          <p:val>
                                            <p:fltVal val="0"/>
                                          </p:val>
                                        </p:tav>
                                      </p:tavLst>
                                    </p:anim>
                                    <p:anim calcmode="lin" valueType="num">
                                      <p:cBhvr>
                                        <p:cTn id="57" dur="250"/>
                                        <p:tgtEl>
                                          <p:spTgt spid="19"/>
                                        </p:tgtEl>
                                        <p:attrNameLst>
                                          <p:attrName>ppt_h</p:attrName>
                                        </p:attrNameLst>
                                      </p:cBhvr>
                                      <p:tavLst>
                                        <p:tav tm="0">
                                          <p:val>
                                            <p:strVal val="ppt_h"/>
                                          </p:val>
                                        </p:tav>
                                        <p:tav tm="100000">
                                          <p:val>
                                            <p:fltVal val="0"/>
                                          </p:val>
                                        </p:tav>
                                      </p:tavLst>
                                    </p:anim>
                                    <p:animEffect transition="out" filter="fade">
                                      <p:cBhvr>
                                        <p:cTn id="58" dur="250"/>
                                        <p:tgtEl>
                                          <p:spTgt spid="19"/>
                                        </p:tgtEl>
                                      </p:cBhvr>
                                    </p:animEffect>
                                    <p:set>
                                      <p:cBhvr>
                                        <p:cTn id="59" dur="1" fill="hold">
                                          <p:stCondLst>
                                            <p:cond delay="249"/>
                                          </p:stCondLst>
                                        </p:cTn>
                                        <p:tgtEl>
                                          <p:spTgt spid="19"/>
                                        </p:tgtEl>
                                        <p:attrNameLst>
                                          <p:attrName>style.visibility</p:attrName>
                                        </p:attrNameLst>
                                      </p:cBhvr>
                                      <p:to>
                                        <p:strVal val="hidden"/>
                                      </p:to>
                                    </p:set>
                                  </p:childTnLst>
                                </p:cTn>
                              </p:par>
                              <p:par>
                                <p:cTn id="60" presetID="53" presetClass="exit" presetSubtype="32" fill="hold" nodeType="withEffect">
                                  <p:stCondLst>
                                    <p:cond delay="0"/>
                                  </p:stCondLst>
                                  <p:childTnLst>
                                    <p:anim calcmode="lin" valueType="num">
                                      <p:cBhvr>
                                        <p:cTn id="61" dur="250"/>
                                        <p:tgtEl>
                                          <p:spTgt spid="17"/>
                                        </p:tgtEl>
                                        <p:attrNameLst>
                                          <p:attrName>ppt_w</p:attrName>
                                        </p:attrNameLst>
                                      </p:cBhvr>
                                      <p:tavLst>
                                        <p:tav tm="0">
                                          <p:val>
                                            <p:strVal val="ppt_w"/>
                                          </p:val>
                                        </p:tav>
                                        <p:tav tm="100000">
                                          <p:val>
                                            <p:fltVal val="0"/>
                                          </p:val>
                                        </p:tav>
                                      </p:tavLst>
                                    </p:anim>
                                    <p:anim calcmode="lin" valueType="num">
                                      <p:cBhvr>
                                        <p:cTn id="62" dur="250"/>
                                        <p:tgtEl>
                                          <p:spTgt spid="17"/>
                                        </p:tgtEl>
                                        <p:attrNameLst>
                                          <p:attrName>ppt_h</p:attrName>
                                        </p:attrNameLst>
                                      </p:cBhvr>
                                      <p:tavLst>
                                        <p:tav tm="0">
                                          <p:val>
                                            <p:strVal val="ppt_h"/>
                                          </p:val>
                                        </p:tav>
                                        <p:tav tm="100000">
                                          <p:val>
                                            <p:fltVal val="0"/>
                                          </p:val>
                                        </p:tav>
                                      </p:tavLst>
                                    </p:anim>
                                    <p:animEffect transition="out" filter="fade">
                                      <p:cBhvr>
                                        <p:cTn id="63" dur="250"/>
                                        <p:tgtEl>
                                          <p:spTgt spid="17"/>
                                        </p:tgtEl>
                                      </p:cBhvr>
                                    </p:animEffect>
                                    <p:set>
                                      <p:cBhvr>
                                        <p:cTn id="64" dur="1" fill="hold">
                                          <p:stCondLst>
                                            <p:cond delay="249"/>
                                          </p:stCondLst>
                                        </p:cTn>
                                        <p:tgtEl>
                                          <p:spTgt spid="17"/>
                                        </p:tgtEl>
                                        <p:attrNameLst>
                                          <p:attrName>style.visibility</p:attrName>
                                        </p:attrNameLst>
                                      </p:cBhvr>
                                      <p:to>
                                        <p:strVal val="hidden"/>
                                      </p:to>
                                    </p:set>
                                  </p:childTnLst>
                                </p:cTn>
                              </p:par>
                              <p:par>
                                <p:cTn id="65" presetID="53" presetClass="exit" presetSubtype="32" fill="hold" nodeType="withEffect">
                                  <p:stCondLst>
                                    <p:cond delay="0"/>
                                  </p:stCondLst>
                                  <p:childTnLst>
                                    <p:anim calcmode="lin" valueType="num">
                                      <p:cBhvr>
                                        <p:cTn id="66" dur="250"/>
                                        <p:tgtEl>
                                          <p:spTgt spid="16"/>
                                        </p:tgtEl>
                                        <p:attrNameLst>
                                          <p:attrName>ppt_w</p:attrName>
                                        </p:attrNameLst>
                                      </p:cBhvr>
                                      <p:tavLst>
                                        <p:tav tm="0">
                                          <p:val>
                                            <p:strVal val="ppt_w"/>
                                          </p:val>
                                        </p:tav>
                                        <p:tav tm="100000">
                                          <p:val>
                                            <p:fltVal val="0"/>
                                          </p:val>
                                        </p:tav>
                                      </p:tavLst>
                                    </p:anim>
                                    <p:anim calcmode="lin" valueType="num">
                                      <p:cBhvr>
                                        <p:cTn id="67" dur="250"/>
                                        <p:tgtEl>
                                          <p:spTgt spid="16"/>
                                        </p:tgtEl>
                                        <p:attrNameLst>
                                          <p:attrName>ppt_h</p:attrName>
                                        </p:attrNameLst>
                                      </p:cBhvr>
                                      <p:tavLst>
                                        <p:tav tm="0">
                                          <p:val>
                                            <p:strVal val="ppt_h"/>
                                          </p:val>
                                        </p:tav>
                                        <p:tav tm="100000">
                                          <p:val>
                                            <p:fltVal val="0"/>
                                          </p:val>
                                        </p:tav>
                                      </p:tavLst>
                                    </p:anim>
                                    <p:animEffect transition="out" filter="fade">
                                      <p:cBhvr>
                                        <p:cTn id="68" dur="250"/>
                                        <p:tgtEl>
                                          <p:spTgt spid="16"/>
                                        </p:tgtEl>
                                      </p:cBhvr>
                                    </p:animEffect>
                                    <p:set>
                                      <p:cBhvr>
                                        <p:cTn id="69" dur="1" fill="hold">
                                          <p:stCondLst>
                                            <p:cond delay="249"/>
                                          </p:stCondLst>
                                        </p:cTn>
                                        <p:tgtEl>
                                          <p:spTgt spid="16"/>
                                        </p:tgtEl>
                                        <p:attrNameLst>
                                          <p:attrName>style.visibility</p:attrName>
                                        </p:attrNameLst>
                                      </p:cBhvr>
                                      <p:to>
                                        <p:strVal val="hidden"/>
                                      </p:to>
                                    </p:set>
                                  </p:childTnLst>
                                </p:cTn>
                              </p:par>
                              <p:par>
                                <p:cTn id="70" presetID="53" presetClass="exit" presetSubtype="32" fill="hold" nodeType="withEffect">
                                  <p:stCondLst>
                                    <p:cond delay="0"/>
                                  </p:stCondLst>
                                  <p:childTnLst>
                                    <p:anim calcmode="lin" valueType="num">
                                      <p:cBhvr>
                                        <p:cTn id="71" dur="250"/>
                                        <p:tgtEl>
                                          <p:spTgt spid="14"/>
                                        </p:tgtEl>
                                        <p:attrNameLst>
                                          <p:attrName>ppt_w</p:attrName>
                                        </p:attrNameLst>
                                      </p:cBhvr>
                                      <p:tavLst>
                                        <p:tav tm="0">
                                          <p:val>
                                            <p:strVal val="ppt_w"/>
                                          </p:val>
                                        </p:tav>
                                        <p:tav tm="100000">
                                          <p:val>
                                            <p:fltVal val="0"/>
                                          </p:val>
                                        </p:tav>
                                      </p:tavLst>
                                    </p:anim>
                                    <p:anim calcmode="lin" valueType="num">
                                      <p:cBhvr>
                                        <p:cTn id="72" dur="250"/>
                                        <p:tgtEl>
                                          <p:spTgt spid="14"/>
                                        </p:tgtEl>
                                        <p:attrNameLst>
                                          <p:attrName>ppt_h</p:attrName>
                                        </p:attrNameLst>
                                      </p:cBhvr>
                                      <p:tavLst>
                                        <p:tav tm="0">
                                          <p:val>
                                            <p:strVal val="ppt_h"/>
                                          </p:val>
                                        </p:tav>
                                        <p:tav tm="100000">
                                          <p:val>
                                            <p:fltVal val="0"/>
                                          </p:val>
                                        </p:tav>
                                      </p:tavLst>
                                    </p:anim>
                                    <p:animEffect transition="out" filter="fade">
                                      <p:cBhvr>
                                        <p:cTn id="73" dur="250"/>
                                        <p:tgtEl>
                                          <p:spTgt spid="14"/>
                                        </p:tgtEl>
                                      </p:cBhvr>
                                    </p:animEffect>
                                    <p:set>
                                      <p:cBhvr>
                                        <p:cTn id="74" dur="1" fill="hold">
                                          <p:stCondLst>
                                            <p:cond delay="249"/>
                                          </p:stCondLst>
                                        </p:cTn>
                                        <p:tgtEl>
                                          <p:spTgt spid="14"/>
                                        </p:tgtEl>
                                        <p:attrNameLst>
                                          <p:attrName>style.visibility</p:attrName>
                                        </p:attrNameLst>
                                      </p:cBhvr>
                                      <p:to>
                                        <p:strVal val="hidden"/>
                                      </p:to>
                                    </p:set>
                                  </p:childTnLst>
                                </p:cTn>
                              </p:par>
                              <p:par>
                                <p:cTn id="75" presetID="53" presetClass="exit" presetSubtype="32" fill="hold" nodeType="withEffect">
                                  <p:stCondLst>
                                    <p:cond delay="0"/>
                                  </p:stCondLst>
                                  <p:childTnLst>
                                    <p:anim calcmode="lin" valueType="num">
                                      <p:cBhvr>
                                        <p:cTn id="76" dur="250"/>
                                        <p:tgtEl>
                                          <p:spTgt spid="15"/>
                                        </p:tgtEl>
                                        <p:attrNameLst>
                                          <p:attrName>ppt_w</p:attrName>
                                        </p:attrNameLst>
                                      </p:cBhvr>
                                      <p:tavLst>
                                        <p:tav tm="0">
                                          <p:val>
                                            <p:strVal val="ppt_w"/>
                                          </p:val>
                                        </p:tav>
                                        <p:tav tm="100000">
                                          <p:val>
                                            <p:fltVal val="0"/>
                                          </p:val>
                                        </p:tav>
                                      </p:tavLst>
                                    </p:anim>
                                    <p:anim calcmode="lin" valueType="num">
                                      <p:cBhvr>
                                        <p:cTn id="77" dur="250"/>
                                        <p:tgtEl>
                                          <p:spTgt spid="15"/>
                                        </p:tgtEl>
                                        <p:attrNameLst>
                                          <p:attrName>ppt_h</p:attrName>
                                        </p:attrNameLst>
                                      </p:cBhvr>
                                      <p:tavLst>
                                        <p:tav tm="0">
                                          <p:val>
                                            <p:strVal val="ppt_h"/>
                                          </p:val>
                                        </p:tav>
                                        <p:tav tm="100000">
                                          <p:val>
                                            <p:fltVal val="0"/>
                                          </p:val>
                                        </p:tav>
                                      </p:tavLst>
                                    </p:anim>
                                    <p:animEffect transition="out" filter="fade">
                                      <p:cBhvr>
                                        <p:cTn id="78" dur="250"/>
                                        <p:tgtEl>
                                          <p:spTgt spid="15"/>
                                        </p:tgtEl>
                                      </p:cBhvr>
                                    </p:animEffect>
                                    <p:set>
                                      <p:cBhvr>
                                        <p:cTn id="79" dur="1" fill="hold">
                                          <p:stCondLst>
                                            <p:cond delay="249"/>
                                          </p:stCondLst>
                                        </p:cTn>
                                        <p:tgtEl>
                                          <p:spTgt spid="15"/>
                                        </p:tgtEl>
                                        <p:attrNameLst>
                                          <p:attrName>style.visibility</p:attrName>
                                        </p:attrNameLst>
                                      </p:cBhvr>
                                      <p:to>
                                        <p:strVal val="hidden"/>
                                      </p:to>
                                    </p:set>
                                  </p:childTnLst>
                                </p:cTn>
                              </p:par>
                              <p:par>
                                <p:cTn id="80" presetID="53" presetClass="exit" presetSubtype="32" fill="hold" nodeType="withEffect">
                                  <p:stCondLst>
                                    <p:cond delay="0"/>
                                  </p:stCondLst>
                                  <p:childTnLst>
                                    <p:anim calcmode="lin" valueType="num">
                                      <p:cBhvr>
                                        <p:cTn id="81" dur="250"/>
                                        <p:tgtEl>
                                          <p:spTgt spid="18"/>
                                        </p:tgtEl>
                                        <p:attrNameLst>
                                          <p:attrName>ppt_w</p:attrName>
                                        </p:attrNameLst>
                                      </p:cBhvr>
                                      <p:tavLst>
                                        <p:tav tm="0">
                                          <p:val>
                                            <p:strVal val="ppt_w"/>
                                          </p:val>
                                        </p:tav>
                                        <p:tav tm="100000">
                                          <p:val>
                                            <p:fltVal val="0"/>
                                          </p:val>
                                        </p:tav>
                                      </p:tavLst>
                                    </p:anim>
                                    <p:anim calcmode="lin" valueType="num">
                                      <p:cBhvr>
                                        <p:cTn id="82" dur="250"/>
                                        <p:tgtEl>
                                          <p:spTgt spid="18"/>
                                        </p:tgtEl>
                                        <p:attrNameLst>
                                          <p:attrName>ppt_h</p:attrName>
                                        </p:attrNameLst>
                                      </p:cBhvr>
                                      <p:tavLst>
                                        <p:tav tm="0">
                                          <p:val>
                                            <p:strVal val="ppt_h"/>
                                          </p:val>
                                        </p:tav>
                                        <p:tav tm="100000">
                                          <p:val>
                                            <p:fltVal val="0"/>
                                          </p:val>
                                        </p:tav>
                                      </p:tavLst>
                                    </p:anim>
                                    <p:animEffect transition="out" filter="fade">
                                      <p:cBhvr>
                                        <p:cTn id="83" dur="250"/>
                                        <p:tgtEl>
                                          <p:spTgt spid="18"/>
                                        </p:tgtEl>
                                      </p:cBhvr>
                                    </p:animEffect>
                                    <p:set>
                                      <p:cBhvr>
                                        <p:cTn id="84" dur="1" fill="hold">
                                          <p:stCondLst>
                                            <p:cond delay="249"/>
                                          </p:stCondLst>
                                        </p:cTn>
                                        <p:tgtEl>
                                          <p:spTgt spid="18"/>
                                        </p:tgtEl>
                                        <p:attrNameLst>
                                          <p:attrName>style.visibility</p:attrName>
                                        </p:attrNameLst>
                                      </p:cBhvr>
                                      <p:to>
                                        <p:strVal val="hidden"/>
                                      </p:to>
                                    </p:set>
                                  </p:childTnLst>
                                </p:cTn>
                              </p:par>
                              <p:par>
                                <p:cTn id="85" presetID="53" presetClass="exit" presetSubtype="32" fill="hold" nodeType="withEffect">
                                  <p:stCondLst>
                                    <p:cond delay="0"/>
                                  </p:stCondLst>
                                  <p:childTnLst>
                                    <p:anim calcmode="lin" valueType="num">
                                      <p:cBhvr>
                                        <p:cTn id="86" dur="250"/>
                                        <p:tgtEl>
                                          <p:spTgt spid="20"/>
                                        </p:tgtEl>
                                        <p:attrNameLst>
                                          <p:attrName>ppt_w</p:attrName>
                                        </p:attrNameLst>
                                      </p:cBhvr>
                                      <p:tavLst>
                                        <p:tav tm="0">
                                          <p:val>
                                            <p:strVal val="ppt_w"/>
                                          </p:val>
                                        </p:tav>
                                        <p:tav tm="100000">
                                          <p:val>
                                            <p:fltVal val="0"/>
                                          </p:val>
                                        </p:tav>
                                      </p:tavLst>
                                    </p:anim>
                                    <p:anim calcmode="lin" valueType="num">
                                      <p:cBhvr>
                                        <p:cTn id="87" dur="250"/>
                                        <p:tgtEl>
                                          <p:spTgt spid="20"/>
                                        </p:tgtEl>
                                        <p:attrNameLst>
                                          <p:attrName>ppt_h</p:attrName>
                                        </p:attrNameLst>
                                      </p:cBhvr>
                                      <p:tavLst>
                                        <p:tav tm="0">
                                          <p:val>
                                            <p:strVal val="ppt_h"/>
                                          </p:val>
                                        </p:tav>
                                        <p:tav tm="100000">
                                          <p:val>
                                            <p:fltVal val="0"/>
                                          </p:val>
                                        </p:tav>
                                      </p:tavLst>
                                    </p:anim>
                                    <p:animEffect transition="out" filter="fade">
                                      <p:cBhvr>
                                        <p:cTn id="88" dur="250"/>
                                        <p:tgtEl>
                                          <p:spTgt spid="20"/>
                                        </p:tgtEl>
                                      </p:cBhvr>
                                    </p:animEffect>
                                    <p:set>
                                      <p:cBhvr>
                                        <p:cTn id="89" dur="1" fill="hold">
                                          <p:stCondLst>
                                            <p:cond delay="249"/>
                                          </p:stCondLst>
                                        </p:cTn>
                                        <p:tgtEl>
                                          <p:spTgt spid="20"/>
                                        </p:tgtEl>
                                        <p:attrNameLst>
                                          <p:attrName>style.visibility</p:attrName>
                                        </p:attrNameLst>
                                      </p:cBhvr>
                                      <p:to>
                                        <p:strVal val="hidden"/>
                                      </p:to>
                                    </p:set>
                                  </p:childTnLst>
                                </p:cTn>
                              </p:par>
                            </p:childTnLst>
                          </p:cTn>
                        </p:par>
                        <p:par>
                          <p:cTn id="90" fill="hold">
                            <p:stCondLst>
                              <p:cond delay="650"/>
                            </p:stCondLst>
                            <p:childTnLst>
                              <p:par>
                                <p:cTn id="91" presetID="53" presetClass="exit" presetSubtype="32" fill="hold" grpId="0" nodeType="afterEffect">
                                  <p:stCondLst>
                                    <p:cond delay="0"/>
                                  </p:stCondLst>
                                  <p:childTnLst>
                                    <p:anim calcmode="lin" valueType="num">
                                      <p:cBhvr>
                                        <p:cTn id="92" dur="500"/>
                                        <p:tgtEl>
                                          <p:spTgt spid="2"/>
                                        </p:tgtEl>
                                        <p:attrNameLst>
                                          <p:attrName>ppt_w</p:attrName>
                                        </p:attrNameLst>
                                      </p:cBhvr>
                                      <p:tavLst>
                                        <p:tav tm="0">
                                          <p:val>
                                            <p:strVal val="ppt_w"/>
                                          </p:val>
                                        </p:tav>
                                        <p:tav tm="100000">
                                          <p:val>
                                            <p:fltVal val="0"/>
                                          </p:val>
                                        </p:tav>
                                      </p:tavLst>
                                    </p:anim>
                                    <p:anim calcmode="lin" valueType="num">
                                      <p:cBhvr>
                                        <p:cTn id="93" dur="500"/>
                                        <p:tgtEl>
                                          <p:spTgt spid="2"/>
                                        </p:tgtEl>
                                        <p:attrNameLst>
                                          <p:attrName>ppt_h</p:attrName>
                                        </p:attrNameLst>
                                      </p:cBhvr>
                                      <p:tavLst>
                                        <p:tav tm="0">
                                          <p:val>
                                            <p:strVal val="ppt_h"/>
                                          </p:val>
                                        </p:tav>
                                        <p:tav tm="100000">
                                          <p:val>
                                            <p:fltVal val="0"/>
                                          </p:val>
                                        </p:tav>
                                      </p:tavLst>
                                    </p:anim>
                                    <p:animEffect transition="out" filter="fade">
                                      <p:cBhvr>
                                        <p:cTn id="94" dur="500"/>
                                        <p:tgtEl>
                                          <p:spTgt spid="2"/>
                                        </p:tgtEl>
                                      </p:cBhvr>
                                    </p:animEffect>
                                    <p:set>
                                      <p:cBhvr>
                                        <p:cTn id="95" dur="1" fill="hold">
                                          <p:stCondLst>
                                            <p:cond delay="499"/>
                                          </p:stCondLst>
                                        </p:cTn>
                                        <p:tgtEl>
                                          <p:spTgt spid="2"/>
                                        </p:tgtEl>
                                        <p:attrNameLst>
                                          <p:attrName>style.visibility</p:attrName>
                                        </p:attrNameLst>
                                      </p:cBhvr>
                                      <p:to>
                                        <p:strVal val="hidden"/>
                                      </p:to>
                                    </p:set>
                                  </p:childTnLst>
                                </p:cTn>
                              </p:par>
                            </p:childTnLst>
                          </p:cTn>
                        </p:par>
                        <p:par>
                          <p:cTn id="96" fill="hold">
                            <p:stCondLst>
                              <p:cond delay="1150"/>
                            </p:stCondLst>
                            <p:childTnLst>
                              <p:par>
                                <p:cTn id="97" presetID="1" presetClass="entr" presetSubtype="0" fill="hold" nodeType="afterEffect">
                                  <p:stCondLst>
                                    <p:cond delay="0"/>
                                  </p:stCondLst>
                                  <p:childTnLst>
                                    <p:set>
                                      <p:cBhvr>
                                        <p:cTn id="98" dur="1" fill="hold">
                                          <p:stCondLst>
                                            <p:cond delay="0"/>
                                          </p:stCondLst>
                                        </p:cTn>
                                        <p:tgtEl>
                                          <p:spTgt spid="11"/>
                                        </p:tgtEl>
                                        <p:attrNameLst>
                                          <p:attrName>style.visibility</p:attrName>
                                        </p:attrNameLst>
                                      </p:cBhvr>
                                      <p:to>
                                        <p:strVal val="visible"/>
                                      </p:to>
                                    </p:set>
                                  </p:childTnLst>
                                </p:cTn>
                              </p:par>
                            </p:childTnLst>
                          </p:cTn>
                        </p:par>
                      </p:childTnLst>
                    </p:cTn>
                  </p:par>
                </p:childTnLst>
              </p:cTn>
              <p:nextCondLst>
                <p:cond evt="onClick" delay="0">
                  <p:tgtEl>
                    <p:spTgt spid="12"/>
                  </p:tgtEl>
                </p:cond>
              </p:nextCondLst>
            </p:seq>
          </p:childTnLst>
        </p:cTn>
      </p:par>
    </p:tnLst>
    <p:bldLst>
      <p:bldP spid="2"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tx1">
            <a:lumMod val="85000"/>
            <a:lumOff val="15000"/>
          </a:schemeClr>
        </a:solidFill>
        <a:effectLst/>
      </p:bgPr>
    </p:bg>
    <p:spTree>
      <p:nvGrpSpPr>
        <p:cNvPr id="1" name=""/>
        <p:cNvGrpSpPr/>
        <p:nvPr/>
      </p:nvGrpSpPr>
      <p:grpSpPr>
        <a:xfrm>
          <a:off x="0" y="0"/>
          <a:ext cx="0" cy="0"/>
          <a:chOff x="0" y="0"/>
          <a:chExt cx="0" cy="0"/>
        </a:xfrm>
      </p:grpSpPr>
      <p:sp>
        <p:nvSpPr>
          <p:cNvPr id="48" name="Rectangle: Rounded Corners 47">
            <a:extLst>
              <a:ext uri="{FF2B5EF4-FFF2-40B4-BE49-F238E27FC236}">
                <a16:creationId xmlns:a16="http://schemas.microsoft.com/office/drawing/2014/main" id="{1D801A63-C40A-81CA-BA9A-017C42295566}"/>
              </a:ext>
            </a:extLst>
          </p:cNvPr>
          <p:cNvSpPr/>
          <p:nvPr/>
        </p:nvSpPr>
        <p:spPr>
          <a:xfrm>
            <a:off x="5579682" y="3773515"/>
            <a:ext cx="1304983" cy="2102953"/>
          </a:xfrm>
          <a:prstGeom prst="roundRect">
            <a:avLst/>
          </a:prstGeom>
          <a:solidFill>
            <a:srgbClr val="EA8F4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EA8F44"/>
              </a:solidFill>
              <a:effectLst/>
              <a:uLnTx/>
              <a:uFillTx/>
              <a:latin typeface="Calibri" panose="020F0502020204030204"/>
              <a:ea typeface="+mn-ea"/>
              <a:cs typeface="+mn-cs"/>
            </a:endParaRPr>
          </a:p>
        </p:txBody>
      </p:sp>
      <p:sp>
        <p:nvSpPr>
          <p:cNvPr id="2" name="back end circle">
            <a:extLst>
              <a:ext uri="{FF2B5EF4-FFF2-40B4-BE49-F238E27FC236}">
                <a16:creationId xmlns:a16="http://schemas.microsoft.com/office/drawing/2014/main" id="{3FA3528F-A428-A862-0259-9557B376D7C2}"/>
              </a:ext>
            </a:extLst>
          </p:cNvPr>
          <p:cNvSpPr/>
          <p:nvPr/>
        </p:nvSpPr>
        <p:spPr>
          <a:xfrm>
            <a:off x="932086" y="2044923"/>
            <a:ext cx="2768154" cy="2768154"/>
          </a:xfrm>
          <a:custGeom>
            <a:avLst/>
            <a:gdLst>
              <a:gd name="connsiteX0" fmla="*/ 1384077 w 2768154"/>
              <a:gd name="connsiteY0" fmla="*/ 727511 h 2768154"/>
              <a:gd name="connsiteX1" fmla="*/ 727511 w 2768154"/>
              <a:gd name="connsiteY1" fmla="*/ 1384077 h 2768154"/>
              <a:gd name="connsiteX2" fmla="*/ 1384077 w 2768154"/>
              <a:gd name="connsiteY2" fmla="*/ 2040643 h 2768154"/>
              <a:gd name="connsiteX3" fmla="*/ 2040643 w 2768154"/>
              <a:gd name="connsiteY3" fmla="*/ 1384077 h 2768154"/>
              <a:gd name="connsiteX4" fmla="*/ 1384077 w 2768154"/>
              <a:gd name="connsiteY4" fmla="*/ 727511 h 2768154"/>
              <a:gd name="connsiteX5" fmla="*/ 1384077 w 2768154"/>
              <a:gd name="connsiteY5" fmla="*/ 0 h 2768154"/>
              <a:gd name="connsiteX6" fmla="*/ 2768154 w 2768154"/>
              <a:gd name="connsiteY6" fmla="*/ 1384077 h 2768154"/>
              <a:gd name="connsiteX7" fmla="*/ 1384077 w 2768154"/>
              <a:gd name="connsiteY7" fmla="*/ 2768154 h 2768154"/>
              <a:gd name="connsiteX8" fmla="*/ 0 w 2768154"/>
              <a:gd name="connsiteY8" fmla="*/ 1384077 h 2768154"/>
              <a:gd name="connsiteX9" fmla="*/ 1384077 w 2768154"/>
              <a:gd name="connsiteY9" fmla="*/ 0 h 27681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768154" h="2768154">
                <a:moveTo>
                  <a:pt x="1384077" y="727511"/>
                </a:moveTo>
                <a:cubicBezTo>
                  <a:pt x="1021466" y="727511"/>
                  <a:pt x="727511" y="1021466"/>
                  <a:pt x="727511" y="1384077"/>
                </a:cubicBezTo>
                <a:cubicBezTo>
                  <a:pt x="727511" y="1746688"/>
                  <a:pt x="1021466" y="2040643"/>
                  <a:pt x="1384077" y="2040643"/>
                </a:cubicBezTo>
                <a:cubicBezTo>
                  <a:pt x="1746688" y="2040643"/>
                  <a:pt x="2040643" y="1746688"/>
                  <a:pt x="2040643" y="1384077"/>
                </a:cubicBezTo>
                <a:cubicBezTo>
                  <a:pt x="2040643" y="1021466"/>
                  <a:pt x="1746688" y="727511"/>
                  <a:pt x="1384077" y="727511"/>
                </a:cubicBezTo>
                <a:close/>
                <a:moveTo>
                  <a:pt x="1384077" y="0"/>
                </a:moveTo>
                <a:cubicBezTo>
                  <a:pt x="2148482" y="0"/>
                  <a:pt x="2768154" y="619672"/>
                  <a:pt x="2768154" y="1384077"/>
                </a:cubicBezTo>
                <a:cubicBezTo>
                  <a:pt x="2768154" y="2148482"/>
                  <a:pt x="2148482" y="2768154"/>
                  <a:pt x="1384077" y="2768154"/>
                </a:cubicBezTo>
                <a:cubicBezTo>
                  <a:pt x="619672" y="2768154"/>
                  <a:pt x="0" y="2148482"/>
                  <a:pt x="0" y="1384077"/>
                </a:cubicBezTo>
                <a:cubicBezTo>
                  <a:pt x="0" y="619672"/>
                  <a:pt x="619672" y="0"/>
                  <a:pt x="1384077" y="0"/>
                </a:cubicBezTo>
                <a:close/>
              </a:path>
            </a:pathLst>
          </a:custGeom>
          <a:solidFill>
            <a:schemeClr val="bg1"/>
          </a:solidFill>
          <a:ln w="28575">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8" name="rotating shape">
            <a:extLst>
              <a:ext uri="{FF2B5EF4-FFF2-40B4-BE49-F238E27FC236}">
                <a16:creationId xmlns:a16="http://schemas.microsoft.com/office/drawing/2014/main" id="{220DA152-4B54-5DBE-EDA7-31993EE24251}"/>
              </a:ext>
            </a:extLst>
          </p:cNvPr>
          <p:cNvGrpSpPr/>
          <p:nvPr/>
        </p:nvGrpSpPr>
        <p:grpSpPr>
          <a:xfrm rot="10800000">
            <a:off x="541358" y="3057199"/>
            <a:ext cx="3549610" cy="747059"/>
            <a:chOff x="541358" y="3057199"/>
            <a:chExt cx="3549610" cy="747059"/>
          </a:xfrm>
        </p:grpSpPr>
        <p:sp>
          <p:nvSpPr>
            <p:cNvPr id="9" name="Rectangle 8">
              <a:extLst>
                <a:ext uri="{FF2B5EF4-FFF2-40B4-BE49-F238E27FC236}">
                  <a16:creationId xmlns:a16="http://schemas.microsoft.com/office/drawing/2014/main" id="{18F1A79E-5E3C-CDFA-78A5-9A582F9D95B1}"/>
                </a:ext>
              </a:extLst>
            </p:cNvPr>
            <p:cNvSpPr/>
            <p:nvPr/>
          </p:nvSpPr>
          <p:spPr>
            <a:xfrm>
              <a:off x="805238" y="3057199"/>
              <a:ext cx="3285730" cy="74359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0" name="Oval 9">
              <a:extLst>
                <a:ext uri="{FF2B5EF4-FFF2-40B4-BE49-F238E27FC236}">
                  <a16:creationId xmlns:a16="http://schemas.microsoft.com/office/drawing/2014/main" id="{A3367AD2-DF54-5D71-2E07-6782E8742F07}"/>
                </a:ext>
              </a:extLst>
            </p:cNvPr>
            <p:cNvSpPr/>
            <p:nvPr/>
          </p:nvSpPr>
          <p:spPr>
            <a:xfrm>
              <a:off x="541358" y="3067579"/>
              <a:ext cx="736679" cy="736679"/>
            </a:xfrm>
            <a:prstGeom prst="ellipse">
              <a:avLst/>
            </a:prstGeom>
            <a:solidFill>
              <a:srgbClr val="EA8F44"/>
            </a:solidFill>
            <a:ln w="57150">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dirty="0">
                <a:ln>
                  <a:noFill/>
                </a:ln>
                <a:solidFill>
                  <a:srgbClr val="EA8F44"/>
                </a:solidFill>
                <a:effectLst/>
                <a:uLnTx/>
                <a:uFillTx/>
                <a:latin typeface="Calibri" panose="020F0502020204030204"/>
                <a:ea typeface="+mn-ea"/>
                <a:cs typeface="+mn-cs"/>
              </a:endParaRPr>
            </a:p>
          </p:txBody>
        </p:sp>
      </p:grpSp>
      <p:pic>
        <p:nvPicPr>
          <p:cNvPr id="11" name="open button" descr="Badge Follow with solid fill">
            <a:extLst>
              <a:ext uri="{FF2B5EF4-FFF2-40B4-BE49-F238E27FC236}">
                <a16:creationId xmlns:a16="http://schemas.microsoft.com/office/drawing/2014/main" id="{8B34C6F5-B665-64F3-3C03-9A35A754B6B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081951" y="3190457"/>
            <a:ext cx="477082" cy="477082"/>
          </a:xfrm>
          <a:prstGeom prst="rect">
            <a:avLst/>
          </a:prstGeom>
        </p:spPr>
      </p:pic>
      <p:pic>
        <p:nvPicPr>
          <p:cNvPr id="12" name="close button" descr="Badge Cross with solid fill">
            <a:extLst>
              <a:ext uri="{FF2B5EF4-FFF2-40B4-BE49-F238E27FC236}">
                <a16:creationId xmlns:a16="http://schemas.microsoft.com/office/drawing/2014/main" id="{5F0F8EA5-DE04-1E2C-BA46-7A829EEE9A2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081951" y="3190457"/>
            <a:ext cx="477082" cy="477082"/>
          </a:xfrm>
          <a:prstGeom prst="rect">
            <a:avLst/>
          </a:prstGeom>
        </p:spPr>
      </p:pic>
      <p:pic>
        <p:nvPicPr>
          <p:cNvPr id="13" name="Graphic 12" descr="Home outline">
            <a:hlinkClick r:id="rId6" action="ppaction://hlinksldjump"/>
            <a:extLst>
              <a:ext uri="{FF2B5EF4-FFF2-40B4-BE49-F238E27FC236}">
                <a16:creationId xmlns:a16="http://schemas.microsoft.com/office/drawing/2014/main" id="{001813A3-5EB8-F977-DCE3-13B2003E6C11}"/>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58828" y="3169218"/>
            <a:ext cx="474378" cy="474378"/>
          </a:xfrm>
          <a:prstGeom prst="rect">
            <a:avLst/>
          </a:prstGeom>
        </p:spPr>
      </p:pic>
      <p:pic>
        <p:nvPicPr>
          <p:cNvPr id="14" name="Graphic 13" descr="Cycle with people outline">
            <a:hlinkClick r:id="rId9" action="ppaction://hlinksldjump"/>
            <a:extLst>
              <a:ext uri="{FF2B5EF4-FFF2-40B4-BE49-F238E27FC236}">
                <a16:creationId xmlns:a16="http://schemas.microsoft.com/office/drawing/2014/main" id="{869ABE5B-2329-AFDB-69EE-B9E16F0DAE7F}"/>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3496922" y="3169218"/>
            <a:ext cx="453419" cy="479900"/>
          </a:xfrm>
          <a:prstGeom prst="rect">
            <a:avLst/>
          </a:prstGeom>
        </p:spPr>
      </p:pic>
      <p:pic>
        <p:nvPicPr>
          <p:cNvPr id="15" name="Graphic 14" descr="Work from home desk outline">
            <a:hlinkClick r:id="rId12" action="ppaction://hlinksldjump"/>
            <a:extLst>
              <a:ext uri="{FF2B5EF4-FFF2-40B4-BE49-F238E27FC236}">
                <a16:creationId xmlns:a16="http://schemas.microsoft.com/office/drawing/2014/main" id="{FF9AE651-0A97-C8E7-FFC8-87B55166B8BD}"/>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2861332" y="3914169"/>
            <a:ext cx="382789" cy="459722"/>
          </a:xfrm>
          <a:prstGeom prst="rect">
            <a:avLst/>
          </a:prstGeom>
        </p:spPr>
      </p:pic>
      <p:pic>
        <p:nvPicPr>
          <p:cNvPr id="16" name="Graphic 15" descr="Questions outline">
            <a:hlinkClick r:id="rId15" action="ppaction://hlinksldjump"/>
            <a:extLst>
              <a:ext uri="{FF2B5EF4-FFF2-40B4-BE49-F238E27FC236}">
                <a16:creationId xmlns:a16="http://schemas.microsoft.com/office/drawing/2014/main" id="{87240CBD-1B9A-C45C-F3B4-2FEB526500C9}"/>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2873979" y="2447141"/>
            <a:ext cx="415392" cy="416600"/>
          </a:xfrm>
          <a:prstGeom prst="rect">
            <a:avLst/>
          </a:prstGeom>
        </p:spPr>
      </p:pic>
      <p:pic>
        <p:nvPicPr>
          <p:cNvPr id="17" name="Graphic 16" descr="Gauge outline">
            <a:hlinkClick r:id="rId18" action="ppaction://hlinksldjump"/>
            <a:extLst>
              <a:ext uri="{FF2B5EF4-FFF2-40B4-BE49-F238E27FC236}">
                <a16:creationId xmlns:a16="http://schemas.microsoft.com/office/drawing/2014/main" id="{9276163A-7723-E018-B232-37FDF7BB0396}"/>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2113313" y="2160841"/>
            <a:ext cx="435179" cy="474629"/>
          </a:xfrm>
          <a:prstGeom prst="rect">
            <a:avLst/>
          </a:prstGeom>
        </p:spPr>
      </p:pic>
      <p:pic>
        <p:nvPicPr>
          <p:cNvPr id="18" name="Graphic 17" descr="Building Brick Wall outline">
            <a:hlinkClick r:id="rId21" action="ppaction://hlinksldjump"/>
            <a:extLst>
              <a:ext uri="{FF2B5EF4-FFF2-40B4-BE49-F238E27FC236}">
                <a16:creationId xmlns:a16="http://schemas.microsoft.com/office/drawing/2014/main" id="{23C1A10E-4656-14BF-DB79-36C9E817AD86}"/>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2091320" y="4192912"/>
            <a:ext cx="435179" cy="459722"/>
          </a:xfrm>
          <a:prstGeom prst="rect">
            <a:avLst/>
          </a:prstGeom>
        </p:spPr>
      </p:pic>
      <p:pic>
        <p:nvPicPr>
          <p:cNvPr id="19" name="Graphic 18" descr="Clipboard outline">
            <a:hlinkClick r:id="rId24" action="ppaction://hlinksldjump"/>
            <a:extLst>
              <a:ext uri="{FF2B5EF4-FFF2-40B4-BE49-F238E27FC236}">
                <a16:creationId xmlns:a16="http://schemas.microsoft.com/office/drawing/2014/main" id="{B2873249-54F0-519E-F2E1-517B362219FC}"/>
              </a:ext>
            </a:extLst>
          </p:cNvPr>
          <p:cNvPicPr>
            <a:picLocks noChangeAspect="1"/>
          </p:cNvPicPr>
          <p:nvPr/>
        </p:nvPicPr>
        <p:blipFill>
          <a:blip r:embed="rId25">
            <a:extLst>
              <a:ext uri="{28A0092B-C50C-407E-A947-70E740481C1C}">
                <a14:useLocalDpi xmlns:a14="http://schemas.microsoft.com/office/drawing/2010/main" val="0"/>
              </a:ext>
              <a:ext uri="{96DAC541-7B7A-43D3-8B79-37D633B846F1}">
                <asvg:svgBlip xmlns:asvg="http://schemas.microsoft.com/office/drawing/2016/SVG/main" r:embed="rId26"/>
              </a:ext>
            </a:extLst>
          </a:blip>
          <a:stretch>
            <a:fillRect/>
          </a:stretch>
        </p:blipFill>
        <p:spPr>
          <a:xfrm>
            <a:off x="1358475" y="2501189"/>
            <a:ext cx="452264" cy="452264"/>
          </a:xfrm>
          <a:prstGeom prst="rect">
            <a:avLst/>
          </a:prstGeom>
        </p:spPr>
      </p:pic>
      <p:pic>
        <p:nvPicPr>
          <p:cNvPr id="20" name="Graphic 19" descr="Rollercoaster Down outline">
            <a:hlinkClick r:id="rId27" action="ppaction://hlinksldjump"/>
            <a:extLst>
              <a:ext uri="{FF2B5EF4-FFF2-40B4-BE49-F238E27FC236}">
                <a16:creationId xmlns:a16="http://schemas.microsoft.com/office/drawing/2014/main" id="{42758620-1599-32D2-9776-6EDE92B7678F}"/>
              </a:ext>
            </a:extLst>
          </p:cNvPr>
          <p:cNvPicPr>
            <a:picLocks noChangeAspect="1"/>
          </p:cNvPicPr>
          <p:nvPr/>
        </p:nvPicPr>
        <p:blipFill>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tretch>
            <a:fillRect/>
          </a:stretch>
        </p:blipFill>
        <p:spPr>
          <a:xfrm>
            <a:off x="1360369" y="3939632"/>
            <a:ext cx="439194" cy="445170"/>
          </a:xfrm>
          <a:prstGeom prst="rect">
            <a:avLst/>
          </a:prstGeom>
        </p:spPr>
      </p:pic>
      <p:sp>
        <p:nvSpPr>
          <p:cNvPr id="21" name="TextBox 20">
            <a:extLst>
              <a:ext uri="{FF2B5EF4-FFF2-40B4-BE49-F238E27FC236}">
                <a16:creationId xmlns:a16="http://schemas.microsoft.com/office/drawing/2014/main" id="{19B33DDD-8987-4EE5-4722-8BFA3C37F04E}"/>
              </a:ext>
            </a:extLst>
          </p:cNvPr>
          <p:cNvSpPr txBox="1"/>
          <p:nvPr/>
        </p:nvSpPr>
        <p:spPr>
          <a:xfrm>
            <a:off x="5085234" y="844594"/>
            <a:ext cx="5865583" cy="120032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200" b="0" i="0" u="none" strike="noStrike" kern="1200" cap="none" spc="0" normalizeH="0" baseline="0" noProof="0" dirty="0">
                <a:ln>
                  <a:noFill/>
                </a:ln>
                <a:solidFill>
                  <a:srgbClr val="EA8F44"/>
                </a:solidFill>
                <a:effectLst/>
                <a:uLnTx/>
                <a:uFillTx/>
                <a:latin typeface="Berlin Sans FB Demi" panose="020E0802020502020306" pitchFamily="34" charset="0"/>
                <a:ea typeface="ADLaM Display" panose="02010000000000000000" pitchFamily="2" charset="0"/>
                <a:cs typeface="ADLaM Display" panose="02010000000000000000" pitchFamily="2" charset="0"/>
              </a:rPr>
              <a:t>Heading Nr 4</a:t>
            </a:r>
            <a:endParaRPr kumimoji="0" lang="ru-RU" sz="7200" b="0" i="0" u="none" strike="noStrike" kern="1200" cap="none" spc="0" normalizeH="0" baseline="0" noProof="0" dirty="0">
              <a:ln>
                <a:noFill/>
              </a:ln>
              <a:solidFill>
                <a:srgbClr val="EA8F44"/>
              </a:solidFill>
              <a:effectLst/>
              <a:uLnTx/>
              <a:uFillTx/>
              <a:latin typeface="Calibri" panose="020F0502020204030204"/>
              <a:ea typeface="ADLaM Display" panose="02010000000000000000" pitchFamily="2" charset="0"/>
              <a:cs typeface="ADLaM Display" panose="02010000000000000000" pitchFamily="2" charset="0"/>
            </a:endParaRPr>
          </a:p>
        </p:txBody>
      </p:sp>
      <p:sp>
        <p:nvSpPr>
          <p:cNvPr id="23" name="Rectangle 22">
            <a:extLst>
              <a:ext uri="{FF2B5EF4-FFF2-40B4-BE49-F238E27FC236}">
                <a16:creationId xmlns:a16="http://schemas.microsoft.com/office/drawing/2014/main" id="{3215930A-70DC-1629-6A12-5D9191C6579B}"/>
              </a:ext>
            </a:extLst>
          </p:cNvPr>
          <p:cNvSpPr/>
          <p:nvPr/>
        </p:nvSpPr>
        <p:spPr>
          <a:xfrm>
            <a:off x="4895850" y="1980450"/>
            <a:ext cx="6003088" cy="64472"/>
          </a:xfrm>
          <a:prstGeom prst="rect">
            <a:avLst/>
          </a:prstGeom>
          <a:solidFill>
            <a:srgbClr val="EA8F4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00B050"/>
              </a:solidFill>
              <a:effectLst/>
              <a:uLnTx/>
              <a:uFillTx/>
              <a:latin typeface="Calibri" panose="020F0502020204030204"/>
              <a:ea typeface="+mn-ea"/>
              <a:cs typeface="+mn-cs"/>
            </a:endParaRPr>
          </a:p>
        </p:txBody>
      </p:sp>
      <p:grpSp>
        <p:nvGrpSpPr>
          <p:cNvPr id="52" name="Group 51">
            <a:extLst>
              <a:ext uri="{FF2B5EF4-FFF2-40B4-BE49-F238E27FC236}">
                <a16:creationId xmlns:a16="http://schemas.microsoft.com/office/drawing/2014/main" id="{1920C381-C5F9-5842-8DA7-925DA0632AA9}"/>
              </a:ext>
            </a:extLst>
          </p:cNvPr>
          <p:cNvGrpSpPr/>
          <p:nvPr/>
        </p:nvGrpSpPr>
        <p:grpSpPr>
          <a:xfrm>
            <a:off x="5896523" y="3319904"/>
            <a:ext cx="641994" cy="619728"/>
            <a:chOff x="4924089" y="3211426"/>
            <a:chExt cx="641994" cy="619728"/>
          </a:xfrm>
        </p:grpSpPr>
        <p:sp>
          <p:nvSpPr>
            <p:cNvPr id="34" name="Rectangle 33">
              <a:extLst>
                <a:ext uri="{FF2B5EF4-FFF2-40B4-BE49-F238E27FC236}">
                  <a16:creationId xmlns:a16="http://schemas.microsoft.com/office/drawing/2014/main" id="{B6522B59-5CEF-E496-1BF7-AEF483E04C98}"/>
                </a:ext>
              </a:extLst>
            </p:cNvPr>
            <p:cNvSpPr/>
            <p:nvPr/>
          </p:nvSpPr>
          <p:spPr>
            <a:xfrm>
              <a:off x="4924089" y="3211426"/>
              <a:ext cx="641994" cy="61972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35" name="Graphic 34" descr="User with solid fill">
              <a:extLst>
                <a:ext uri="{FF2B5EF4-FFF2-40B4-BE49-F238E27FC236}">
                  <a16:creationId xmlns:a16="http://schemas.microsoft.com/office/drawing/2014/main" id="{66BD5D5D-E179-AC3F-EBA1-9F498ABB7DC8}"/>
                </a:ext>
              </a:extLst>
            </p:cNvPr>
            <p:cNvPicPr>
              <a:picLocks noChangeAspect="1"/>
            </p:cNvPicPr>
            <p:nvPr/>
          </p:nvPicPr>
          <p:blipFill>
            <a:blip r:embed="rId30">
              <a:extLst>
                <a:ext uri="{28A0092B-C50C-407E-A947-70E740481C1C}">
                  <a14:useLocalDpi xmlns:a14="http://schemas.microsoft.com/office/drawing/2010/main" val="0"/>
                </a:ext>
                <a:ext uri="{96DAC541-7B7A-43D3-8B79-37D633B846F1}">
                  <asvg:svgBlip xmlns:asvg="http://schemas.microsoft.com/office/drawing/2016/SVG/main" r:embed="rId31"/>
                </a:ext>
              </a:extLst>
            </a:blip>
            <a:stretch>
              <a:fillRect/>
            </a:stretch>
          </p:blipFill>
          <p:spPr>
            <a:xfrm>
              <a:off x="4962409" y="3250977"/>
              <a:ext cx="556003" cy="556003"/>
            </a:xfrm>
            <a:prstGeom prst="rect">
              <a:avLst/>
            </a:prstGeom>
          </p:spPr>
        </p:pic>
      </p:grpSp>
      <p:sp>
        <p:nvSpPr>
          <p:cNvPr id="42" name="TextBox 41">
            <a:extLst>
              <a:ext uri="{FF2B5EF4-FFF2-40B4-BE49-F238E27FC236}">
                <a16:creationId xmlns:a16="http://schemas.microsoft.com/office/drawing/2014/main" id="{F23506D3-CF65-DD40-0D79-779B99D7E225}"/>
              </a:ext>
            </a:extLst>
          </p:cNvPr>
          <p:cNvSpPr txBox="1"/>
          <p:nvPr/>
        </p:nvSpPr>
        <p:spPr>
          <a:xfrm>
            <a:off x="5609170" y="4276030"/>
            <a:ext cx="1246006" cy="1600438"/>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lt-LT" sz="14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Lorem ipsum dolor sit amet, consectetur adipiscing elit, sed do </a:t>
            </a:r>
            <a:r>
              <a:rPr kumimoji="0" lang="lt-LT" sz="1400" b="0" i="0" u="none" strike="noStrike" kern="1200" cap="none" spc="0" normalizeH="0" baseline="0" noProof="0" dirty="0" err="1">
                <a:ln>
                  <a:noFill/>
                </a:ln>
                <a:solidFill>
                  <a:prstClr val="white"/>
                </a:solidFill>
                <a:effectLst/>
                <a:uLnTx/>
                <a:uFillTx/>
                <a:latin typeface="Calibri" panose="020F0502020204030204" pitchFamily="34" charset="0"/>
                <a:ea typeface="+mn-ea"/>
                <a:cs typeface="Calibri" panose="020F0502020204030204" pitchFamily="34" charset="0"/>
              </a:rPr>
              <a:t>eiusmod</a:t>
            </a:r>
            <a:r>
              <a:rPr kumimoji="0" lang="lt-LT" sz="14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 </a:t>
            </a:r>
            <a:r>
              <a:rPr kumimoji="0" lang="lt-LT" sz="1400" b="0" i="0" u="none" strike="noStrike" kern="1200" cap="none" spc="0" normalizeH="0" baseline="0" noProof="0" dirty="0" err="1">
                <a:ln>
                  <a:noFill/>
                </a:ln>
                <a:solidFill>
                  <a:prstClr val="white"/>
                </a:solidFill>
                <a:effectLst/>
                <a:uLnTx/>
                <a:uFillTx/>
                <a:latin typeface="Calibri" panose="020F0502020204030204" pitchFamily="34" charset="0"/>
                <a:ea typeface="+mn-ea"/>
                <a:cs typeface="Calibri" panose="020F0502020204030204" pitchFamily="34" charset="0"/>
              </a:rPr>
              <a:t>tempor</a:t>
            </a:r>
            <a:endParaRPr kumimoji="0" lang="ru-RU" sz="14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endParaRPr>
          </a:p>
        </p:txBody>
      </p:sp>
      <p:sp>
        <p:nvSpPr>
          <p:cNvPr id="45" name="TextBox 44">
            <a:extLst>
              <a:ext uri="{FF2B5EF4-FFF2-40B4-BE49-F238E27FC236}">
                <a16:creationId xmlns:a16="http://schemas.microsoft.com/office/drawing/2014/main" id="{7C86B46B-DCAA-033A-6A54-AB8969AF4B71}"/>
              </a:ext>
            </a:extLst>
          </p:cNvPr>
          <p:cNvSpPr txBox="1"/>
          <p:nvPr/>
        </p:nvSpPr>
        <p:spPr>
          <a:xfrm>
            <a:off x="5786197" y="3966788"/>
            <a:ext cx="1342856"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Bahnschrift SemiLight Condensed" panose="020B0502040204020203" pitchFamily="34" charset="0"/>
                <a:ea typeface="+mn-ea"/>
                <a:cs typeface="Posterama" panose="020B0504020200020000" pitchFamily="34" charset="0"/>
              </a:rPr>
              <a:t>Add Title</a:t>
            </a:r>
            <a:endParaRPr kumimoji="0" lang="ru-RU" sz="1800" b="0" i="0" u="none" strike="noStrike" kern="1200" cap="none" spc="0" normalizeH="0" baseline="0" noProof="0" dirty="0">
              <a:ln>
                <a:noFill/>
              </a:ln>
              <a:solidFill>
                <a:prstClr val="white"/>
              </a:solidFill>
              <a:effectLst/>
              <a:uLnTx/>
              <a:uFillTx/>
              <a:latin typeface="Bahnschrift SemiLight Condensed" panose="020B0502040204020203" pitchFamily="34" charset="0"/>
              <a:ea typeface="+mn-ea"/>
              <a:cs typeface="Posterama" panose="020B0504020200020000" pitchFamily="34" charset="0"/>
            </a:endParaRPr>
          </a:p>
        </p:txBody>
      </p:sp>
      <p:sp>
        <p:nvSpPr>
          <p:cNvPr id="58" name="Rectangle: Rounded Corners 57">
            <a:extLst>
              <a:ext uri="{FF2B5EF4-FFF2-40B4-BE49-F238E27FC236}">
                <a16:creationId xmlns:a16="http://schemas.microsoft.com/office/drawing/2014/main" id="{D13A521C-5E0A-6F14-7C17-EBDBAF9DE438}"/>
              </a:ext>
            </a:extLst>
          </p:cNvPr>
          <p:cNvSpPr/>
          <p:nvPr/>
        </p:nvSpPr>
        <p:spPr>
          <a:xfrm>
            <a:off x="7442135" y="4147684"/>
            <a:ext cx="1304983" cy="2102953"/>
          </a:xfrm>
          <a:prstGeom prst="roundRect">
            <a:avLst/>
          </a:prstGeom>
          <a:solidFill>
            <a:srgbClr val="EA8F4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EA8F44"/>
              </a:solidFill>
              <a:effectLst/>
              <a:uLnTx/>
              <a:uFillTx/>
              <a:latin typeface="Calibri" panose="020F0502020204030204"/>
              <a:ea typeface="+mn-ea"/>
              <a:cs typeface="+mn-cs"/>
            </a:endParaRPr>
          </a:p>
        </p:txBody>
      </p:sp>
      <p:grpSp>
        <p:nvGrpSpPr>
          <p:cNvPr id="59" name="Group 58">
            <a:extLst>
              <a:ext uri="{FF2B5EF4-FFF2-40B4-BE49-F238E27FC236}">
                <a16:creationId xmlns:a16="http://schemas.microsoft.com/office/drawing/2014/main" id="{4270B734-CC38-5B0D-9FEE-61FD042B9426}"/>
              </a:ext>
            </a:extLst>
          </p:cNvPr>
          <p:cNvGrpSpPr/>
          <p:nvPr/>
        </p:nvGrpSpPr>
        <p:grpSpPr>
          <a:xfrm>
            <a:off x="7758976" y="3694073"/>
            <a:ext cx="641994" cy="619728"/>
            <a:chOff x="4924089" y="3211426"/>
            <a:chExt cx="641994" cy="619728"/>
          </a:xfrm>
        </p:grpSpPr>
        <p:sp>
          <p:nvSpPr>
            <p:cNvPr id="60" name="Rectangle 59">
              <a:extLst>
                <a:ext uri="{FF2B5EF4-FFF2-40B4-BE49-F238E27FC236}">
                  <a16:creationId xmlns:a16="http://schemas.microsoft.com/office/drawing/2014/main" id="{E6C8D092-06FF-FDF2-142B-89F8C82EB003}"/>
                </a:ext>
              </a:extLst>
            </p:cNvPr>
            <p:cNvSpPr/>
            <p:nvPr/>
          </p:nvSpPr>
          <p:spPr>
            <a:xfrm>
              <a:off x="4924089" y="3211426"/>
              <a:ext cx="641994" cy="61972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61" name="Graphic 60" descr="User with solid fill">
              <a:extLst>
                <a:ext uri="{FF2B5EF4-FFF2-40B4-BE49-F238E27FC236}">
                  <a16:creationId xmlns:a16="http://schemas.microsoft.com/office/drawing/2014/main" id="{B4171A80-C2C4-3290-52FE-E40F469E9EA7}"/>
                </a:ext>
              </a:extLst>
            </p:cNvPr>
            <p:cNvPicPr>
              <a:picLocks noChangeAspect="1"/>
            </p:cNvPicPr>
            <p:nvPr/>
          </p:nvPicPr>
          <p:blipFill>
            <a:blip r:embed="rId30">
              <a:extLst>
                <a:ext uri="{28A0092B-C50C-407E-A947-70E740481C1C}">
                  <a14:useLocalDpi xmlns:a14="http://schemas.microsoft.com/office/drawing/2010/main" val="0"/>
                </a:ext>
                <a:ext uri="{96DAC541-7B7A-43D3-8B79-37D633B846F1}">
                  <asvg:svgBlip xmlns:asvg="http://schemas.microsoft.com/office/drawing/2016/SVG/main" r:embed="rId31"/>
                </a:ext>
              </a:extLst>
            </a:blip>
            <a:stretch>
              <a:fillRect/>
            </a:stretch>
          </p:blipFill>
          <p:spPr>
            <a:xfrm>
              <a:off x="4962409" y="3250977"/>
              <a:ext cx="556003" cy="556003"/>
            </a:xfrm>
            <a:prstGeom prst="rect">
              <a:avLst/>
            </a:prstGeom>
          </p:spPr>
        </p:pic>
      </p:grpSp>
      <p:sp>
        <p:nvSpPr>
          <p:cNvPr id="62" name="TextBox 61">
            <a:extLst>
              <a:ext uri="{FF2B5EF4-FFF2-40B4-BE49-F238E27FC236}">
                <a16:creationId xmlns:a16="http://schemas.microsoft.com/office/drawing/2014/main" id="{FCABBD93-19CC-3D45-C3E6-87495B859F78}"/>
              </a:ext>
            </a:extLst>
          </p:cNvPr>
          <p:cNvSpPr txBox="1"/>
          <p:nvPr/>
        </p:nvSpPr>
        <p:spPr>
          <a:xfrm>
            <a:off x="7471623" y="4650199"/>
            <a:ext cx="1246006" cy="1600438"/>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lt-LT" sz="14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Lorem ipsum dolor sit amet, consectetur adipiscing elit, sed do </a:t>
            </a:r>
            <a:r>
              <a:rPr kumimoji="0" lang="lt-LT" sz="1400" b="0" i="0" u="none" strike="noStrike" kern="1200" cap="none" spc="0" normalizeH="0" baseline="0" noProof="0" dirty="0" err="1">
                <a:ln>
                  <a:noFill/>
                </a:ln>
                <a:solidFill>
                  <a:prstClr val="white"/>
                </a:solidFill>
                <a:effectLst/>
                <a:uLnTx/>
                <a:uFillTx/>
                <a:latin typeface="Calibri" panose="020F0502020204030204" pitchFamily="34" charset="0"/>
                <a:ea typeface="+mn-ea"/>
                <a:cs typeface="Calibri" panose="020F0502020204030204" pitchFamily="34" charset="0"/>
              </a:rPr>
              <a:t>eiusmod</a:t>
            </a:r>
            <a:r>
              <a:rPr kumimoji="0" lang="lt-LT" sz="14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 </a:t>
            </a:r>
            <a:r>
              <a:rPr kumimoji="0" lang="lt-LT" sz="1400" b="0" i="0" u="none" strike="noStrike" kern="1200" cap="none" spc="0" normalizeH="0" baseline="0" noProof="0" dirty="0" err="1">
                <a:ln>
                  <a:noFill/>
                </a:ln>
                <a:solidFill>
                  <a:prstClr val="white"/>
                </a:solidFill>
                <a:effectLst/>
                <a:uLnTx/>
                <a:uFillTx/>
                <a:latin typeface="Calibri" panose="020F0502020204030204" pitchFamily="34" charset="0"/>
                <a:ea typeface="+mn-ea"/>
                <a:cs typeface="Calibri" panose="020F0502020204030204" pitchFamily="34" charset="0"/>
              </a:rPr>
              <a:t>tempor</a:t>
            </a:r>
            <a:endParaRPr kumimoji="0" lang="ru-RU" sz="14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endParaRPr>
          </a:p>
        </p:txBody>
      </p:sp>
      <p:sp>
        <p:nvSpPr>
          <p:cNvPr id="63" name="TextBox 62">
            <a:extLst>
              <a:ext uri="{FF2B5EF4-FFF2-40B4-BE49-F238E27FC236}">
                <a16:creationId xmlns:a16="http://schemas.microsoft.com/office/drawing/2014/main" id="{60D3520C-A437-0A38-A500-640B8C15F796}"/>
              </a:ext>
            </a:extLst>
          </p:cNvPr>
          <p:cNvSpPr txBox="1"/>
          <p:nvPr/>
        </p:nvSpPr>
        <p:spPr>
          <a:xfrm>
            <a:off x="7648650" y="4340957"/>
            <a:ext cx="1342856"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Bahnschrift SemiLight Condensed" panose="020B0502040204020203" pitchFamily="34" charset="0"/>
                <a:ea typeface="+mn-ea"/>
                <a:cs typeface="Posterama" panose="020B0504020200020000" pitchFamily="34" charset="0"/>
              </a:rPr>
              <a:t>Add Title</a:t>
            </a:r>
            <a:endParaRPr kumimoji="0" lang="ru-RU" sz="1800" b="0" i="0" u="none" strike="noStrike" kern="1200" cap="none" spc="0" normalizeH="0" baseline="0" noProof="0" dirty="0">
              <a:ln>
                <a:noFill/>
              </a:ln>
              <a:solidFill>
                <a:prstClr val="white"/>
              </a:solidFill>
              <a:effectLst/>
              <a:uLnTx/>
              <a:uFillTx/>
              <a:latin typeface="Bahnschrift SemiLight Condensed" panose="020B0502040204020203" pitchFamily="34" charset="0"/>
              <a:ea typeface="+mn-ea"/>
              <a:cs typeface="Posterama" panose="020B0504020200020000" pitchFamily="34" charset="0"/>
            </a:endParaRPr>
          </a:p>
        </p:txBody>
      </p:sp>
      <p:sp>
        <p:nvSpPr>
          <p:cNvPr id="64" name="Rectangle: Rounded Corners 63">
            <a:extLst>
              <a:ext uri="{FF2B5EF4-FFF2-40B4-BE49-F238E27FC236}">
                <a16:creationId xmlns:a16="http://schemas.microsoft.com/office/drawing/2014/main" id="{E5A55D1B-E7A0-D810-10B6-757B687E02E2}"/>
              </a:ext>
            </a:extLst>
          </p:cNvPr>
          <p:cNvSpPr/>
          <p:nvPr/>
        </p:nvSpPr>
        <p:spPr>
          <a:xfrm>
            <a:off x="9300250" y="3877371"/>
            <a:ext cx="1304983" cy="2102953"/>
          </a:xfrm>
          <a:prstGeom prst="roundRect">
            <a:avLst/>
          </a:prstGeom>
          <a:solidFill>
            <a:srgbClr val="EA8F4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EA8F44"/>
              </a:solidFill>
              <a:effectLst/>
              <a:uLnTx/>
              <a:uFillTx/>
              <a:latin typeface="Calibri" panose="020F0502020204030204"/>
              <a:ea typeface="+mn-ea"/>
              <a:cs typeface="+mn-cs"/>
            </a:endParaRPr>
          </a:p>
        </p:txBody>
      </p:sp>
      <p:grpSp>
        <p:nvGrpSpPr>
          <p:cNvPr id="65" name="Group 64">
            <a:extLst>
              <a:ext uri="{FF2B5EF4-FFF2-40B4-BE49-F238E27FC236}">
                <a16:creationId xmlns:a16="http://schemas.microsoft.com/office/drawing/2014/main" id="{3CDDDB2B-31A3-E469-D3DC-B5A89C8A8B73}"/>
              </a:ext>
            </a:extLst>
          </p:cNvPr>
          <p:cNvGrpSpPr/>
          <p:nvPr/>
        </p:nvGrpSpPr>
        <p:grpSpPr>
          <a:xfrm>
            <a:off x="9617091" y="3423760"/>
            <a:ext cx="641994" cy="619728"/>
            <a:chOff x="4924089" y="3211426"/>
            <a:chExt cx="641994" cy="619728"/>
          </a:xfrm>
        </p:grpSpPr>
        <p:sp>
          <p:nvSpPr>
            <p:cNvPr id="66" name="Rectangle 65">
              <a:extLst>
                <a:ext uri="{FF2B5EF4-FFF2-40B4-BE49-F238E27FC236}">
                  <a16:creationId xmlns:a16="http://schemas.microsoft.com/office/drawing/2014/main" id="{0F5353AE-AAEA-4C84-F615-ED648AF6325B}"/>
                </a:ext>
              </a:extLst>
            </p:cNvPr>
            <p:cNvSpPr/>
            <p:nvPr/>
          </p:nvSpPr>
          <p:spPr>
            <a:xfrm>
              <a:off x="4924089" y="3211426"/>
              <a:ext cx="641994" cy="61972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67" name="Graphic 66" descr="User with solid fill">
              <a:extLst>
                <a:ext uri="{FF2B5EF4-FFF2-40B4-BE49-F238E27FC236}">
                  <a16:creationId xmlns:a16="http://schemas.microsoft.com/office/drawing/2014/main" id="{A6F0AC89-4BA8-D45B-E670-D89AA6F7634C}"/>
                </a:ext>
              </a:extLst>
            </p:cNvPr>
            <p:cNvPicPr>
              <a:picLocks noChangeAspect="1"/>
            </p:cNvPicPr>
            <p:nvPr/>
          </p:nvPicPr>
          <p:blipFill>
            <a:blip r:embed="rId30">
              <a:extLst>
                <a:ext uri="{28A0092B-C50C-407E-A947-70E740481C1C}">
                  <a14:useLocalDpi xmlns:a14="http://schemas.microsoft.com/office/drawing/2010/main" val="0"/>
                </a:ext>
                <a:ext uri="{96DAC541-7B7A-43D3-8B79-37D633B846F1}">
                  <asvg:svgBlip xmlns:asvg="http://schemas.microsoft.com/office/drawing/2016/SVG/main" r:embed="rId31"/>
                </a:ext>
              </a:extLst>
            </a:blip>
            <a:stretch>
              <a:fillRect/>
            </a:stretch>
          </p:blipFill>
          <p:spPr>
            <a:xfrm>
              <a:off x="4962409" y="3250977"/>
              <a:ext cx="556003" cy="556003"/>
            </a:xfrm>
            <a:prstGeom prst="rect">
              <a:avLst/>
            </a:prstGeom>
          </p:spPr>
        </p:pic>
      </p:grpSp>
      <p:sp>
        <p:nvSpPr>
          <p:cNvPr id="68" name="TextBox 67">
            <a:extLst>
              <a:ext uri="{FF2B5EF4-FFF2-40B4-BE49-F238E27FC236}">
                <a16:creationId xmlns:a16="http://schemas.microsoft.com/office/drawing/2014/main" id="{87AEB53A-61D2-4CD9-3C81-60A5A00BA6E3}"/>
              </a:ext>
            </a:extLst>
          </p:cNvPr>
          <p:cNvSpPr txBox="1"/>
          <p:nvPr/>
        </p:nvSpPr>
        <p:spPr>
          <a:xfrm>
            <a:off x="9329738" y="4379886"/>
            <a:ext cx="1246006" cy="1600438"/>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lt-LT" sz="14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Lorem ipsum dolor sit amet, consectetur adipiscing elit, sed do </a:t>
            </a:r>
            <a:r>
              <a:rPr kumimoji="0" lang="lt-LT" sz="1400" b="0" i="0" u="none" strike="noStrike" kern="1200" cap="none" spc="0" normalizeH="0" baseline="0" noProof="0" dirty="0" err="1">
                <a:ln>
                  <a:noFill/>
                </a:ln>
                <a:solidFill>
                  <a:prstClr val="white"/>
                </a:solidFill>
                <a:effectLst/>
                <a:uLnTx/>
                <a:uFillTx/>
                <a:latin typeface="Calibri" panose="020F0502020204030204" pitchFamily="34" charset="0"/>
                <a:ea typeface="+mn-ea"/>
                <a:cs typeface="Calibri" panose="020F0502020204030204" pitchFamily="34" charset="0"/>
              </a:rPr>
              <a:t>eiusmod</a:t>
            </a:r>
            <a:r>
              <a:rPr kumimoji="0" lang="lt-LT" sz="14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 </a:t>
            </a:r>
            <a:r>
              <a:rPr kumimoji="0" lang="lt-LT" sz="1400" b="0" i="0" u="none" strike="noStrike" kern="1200" cap="none" spc="0" normalizeH="0" baseline="0" noProof="0" dirty="0" err="1">
                <a:ln>
                  <a:noFill/>
                </a:ln>
                <a:solidFill>
                  <a:prstClr val="white"/>
                </a:solidFill>
                <a:effectLst/>
                <a:uLnTx/>
                <a:uFillTx/>
                <a:latin typeface="Calibri" panose="020F0502020204030204" pitchFamily="34" charset="0"/>
                <a:ea typeface="+mn-ea"/>
                <a:cs typeface="Calibri" panose="020F0502020204030204" pitchFamily="34" charset="0"/>
              </a:rPr>
              <a:t>tempor</a:t>
            </a:r>
            <a:endParaRPr kumimoji="0" lang="ru-RU" sz="14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endParaRPr>
          </a:p>
        </p:txBody>
      </p:sp>
      <p:sp>
        <p:nvSpPr>
          <p:cNvPr id="69" name="TextBox 68">
            <a:extLst>
              <a:ext uri="{FF2B5EF4-FFF2-40B4-BE49-F238E27FC236}">
                <a16:creationId xmlns:a16="http://schemas.microsoft.com/office/drawing/2014/main" id="{47CE17CB-CA11-C1E3-133C-2893B89213BC}"/>
              </a:ext>
            </a:extLst>
          </p:cNvPr>
          <p:cNvSpPr txBox="1"/>
          <p:nvPr/>
        </p:nvSpPr>
        <p:spPr>
          <a:xfrm>
            <a:off x="9506765" y="4070644"/>
            <a:ext cx="1342856"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Bahnschrift SemiLight Condensed" panose="020B0502040204020203" pitchFamily="34" charset="0"/>
                <a:ea typeface="+mn-ea"/>
                <a:cs typeface="Posterama" panose="020B0504020200020000" pitchFamily="34" charset="0"/>
              </a:rPr>
              <a:t>Add Title</a:t>
            </a:r>
            <a:endParaRPr kumimoji="0" lang="ru-RU" sz="1800" b="0" i="0" u="none" strike="noStrike" kern="1200" cap="none" spc="0" normalizeH="0" baseline="0" noProof="0" dirty="0">
              <a:ln>
                <a:noFill/>
              </a:ln>
              <a:solidFill>
                <a:prstClr val="white"/>
              </a:solidFill>
              <a:effectLst/>
              <a:uLnTx/>
              <a:uFillTx/>
              <a:latin typeface="Bahnschrift SemiLight Condensed" panose="020B0502040204020203" pitchFamily="34" charset="0"/>
              <a:ea typeface="+mn-ea"/>
              <a:cs typeface="Posterama" panose="020B0504020200020000" pitchFamily="34" charset="0"/>
            </a:endParaRPr>
          </a:p>
        </p:txBody>
      </p:sp>
      <p:sp>
        <p:nvSpPr>
          <p:cNvPr id="70" name="TextBox 69">
            <a:extLst>
              <a:ext uri="{FF2B5EF4-FFF2-40B4-BE49-F238E27FC236}">
                <a16:creationId xmlns:a16="http://schemas.microsoft.com/office/drawing/2014/main" id="{C9111722-CB9A-307D-DC0D-4271FEA31642}"/>
              </a:ext>
            </a:extLst>
          </p:cNvPr>
          <p:cNvSpPr txBox="1"/>
          <p:nvPr/>
        </p:nvSpPr>
        <p:spPr>
          <a:xfrm>
            <a:off x="4824679" y="2136336"/>
            <a:ext cx="6435235"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white"/>
                </a:solidFill>
                <a:effectLst/>
                <a:uLnTx/>
                <a:uFillTx/>
                <a:latin typeface="Bahnschrift SemiLight" panose="020B0502040204020203" pitchFamily="34" charset="0"/>
                <a:ea typeface="+mn-ea"/>
                <a:cs typeface="Arial" panose="020B0604020202020204" pitchFamily="34" charset="0"/>
              </a:rPr>
              <a:t>4. Write your text here. Write your text here. Write your text here. Write your text here. </a:t>
            </a:r>
            <a:endParaRPr kumimoji="0" lang="ru-RU"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02397914"/>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48"/>
                                        </p:tgtEl>
                                        <p:attrNameLst>
                                          <p:attrName>style.visibility</p:attrName>
                                        </p:attrNameLst>
                                      </p:cBhvr>
                                      <p:to>
                                        <p:strVal val="visible"/>
                                      </p:to>
                                    </p:set>
                                    <p:anim calcmode="lin" valueType="num">
                                      <p:cBhvr additive="base">
                                        <p:cTn id="7" dur="350" fill="hold"/>
                                        <p:tgtEl>
                                          <p:spTgt spid="48"/>
                                        </p:tgtEl>
                                        <p:attrNameLst>
                                          <p:attrName>ppt_x</p:attrName>
                                        </p:attrNameLst>
                                      </p:cBhvr>
                                      <p:tavLst>
                                        <p:tav tm="0">
                                          <p:val>
                                            <p:strVal val="#ppt_x"/>
                                          </p:val>
                                        </p:tav>
                                        <p:tav tm="100000">
                                          <p:val>
                                            <p:strVal val="#ppt_x"/>
                                          </p:val>
                                        </p:tav>
                                      </p:tavLst>
                                    </p:anim>
                                    <p:anim calcmode="lin" valueType="num">
                                      <p:cBhvr additive="base">
                                        <p:cTn id="8" dur="350" fill="hold"/>
                                        <p:tgtEl>
                                          <p:spTgt spid="48"/>
                                        </p:tgtEl>
                                        <p:attrNameLst>
                                          <p:attrName>ppt_y</p:attrName>
                                        </p:attrNameLst>
                                      </p:cBhvr>
                                      <p:tavLst>
                                        <p:tav tm="0">
                                          <p:val>
                                            <p:strVal val="1+#ppt_h/2"/>
                                          </p:val>
                                        </p:tav>
                                        <p:tav tm="100000">
                                          <p:val>
                                            <p:strVal val="#ppt_y"/>
                                          </p:val>
                                        </p:tav>
                                      </p:tavLst>
                                    </p:anim>
                                  </p:childTnLst>
                                </p:cTn>
                              </p:par>
                            </p:childTnLst>
                          </p:cTn>
                        </p:par>
                        <p:par>
                          <p:cTn id="9" fill="hold">
                            <p:stCondLst>
                              <p:cond delay="350"/>
                            </p:stCondLst>
                            <p:childTnLst>
                              <p:par>
                                <p:cTn id="10" presetID="2" presetClass="entr" presetSubtype="4" fill="hold" nodeType="afterEffect">
                                  <p:stCondLst>
                                    <p:cond delay="0"/>
                                  </p:stCondLst>
                                  <p:childTnLst>
                                    <p:set>
                                      <p:cBhvr>
                                        <p:cTn id="11" dur="1" fill="hold">
                                          <p:stCondLst>
                                            <p:cond delay="0"/>
                                          </p:stCondLst>
                                        </p:cTn>
                                        <p:tgtEl>
                                          <p:spTgt spid="52"/>
                                        </p:tgtEl>
                                        <p:attrNameLst>
                                          <p:attrName>style.visibility</p:attrName>
                                        </p:attrNameLst>
                                      </p:cBhvr>
                                      <p:to>
                                        <p:strVal val="visible"/>
                                      </p:to>
                                    </p:set>
                                    <p:anim calcmode="lin" valueType="num">
                                      <p:cBhvr additive="base">
                                        <p:cTn id="12" dur="500" fill="hold"/>
                                        <p:tgtEl>
                                          <p:spTgt spid="52"/>
                                        </p:tgtEl>
                                        <p:attrNameLst>
                                          <p:attrName>ppt_x</p:attrName>
                                        </p:attrNameLst>
                                      </p:cBhvr>
                                      <p:tavLst>
                                        <p:tav tm="0">
                                          <p:val>
                                            <p:strVal val="#ppt_x"/>
                                          </p:val>
                                        </p:tav>
                                        <p:tav tm="100000">
                                          <p:val>
                                            <p:strVal val="#ppt_x"/>
                                          </p:val>
                                        </p:tav>
                                      </p:tavLst>
                                    </p:anim>
                                    <p:anim calcmode="lin" valueType="num">
                                      <p:cBhvr additive="base">
                                        <p:cTn id="13" dur="500" fill="hold"/>
                                        <p:tgtEl>
                                          <p:spTgt spid="52"/>
                                        </p:tgtEl>
                                        <p:attrNameLst>
                                          <p:attrName>ppt_y</p:attrName>
                                        </p:attrNameLst>
                                      </p:cBhvr>
                                      <p:tavLst>
                                        <p:tav tm="0">
                                          <p:val>
                                            <p:strVal val="1+#ppt_h/2"/>
                                          </p:val>
                                        </p:tav>
                                        <p:tav tm="100000">
                                          <p:val>
                                            <p:strVal val="#ppt_y"/>
                                          </p:val>
                                        </p:tav>
                                      </p:tavLst>
                                    </p:anim>
                                  </p:childTnLst>
                                </p:cTn>
                              </p:par>
                              <p:par>
                                <p:cTn id="14" presetID="10" presetClass="entr" presetSubtype="0" fill="hold" grpId="0" nodeType="withEffect">
                                  <p:stCondLst>
                                    <p:cond delay="0"/>
                                  </p:stCondLst>
                                  <p:childTnLst>
                                    <p:set>
                                      <p:cBhvr>
                                        <p:cTn id="15" dur="1" fill="hold">
                                          <p:stCondLst>
                                            <p:cond delay="0"/>
                                          </p:stCondLst>
                                        </p:cTn>
                                        <p:tgtEl>
                                          <p:spTgt spid="45"/>
                                        </p:tgtEl>
                                        <p:attrNameLst>
                                          <p:attrName>style.visibility</p:attrName>
                                        </p:attrNameLst>
                                      </p:cBhvr>
                                      <p:to>
                                        <p:strVal val="visible"/>
                                      </p:to>
                                    </p:set>
                                    <p:animEffect transition="in" filter="fade">
                                      <p:cBhvr>
                                        <p:cTn id="16" dur="500"/>
                                        <p:tgtEl>
                                          <p:spTgt spid="45"/>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42"/>
                                        </p:tgtEl>
                                        <p:attrNameLst>
                                          <p:attrName>style.visibility</p:attrName>
                                        </p:attrNameLst>
                                      </p:cBhvr>
                                      <p:to>
                                        <p:strVal val="visible"/>
                                      </p:to>
                                    </p:set>
                                    <p:animEffect transition="in" filter="fade">
                                      <p:cBhvr>
                                        <p:cTn id="19" dur="500"/>
                                        <p:tgtEl>
                                          <p:spTgt spid="42"/>
                                        </p:tgtEl>
                                      </p:cBhvr>
                                    </p:animEffect>
                                  </p:childTnLst>
                                </p:cTn>
                              </p:par>
                            </p:childTnLst>
                          </p:cTn>
                        </p:par>
                        <p:par>
                          <p:cTn id="20" fill="hold">
                            <p:stCondLst>
                              <p:cond delay="850"/>
                            </p:stCondLst>
                            <p:childTnLst>
                              <p:par>
                                <p:cTn id="21" presetID="2" presetClass="entr" presetSubtype="4" fill="hold" grpId="0" nodeType="afterEffect">
                                  <p:stCondLst>
                                    <p:cond delay="0"/>
                                  </p:stCondLst>
                                  <p:childTnLst>
                                    <p:set>
                                      <p:cBhvr>
                                        <p:cTn id="22" dur="1" fill="hold">
                                          <p:stCondLst>
                                            <p:cond delay="0"/>
                                          </p:stCondLst>
                                        </p:cTn>
                                        <p:tgtEl>
                                          <p:spTgt spid="58"/>
                                        </p:tgtEl>
                                        <p:attrNameLst>
                                          <p:attrName>style.visibility</p:attrName>
                                        </p:attrNameLst>
                                      </p:cBhvr>
                                      <p:to>
                                        <p:strVal val="visible"/>
                                      </p:to>
                                    </p:set>
                                    <p:anim calcmode="lin" valueType="num">
                                      <p:cBhvr additive="base">
                                        <p:cTn id="23" dur="350" fill="hold"/>
                                        <p:tgtEl>
                                          <p:spTgt spid="58"/>
                                        </p:tgtEl>
                                        <p:attrNameLst>
                                          <p:attrName>ppt_x</p:attrName>
                                        </p:attrNameLst>
                                      </p:cBhvr>
                                      <p:tavLst>
                                        <p:tav tm="0">
                                          <p:val>
                                            <p:strVal val="#ppt_x"/>
                                          </p:val>
                                        </p:tav>
                                        <p:tav tm="100000">
                                          <p:val>
                                            <p:strVal val="#ppt_x"/>
                                          </p:val>
                                        </p:tav>
                                      </p:tavLst>
                                    </p:anim>
                                    <p:anim calcmode="lin" valueType="num">
                                      <p:cBhvr additive="base">
                                        <p:cTn id="24" dur="350" fill="hold"/>
                                        <p:tgtEl>
                                          <p:spTgt spid="58"/>
                                        </p:tgtEl>
                                        <p:attrNameLst>
                                          <p:attrName>ppt_y</p:attrName>
                                        </p:attrNameLst>
                                      </p:cBhvr>
                                      <p:tavLst>
                                        <p:tav tm="0">
                                          <p:val>
                                            <p:strVal val="1+#ppt_h/2"/>
                                          </p:val>
                                        </p:tav>
                                        <p:tav tm="100000">
                                          <p:val>
                                            <p:strVal val="#ppt_y"/>
                                          </p:val>
                                        </p:tav>
                                      </p:tavLst>
                                    </p:anim>
                                  </p:childTnLst>
                                </p:cTn>
                              </p:par>
                            </p:childTnLst>
                          </p:cTn>
                        </p:par>
                        <p:par>
                          <p:cTn id="25" fill="hold">
                            <p:stCondLst>
                              <p:cond delay="1200"/>
                            </p:stCondLst>
                            <p:childTnLst>
                              <p:par>
                                <p:cTn id="26" presetID="2" presetClass="entr" presetSubtype="4" fill="hold" nodeType="afterEffect">
                                  <p:stCondLst>
                                    <p:cond delay="0"/>
                                  </p:stCondLst>
                                  <p:childTnLst>
                                    <p:set>
                                      <p:cBhvr>
                                        <p:cTn id="27" dur="1" fill="hold">
                                          <p:stCondLst>
                                            <p:cond delay="0"/>
                                          </p:stCondLst>
                                        </p:cTn>
                                        <p:tgtEl>
                                          <p:spTgt spid="59"/>
                                        </p:tgtEl>
                                        <p:attrNameLst>
                                          <p:attrName>style.visibility</p:attrName>
                                        </p:attrNameLst>
                                      </p:cBhvr>
                                      <p:to>
                                        <p:strVal val="visible"/>
                                      </p:to>
                                    </p:set>
                                    <p:anim calcmode="lin" valueType="num">
                                      <p:cBhvr additive="base">
                                        <p:cTn id="28" dur="500" fill="hold"/>
                                        <p:tgtEl>
                                          <p:spTgt spid="59"/>
                                        </p:tgtEl>
                                        <p:attrNameLst>
                                          <p:attrName>ppt_x</p:attrName>
                                        </p:attrNameLst>
                                      </p:cBhvr>
                                      <p:tavLst>
                                        <p:tav tm="0">
                                          <p:val>
                                            <p:strVal val="#ppt_x"/>
                                          </p:val>
                                        </p:tav>
                                        <p:tav tm="100000">
                                          <p:val>
                                            <p:strVal val="#ppt_x"/>
                                          </p:val>
                                        </p:tav>
                                      </p:tavLst>
                                    </p:anim>
                                    <p:anim calcmode="lin" valueType="num">
                                      <p:cBhvr additive="base">
                                        <p:cTn id="29" dur="500" fill="hold"/>
                                        <p:tgtEl>
                                          <p:spTgt spid="59"/>
                                        </p:tgtEl>
                                        <p:attrNameLst>
                                          <p:attrName>ppt_y</p:attrName>
                                        </p:attrNameLst>
                                      </p:cBhvr>
                                      <p:tavLst>
                                        <p:tav tm="0">
                                          <p:val>
                                            <p:strVal val="1+#ppt_h/2"/>
                                          </p:val>
                                        </p:tav>
                                        <p:tav tm="100000">
                                          <p:val>
                                            <p:strVal val="#ppt_y"/>
                                          </p:val>
                                        </p:tav>
                                      </p:tavLst>
                                    </p:anim>
                                  </p:childTnLst>
                                </p:cTn>
                              </p:par>
                              <p:par>
                                <p:cTn id="30" presetID="10" presetClass="entr" presetSubtype="0" fill="hold" grpId="0" nodeType="withEffect">
                                  <p:stCondLst>
                                    <p:cond delay="0"/>
                                  </p:stCondLst>
                                  <p:childTnLst>
                                    <p:set>
                                      <p:cBhvr>
                                        <p:cTn id="31" dur="1" fill="hold">
                                          <p:stCondLst>
                                            <p:cond delay="0"/>
                                          </p:stCondLst>
                                        </p:cTn>
                                        <p:tgtEl>
                                          <p:spTgt spid="62"/>
                                        </p:tgtEl>
                                        <p:attrNameLst>
                                          <p:attrName>style.visibility</p:attrName>
                                        </p:attrNameLst>
                                      </p:cBhvr>
                                      <p:to>
                                        <p:strVal val="visible"/>
                                      </p:to>
                                    </p:set>
                                    <p:animEffect transition="in" filter="fade">
                                      <p:cBhvr>
                                        <p:cTn id="32" dur="500"/>
                                        <p:tgtEl>
                                          <p:spTgt spid="62"/>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63"/>
                                        </p:tgtEl>
                                        <p:attrNameLst>
                                          <p:attrName>style.visibility</p:attrName>
                                        </p:attrNameLst>
                                      </p:cBhvr>
                                      <p:to>
                                        <p:strVal val="visible"/>
                                      </p:to>
                                    </p:set>
                                    <p:animEffect transition="in" filter="fade">
                                      <p:cBhvr>
                                        <p:cTn id="35" dur="500"/>
                                        <p:tgtEl>
                                          <p:spTgt spid="63"/>
                                        </p:tgtEl>
                                      </p:cBhvr>
                                    </p:animEffect>
                                  </p:childTnLst>
                                </p:cTn>
                              </p:par>
                            </p:childTnLst>
                          </p:cTn>
                        </p:par>
                        <p:par>
                          <p:cTn id="36" fill="hold">
                            <p:stCondLst>
                              <p:cond delay="1700"/>
                            </p:stCondLst>
                            <p:childTnLst>
                              <p:par>
                                <p:cTn id="37" presetID="2" presetClass="entr" presetSubtype="4" fill="hold" grpId="0" nodeType="afterEffect">
                                  <p:stCondLst>
                                    <p:cond delay="0"/>
                                  </p:stCondLst>
                                  <p:childTnLst>
                                    <p:set>
                                      <p:cBhvr>
                                        <p:cTn id="38" dur="1" fill="hold">
                                          <p:stCondLst>
                                            <p:cond delay="0"/>
                                          </p:stCondLst>
                                        </p:cTn>
                                        <p:tgtEl>
                                          <p:spTgt spid="64"/>
                                        </p:tgtEl>
                                        <p:attrNameLst>
                                          <p:attrName>style.visibility</p:attrName>
                                        </p:attrNameLst>
                                      </p:cBhvr>
                                      <p:to>
                                        <p:strVal val="visible"/>
                                      </p:to>
                                    </p:set>
                                    <p:anim calcmode="lin" valueType="num">
                                      <p:cBhvr additive="base">
                                        <p:cTn id="39" dur="350" fill="hold"/>
                                        <p:tgtEl>
                                          <p:spTgt spid="64"/>
                                        </p:tgtEl>
                                        <p:attrNameLst>
                                          <p:attrName>ppt_x</p:attrName>
                                        </p:attrNameLst>
                                      </p:cBhvr>
                                      <p:tavLst>
                                        <p:tav tm="0">
                                          <p:val>
                                            <p:strVal val="#ppt_x"/>
                                          </p:val>
                                        </p:tav>
                                        <p:tav tm="100000">
                                          <p:val>
                                            <p:strVal val="#ppt_x"/>
                                          </p:val>
                                        </p:tav>
                                      </p:tavLst>
                                    </p:anim>
                                    <p:anim calcmode="lin" valueType="num">
                                      <p:cBhvr additive="base">
                                        <p:cTn id="40" dur="350" fill="hold"/>
                                        <p:tgtEl>
                                          <p:spTgt spid="64"/>
                                        </p:tgtEl>
                                        <p:attrNameLst>
                                          <p:attrName>ppt_y</p:attrName>
                                        </p:attrNameLst>
                                      </p:cBhvr>
                                      <p:tavLst>
                                        <p:tav tm="0">
                                          <p:val>
                                            <p:strVal val="1+#ppt_h/2"/>
                                          </p:val>
                                        </p:tav>
                                        <p:tav tm="100000">
                                          <p:val>
                                            <p:strVal val="#ppt_y"/>
                                          </p:val>
                                        </p:tav>
                                      </p:tavLst>
                                    </p:anim>
                                  </p:childTnLst>
                                </p:cTn>
                              </p:par>
                            </p:childTnLst>
                          </p:cTn>
                        </p:par>
                        <p:par>
                          <p:cTn id="41" fill="hold">
                            <p:stCondLst>
                              <p:cond delay="2050"/>
                            </p:stCondLst>
                            <p:childTnLst>
                              <p:par>
                                <p:cTn id="42" presetID="2" presetClass="entr" presetSubtype="4" fill="hold" nodeType="afterEffect">
                                  <p:stCondLst>
                                    <p:cond delay="0"/>
                                  </p:stCondLst>
                                  <p:childTnLst>
                                    <p:set>
                                      <p:cBhvr>
                                        <p:cTn id="43" dur="1" fill="hold">
                                          <p:stCondLst>
                                            <p:cond delay="0"/>
                                          </p:stCondLst>
                                        </p:cTn>
                                        <p:tgtEl>
                                          <p:spTgt spid="65"/>
                                        </p:tgtEl>
                                        <p:attrNameLst>
                                          <p:attrName>style.visibility</p:attrName>
                                        </p:attrNameLst>
                                      </p:cBhvr>
                                      <p:to>
                                        <p:strVal val="visible"/>
                                      </p:to>
                                    </p:set>
                                    <p:anim calcmode="lin" valueType="num">
                                      <p:cBhvr additive="base">
                                        <p:cTn id="44" dur="500" fill="hold"/>
                                        <p:tgtEl>
                                          <p:spTgt spid="65"/>
                                        </p:tgtEl>
                                        <p:attrNameLst>
                                          <p:attrName>ppt_x</p:attrName>
                                        </p:attrNameLst>
                                      </p:cBhvr>
                                      <p:tavLst>
                                        <p:tav tm="0">
                                          <p:val>
                                            <p:strVal val="#ppt_x"/>
                                          </p:val>
                                        </p:tav>
                                        <p:tav tm="100000">
                                          <p:val>
                                            <p:strVal val="#ppt_x"/>
                                          </p:val>
                                        </p:tav>
                                      </p:tavLst>
                                    </p:anim>
                                    <p:anim calcmode="lin" valueType="num">
                                      <p:cBhvr additive="base">
                                        <p:cTn id="45" dur="500" fill="hold"/>
                                        <p:tgtEl>
                                          <p:spTgt spid="65"/>
                                        </p:tgtEl>
                                        <p:attrNameLst>
                                          <p:attrName>ppt_y</p:attrName>
                                        </p:attrNameLst>
                                      </p:cBhvr>
                                      <p:tavLst>
                                        <p:tav tm="0">
                                          <p:val>
                                            <p:strVal val="1+#ppt_h/2"/>
                                          </p:val>
                                        </p:tav>
                                        <p:tav tm="100000">
                                          <p:val>
                                            <p:strVal val="#ppt_y"/>
                                          </p:val>
                                        </p:tav>
                                      </p:tavLst>
                                    </p:anim>
                                  </p:childTnLst>
                                </p:cTn>
                              </p:par>
                              <p:par>
                                <p:cTn id="46" presetID="10" presetClass="entr" presetSubtype="0" fill="hold" grpId="0" nodeType="withEffect">
                                  <p:stCondLst>
                                    <p:cond delay="0"/>
                                  </p:stCondLst>
                                  <p:childTnLst>
                                    <p:set>
                                      <p:cBhvr>
                                        <p:cTn id="47" dur="1" fill="hold">
                                          <p:stCondLst>
                                            <p:cond delay="0"/>
                                          </p:stCondLst>
                                        </p:cTn>
                                        <p:tgtEl>
                                          <p:spTgt spid="69"/>
                                        </p:tgtEl>
                                        <p:attrNameLst>
                                          <p:attrName>style.visibility</p:attrName>
                                        </p:attrNameLst>
                                      </p:cBhvr>
                                      <p:to>
                                        <p:strVal val="visible"/>
                                      </p:to>
                                    </p:set>
                                    <p:animEffect transition="in" filter="fade">
                                      <p:cBhvr>
                                        <p:cTn id="48" dur="500"/>
                                        <p:tgtEl>
                                          <p:spTgt spid="69"/>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68"/>
                                        </p:tgtEl>
                                        <p:attrNameLst>
                                          <p:attrName>style.visibility</p:attrName>
                                        </p:attrNameLst>
                                      </p:cBhvr>
                                      <p:to>
                                        <p:strVal val="visible"/>
                                      </p:to>
                                    </p:set>
                                    <p:animEffect transition="in" filter="fade">
                                      <p:cBhvr>
                                        <p:cTn id="51" dur="500"/>
                                        <p:tgtEl>
                                          <p:spTgt spid="68"/>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52" restart="whenNotActive" fill="hold" evtFilter="cancelBubble" nodeType="interactiveSeq">
                <p:stCondLst>
                  <p:cond evt="onClick" delay="0">
                    <p:tgtEl>
                      <p:spTgt spid="12"/>
                    </p:tgtEl>
                  </p:cond>
                </p:stCondLst>
                <p:endSync evt="end" delay="0">
                  <p:rtn val="all"/>
                </p:endSync>
                <p:childTnLst>
                  <p:par>
                    <p:cTn id="53" fill="hold">
                      <p:stCondLst>
                        <p:cond delay="0"/>
                      </p:stCondLst>
                      <p:childTnLst>
                        <p:par>
                          <p:cTn id="54" fill="hold">
                            <p:stCondLst>
                              <p:cond delay="0"/>
                            </p:stCondLst>
                            <p:childTnLst>
                              <p:par>
                                <p:cTn id="55" presetID="10" presetClass="exit" presetSubtype="0" fill="hold" nodeType="clickEffect">
                                  <p:stCondLst>
                                    <p:cond delay="0"/>
                                  </p:stCondLst>
                                  <p:childTnLst>
                                    <p:animEffect transition="out" filter="fade">
                                      <p:cBhvr>
                                        <p:cTn id="56" dur="400"/>
                                        <p:tgtEl>
                                          <p:spTgt spid="8"/>
                                        </p:tgtEl>
                                      </p:cBhvr>
                                    </p:animEffect>
                                    <p:set>
                                      <p:cBhvr>
                                        <p:cTn id="57" dur="1" fill="hold">
                                          <p:stCondLst>
                                            <p:cond delay="399"/>
                                          </p:stCondLst>
                                        </p:cTn>
                                        <p:tgtEl>
                                          <p:spTgt spid="8"/>
                                        </p:tgtEl>
                                        <p:attrNameLst>
                                          <p:attrName>style.visibility</p:attrName>
                                        </p:attrNameLst>
                                      </p:cBhvr>
                                      <p:to>
                                        <p:strVal val="hidden"/>
                                      </p:to>
                                    </p:set>
                                  </p:childTnLst>
                                </p:cTn>
                              </p:par>
                            </p:childTnLst>
                          </p:cTn>
                        </p:par>
                        <p:par>
                          <p:cTn id="58" fill="hold">
                            <p:stCondLst>
                              <p:cond delay="400"/>
                            </p:stCondLst>
                            <p:childTnLst>
                              <p:par>
                                <p:cTn id="59" presetID="1" presetClass="exit" presetSubtype="0" fill="hold" nodeType="afterEffect">
                                  <p:stCondLst>
                                    <p:cond delay="0"/>
                                  </p:stCondLst>
                                  <p:childTnLst>
                                    <p:set>
                                      <p:cBhvr>
                                        <p:cTn id="60" dur="1" fill="hold">
                                          <p:stCondLst>
                                            <p:cond delay="0"/>
                                          </p:stCondLst>
                                        </p:cTn>
                                        <p:tgtEl>
                                          <p:spTgt spid="12"/>
                                        </p:tgtEl>
                                        <p:attrNameLst>
                                          <p:attrName>style.visibility</p:attrName>
                                        </p:attrNameLst>
                                      </p:cBhvr>
                                      <p:to>
                                        <p:strVal val="hidden"/>
                                      </p:to>
                                    </p:set>
                                  </p:childTnLst>
                                </p:cTn>
                              </p:par>
                            </p:childTnLst>
                          </p:cTn>
                        </p:par>
                        <p:par>
                          <p:cTn id="61" fill="hold">
                            <p:stCondLst>
                              <p:cond delay="400"/>
                            </p:stCondLst>
                            <p:childTnLst>
                              <p:par>
                                <p:cTn id="62" presetID="53" presetClass="exit" presetSubtype="32" fill="hold" nodeType="afterEffect">
                                  <p:stCondLst>
                                    <p:cond delay="0"/>
                                  </p:stCondLst>
                                  <p:childTnLst>
                                    <p:anim calcmode="lin" valueType="num">
                                      <p:cBhvr>
                                        <p:cTn id="63" dur="250"/>
                                        <p:tgtEl>
                                          <p:spTgt spid="13"/>
                                        </p:tgtEl>
                                        <p:attrNameLst>
                                          <p:attrName>ppt_w</p:attrName>
                                        </p:attrNameLst>
                                      </p:cBhvr>
                                      <p:tavLst>
                                        <p:tav tm="0">
                                          <p:val>
                                            <p:strVal val="ppt_w"/>
                                          </p:val>
                                        </p:tav>
                                        <p:tav tm="100000">
                                          <p:val>
                                            <p:fltVal val="0"/>
                                          </p:val>
                                        </p:tav>
                                      </p:tavLst>
                                    </p:anim>
                                    <p:anim calcmode="lin" valueType="num">
                                      <p:cBhvr>
                                        <p:cTn id="64" dur="250"/>
                                        <p:tgtEl>
                                          <p:spTgt spid="13"/>
                                        </p:tgtEl>
                                        <p:attrNameLst>
                                          <p:attrName>ppt_h</p:attrName>
                                        </p:attrNameLst>
                                      </p:cBhvr>
                                      <p:tavLst>
                                        <p:tav tm="0">
                                          <p:val>
                                            <p:strVal val="ppt_h"/>
                                          </p:val>
                                        </p:tav>
                                        <p:tav tm="100000">
                                          <p:val>
                                            <p:fltVal val="0"/>
                                          </p:val>
                                        </p:tav>
                                      </p:tavLst>
                                    </p:anim>
                                    <p:animEffect transition="out" filter="fade">
                                      <p:cBhvr>
                                        <p:cTn id="65" dur="250"/>
                                        <p:tgtEl>
                                          <p:spTgt spid="13"/>
                                        </p:tgtEl>
                                      </p:cBhvr>
                                    </p:animEffect>
                                    <p:set>
                                      <p:cBhvr>
                                        <p:cTn id="66" dur="1" fill="hold">
                                          <p:stCondLst>
                                            <p:cond delay="249"/>
                                          </p:stCondLst>
                                        </p:cTn>
                                        <p:tgtEl>
                                          <p:spTgt spid="13"/>
                                        </p:tgtEl>
                                        <p:attrNameLst>
                                          <p:attrName>style.visibility</p:attrName>
                                        </p:attrNameLst>
                                      </p:cBhvr>
                                      <p:to>
                                        <p:strVal val="hidden"/>
                                      </p:to>
                                    </p:set>
                                  </p:childTnLst>
                                </p:cTn>
                              </p:par>
                              <p:par>
                                <p:cTn id="67" presetID="53" presetClass="exit" presetSubtype="32" fill="hold" nodeType="withEffect">
                                  <p:stCondLst>
                                    <p:cond delay="0"/>
                                  </p:stCondLst>
                                  <p:childTnLst>
                                    <p:anim calcmode="lin" valueType="num">
                                      <p:cBhvr>
                                        <p:cTn id="68" dur="250"/>
                                        <p:tgtEl>
                                          <p:spTgt spid="19"/>
                                        </p:tgtEl>
                                        <p:attrNameLst>
                                          <p:attrName>ppt_w</p:attrName>
                                        </p:attrNameLst>
                                      </p:cBhvr>
                                      <p:tavLst>
                                        <p:tav tm="0">
                                          <p:val>
                                            <p:strVal val="ppt_w"/>
                                          </p:val>
                                        </p:tav>
                                        <p:tav tm="100000">
                                          <p:val>
                                            <p:fltVal val="0"/>
                                          </p:val>
                                        </p:tav>
                                      </p:tavLst>
                                    </p:anim>
                                    <p:anim calcmode="lin" valueType="num">
                                      <p:cBhvr>
                                        <p:cTn id="69" dur="250"/>
                                        <p:tgtEl>
                                          <p:spTgt spid="19"/>
                                        </p:tgtEl>
                                        <p:attrNameLst>
                                          <p:attrName>ppt_h</p:attrName>
                                        </p:attrNameLst>
                                      </p:cBhvr>
                                      <p:tavLst>
                                        <p:tav tm="0">
                                          <p:val>
                                            <p:strVal val="ppt_h"/>
                                          </p:val>
                                        </p:tav>
                                        <p:tav tm="100000">
                                          <p:val>
                                            <p:fltVal val="0"/>
                                          </p:val>
                                        </p:tav>
                                      </p:tavLst>
                                    </p:anim>
                                    <p:animEffect transition="out" filter="fade">
                                      <p:cBhvr>
                                        <p:cTn id="70" dur="250"/>
                                        <p:tgtEl>
                                          <p:spTgt spid="19"/>
                                        </p:tgtEl>
                                      </p:cBhvr>
                                    </p:animEffect>
                                    <p:set>
                                      <p:cBhvr>
                                        <p:cTn id="71" dur="1" fill="hold">
                                          <p:stCondLst>
                                            <p:cond delay="249"/>
                                          </p:stCondLst>
                                        </p:cTn>
                                        <p:tgtEl>
                                          <p:spTgt spid="19"/>
                                        </p:tgtEl>
                                        <p:attrNameLst>
                                          <p:attrName>style.visibility</p:attrName>
                                        </p:attrNameLst>
                                      </p:cBhvr>
                                      <p:to>
                                        <p:strVal val="hidden"/>
                                      </p:to>
                                    </p:set>
                                  </p:childTnLst>
                                </p:cTn>
                              </p:par>
                              <p:par>
                                <p:cTn id="72" presetID="53" presetClass="exit" presetSubtype="32" fill="hold" nodeType="withEffect">
                                  <p:stCondLst>
                                    <p:cond delay="0"/>
                                  </p:stCondLst>
                                  <p:childTnLst>
                                    <p:anim calcmode="lin" valueType="num">
                                      <p:cBhvr>
                                        <p:cTn id="73" dur="250"/>
                                        <p:tgtEl>
                                          <p:spTgt spid="17"/>
                                        </p:tgtEl>
                                        <p:attrNameLst>
                                          <p:attrName>ppt_w</p:attrName>
                                        </p:attrNameLst>
                                      </p:cBhvr>
                                      <p:tavLst>
                                        <p:tav tm="0">
                                          <p:val>
                                            <p:strVal val="ppt_w"/>
                                          </p:val>
                                        </p:tav>
                                        <p:tav tm="100000">
                                          <p:val>
                                            <p:fltVal val="0"/>
                                          </p:val>
                                        </p:tav>
                                      </p:tavLst>
                                    </p:anim>
                                    <p:anim calcmode="lin" valueType="num">
                                      <p:cBhvr>
                                        <p:cTn id="74" dur="250"/>
                                        <p:tgtEl>
                                          <p:spTgt spid="17"/>
                                        </p:tgtEl>
                                        <p:attrNameLst>
                                          <p:attrName>ppt_h</p:attrName>
                                        </p:attrNameLst>
                                      </p:cBhvr>
                                      <p:tavLst>
                                        <p:tav tm="0">
                                          <p:val>
                                            <p:strVal val="ppt_h"/>
                                          </p:val>
                                        </p:tav>
                                        <p:tav tm="100000">
                                          <p:val>
                                            <p:fltVal val="0"/>
                                          </p:val>
                                        </p:tav>
                                      </p:tavLst>
                                    </p:anim>
                                    <p:animEffect transition="out" filter="fade">
                                      <p:cBhvr>
                                        <p:cTn id="75" dur="250"/>
                                        <p:tgtEl>
                                          <p:spTgt spid="17"/>
                                        </p:tgtEl>
                                      </p:cBhvr>
                                    </p:animEffect>
                                    <p:set>
                                      <p:cBhvr>
                                        <p:cTn id="76" dur="1" fill="hold">
                                          <p:stCondLst>
                                            <p:cond delay="249"/>
                                          </p:stCondLst>
                                        </p:cTn>
                                        <p:tgtEl>
                                          <p:spTgt spid="17"/>
                                        </p:tgtEl>
                                        <p:attrNameLst>
                                          <p:attrName>style.visibility</p:attrName>
                                        </p:attrNameLst>
                                      </p:cBhvr>
                                      <p:to>
                                        <p:strVal val="hidden"/>
                                      </p:to>
                                    </p:set>
                                  </p:childTnLst>
                                </p:cTn>
                              </p:par>
                              <p:par>
                                <p:cTn id="77" presetID="53" presetClass="exit" presetSubtype="32" fill="hold" nodeType="withEffect">
                                  <p:stCondLst>
                                    <p:cond delay="0"/>
                                  </p:stCondLst>
                                  <p:childTnLst>
                                    <p:anim calcmode="lin" valueType="num">
                                      <p:cBhvr>
                                        <p:cTn id="78" dur="250"/>
                                        <p:tgtEl>
                                          <p:spTgt spid="16"/>
                                        </p:tgtEl>
                                        <p:attrNameLst>
                                          <p:attrName>ppt_w</p:attrName>
                                        </p:attrNameLst>
                                      </p:cBhvr>
                                      <p:tavLst>
                                        <p:tav tm="0">
                                          <p:val>
                                            <p:strVal val="ppt_w"/>
                                          </p:val>
                                        </p:tav>
                                        <p:tav tm="100000">
                                          <p:val>
                                            <p:fltVal val="0"/>
                                          </p:val>
                                        </p:tav>
                                      </p:tavLst>
                                    </p:anim>
                                    <p:anim calcmode="lin" valueType="num">
                                      <p:cBhvr>
                                        <p:cTn id="79" dur="250"/>
                                        <p:tgtEl>
                                          <p:spTgt spid="16"/>
                                        </p:tgtEl>
                                        <p:attrNameLst>
                                          <p:attrName>ppt_h</p:attrName>
                                        </p:attrNameLst>
                                      </p:cBhvr>
                                      <p:tavLst>
                                        <p:tav tm="0">
                                          <p:val>
                                            <p:strVal val="ppt_h"/>
                                          </p:val>
                                        </p:tav>
                                        <p:tav tm="100000">
                                          <p:val>
                                            <p:fltVal val="0"/>
                                          </p:val>
                                        </p:tav>
                                      </p:tavLst>
                                    </p:anim>
                                    <p:animEffect transition="out" filter="fade">
                                      <p:cBhvr>
                                        <p:cTn id="80" dur="250"/>
                                        <p:tgtEl>
                                          <p:spTgt spid="16"/>
                                        </p:tgtEl>
                                      </p:cBhvr>
                                    </p:animEffect>
                                    <p:set>
                                      <p:cBhvr>
                                        <p:cTn id="81" dur="1" fill="hold">
                                          <p:stCondLst>
                                            <p:cond delay="249"/>
                                          </p:stCondLst>
                                        </p:cTn>
                                        <p:tgtEl>
                                          <p:spTgt spid="16"/>
                                        </p:tgtEl>
                                        <p:attrNameLst>
                                          <p:attrName>style.visibility</p:attrName>
                                        </p:attrNameLst>
                                      </p:cBhvr>
                                      <p:to>
                                        <p:strVal val="hidden"/>
                                      </p:to>
                                    </p:set>
                                  </p:childTnLst>
                                </p:cTn>
                              </p:par>
                              <p:par>
                                <p:cTn id="82" presetID="53" presetClass="exit" presetSubtype="32" fill="hold" nodeType="withEffect">
                                  <p:stCondLst>
                                    <p:cond delay="0"/>
                                  </p:stCondLst>
                                  <p:childTnLst>
                                    <p:anim calcmode="lin" valueType="num">
                                      <p:cBhvr>
                                        <p:cTn id="83" dur="250"/>
                                        <p:tgtEl>
                                          <p:spTgt spid="14"/>
                                        </p:tgtEl>
                                        <p:attrNameLst>
                                          <p:attrName>ppt_w</p:attrName>
                                        </p:attrNameLst>
                                      </p:cBhvr>
                                      <p:tavLst>
                                        <p:tav tm="0">
                                          <p:val>
                                            <p:strVal val="ppt_w"/>
                                          </p:val>
                                        </p:tav>
                                        <p:tav tm="100000">
                                          <p:val>
                                            <p:fltVal val="0"/>
                                          </p:val>
                                        </p:tav>
                                      </p:tavLst>
                                    </p:anim>
                                    <p:anim calcmode="lin" valueType="num">
                                      <p:cBhvr>
                                        <p:cTn id="84" dur="250"/>
                                        <p:tgtEl>
                                          <p:spTgt spid="14"/>
                                        </p:tgtEl>
                                        <p:attrNameLst>
                                          <p:attrName>ppt_h</p:attrName>
                                        </p:attrNameLst>
                                      </p:cBhvr>
                                      <p:tavLst>
                                        <p:tav tm="0">
                                          <p:val>
                                            <p:strVal val="ppt_h"/>
                                          </p:val>
                                        </p:tav>
                                        <p:tav tm="100000">
                                          <p:val>
                                            <p:fltVal val="0"/>
                                          </p:val>
                                        </p:tav>
                                      </p:tavLst>
                                    </p:anim>
                                    <p:animEffect transition="out" filter="fade">
                                      <p:cBhvr>
                                        <p:cTn id="85" dur="250"/>
                                        <p:tgtEl>
                                          <p:spTgt spid="14"/>
                                        </p:tgtEl>
                                      </p:cBhvr>
                                    </p:animEffect>
                                    <p:set>
                                      <p:cBhvr>
                                        <p:cTn id="86" dur="1" fill="hold">
                                          <p:stCondLst>
                                            <p:cond delay="249"/>
                                          </p:stCondLst>
                                        </p:cTn>
                                        <p:tgtEl>
                                          <p:spTgt spid="14"/>
                                        </p:tgtEl>
                                        <p:attrNameLst>
                                          <p:attrName>style.visibility</p:attrName>
                                        </p:attrNameLst>
                                      </p:cBhvr>
                                      <p:to>
                                        <p:strVal val="hidden"/>
                                      </p:to>
                                    </p:set>
                                  </p:childTnLst>
                                </p:cTn>
                              </p:par>
                              <p:par>
                                <p:cTn id="87" presetID="53" presetClass="exit" presetSubtype="32" fill="hold" nodeType="withEffect">
                                  <p:stCondLst>
                                    <p:cond delay="0"/>
                                  </p:stCondLst>
                                  <p:childTnLst>
                                    <p:anim calcmode="lin" valueType="num">
                                      <p:cBhvr>
                                        <p:cTn id="88" dur="250"/>
                                        <p:tgtEl>
                                          <p:spTgt spid="15"/>
                                        </p:tgtEl>
                                        <p:attrNameLst>
                                          <p:attrName>ppt_w</p:attrName>
                                        </p:attrNameLst>
                                      </p:cBhvr>
                                      <p:tavLst>
                                        <p:tav tm="0">
                                          <p:val>
                                            <p:strVal val="ppt_w"/>
                                          </p:val>
                                        </p:tav>
                                        <p:tav tm="100000">
                                          <p:val>
                                            <p:fltVal val="0"/>
                                          </p:val>
                                        </p:tav>
                                      </p:tavLst>
                                    </p:anim>
                                    <p:anim calcmode="lin" valueType="num">
                                      <p:cBhvr>
                                        <p:cTn id="89" dur="250"/>
                                        <p:tgtEl>
                                          <p:spTgt spid="15"/>
                                        </p:tgtEl>
                                        <p:attrNameLst>
                                          <p:attrName>ppt_h</p:attrName>
                                        </p:attrNameLst>
                                      </p:cBhvr>
                                      <p:tavLst>
                                        <p:tav tm="0">
                                          <p:val>
                                            <p:strVal val="ppt_h"/>
                                          </p:val>
                                        </p:tav>
                                        <p:tav tm="100000">
                                          <p:val>
                                            <p:fltVal val="0"/>
                                          </p:val>
                                        </p:tav>
                                      </p:tavLst>
                                    </p:anim>
                                    <p:animEffect transition="out" filter="fade">
                                      <p:cBhvr>
                                        <p:cTn id="90" dur="250"/>
                                        <p:tgtEl>
                                          <p:spTgt spid="15"/>
                                        </p:tgtEl>
                                      </p:cBhvr>
                                    </p:animEffect>
                                    <p:set>
                                      <p:cBhvr>
                                        <p:cTn id="91" dur="1" fill="hold">
                                          <p:stCondLst>
                                            <p:cond delay="249"/>
                                          </p:stCondLst>
                                        </p:cTn>
                                        <p:tgtEl>
                                          <p:spTgt spid="15"/>
                                        </p:tgtEl>
                                        <p:attrNameLst>
                                          <p:attrName>style.visibility</p:attrName>
                                        </p:attrNameLst>
                                      </p:cBhvr>
                                      <p:to>
                                        <p:strVal val="hidden"/>
                                      </p:to>
                                    </p:set>
                                  </p:childTnLst>
                                </p:cTn>
                              </p:par>
                              <p:par>
                                <p:cTn id="92" presetID="53" presetClass="exit" presetSubtype="32" fill="hold" nodeType="withEffect">
                                  <p:stCondLst>
                                    <p:cond delay="0"/>
                                  </p:stCondLst>
                                  <p:childTnLst>
                                    <p:anim calcmode="lin" valueType="num">
                                      <p:cBhvr>
                                        <p:cTn id="93" dur="250"/>
                                        <p:tgtEl>
                                          <p:spTgt spid="18"/>
                                        </p:tgtEl>
                                        <p:attrNameLst>
                                          <p:attrName>ppt_w</p:attrName>
                                        </p:attrNameLst>
                                      </p:cBhvr>
                                      <p:tavLst>
                                        <p:tav tm="0">
                                          <p:val>
                                            <p:strVal val="ppt_w"/>
                                          </p:val>
                                        </p:tav>
                                        <p:tav tm="100000">
                                          <p:val>
                                            <p:fltVal val="0"/>
                                          </p:val>
                                        </p:tav>
                                      </p:tavLst>
                                    </p:anim>
                                    <p:anim calcmode="lin" valueType="num">
                                      <p:cBhvr>
                                        <p:cTn id="94" dur="250"/>
                                        <p:tgtEl>
                                          <p:spTgt spid="18"/>
                                        </p:tgtEl>
                                        <p:attrNameLst>
                                          <p:attrName>ppt_h</p:attrName>
                                        </p:attrNameLst>
                                      </p:cBhvr>
                                      <p:tavLst>
                                        <p:tav tm="0">
                                          <p:val>
                                            <p:strVal val="ppt_h"/>
                                          </p:val>
                                        </p:tav>
                                        <p:tav tm="100000">
                                          <p:val>
                                            <p:fltVal val="0"/>
                                          </p:val>
                                        </p:tav>
                                      </p:tavLst>
                                    </p:anim>
                                    <p:animEffect transition="out" filter="fade">
                                      <p:cBhvr>
                                        <p:cTn id="95" dur="250"/>
                                        <p:tgtEl>
                                          <p:spTgt spid="18"/>
                                        </p:tgtEl>
                                      </p:cBhvr>
                                    </p:animEffect>
                                    <p:set>
                                      <p:cBhvr>
                                        <p:cTn id="96" dur="1" fill="hold">
                                          <p:stCondLst>
                                            <p:cond delay="249"/>
                                          </p:stCondLst>
                                        </p:cTn>
                                        <p:tgtEl>
                                          <p:spTgt spid="18"/>
                                        </p:tgtEl>
                                        <p:attrNameLst>
                                          <p:attrName>style.visibility</p:attrName>
                                        </p:attrNameLst>
                                      </p:cBhvr>
                                      <p:to>
                                        <p:strVal val="hidden"/>
                                      </p:to>
                                    </p:set>
                                  </p:childTnLst>
                                </p:cTn>
                              </p:par>
                              <p:par>
                                <p:cTn id="97" presetID="53" presetClass="exit" presetSubtype="32" fill="hold" nodeType="withEffect">
                                  <p:stCondLst>
                                    <p:cond delay="0"/>
                                  </p:stCondLst>
                                  <p:childTnLst>
                                    <p:anim calcmode="lin" valueType="num">
                                      <p:cBhvr>
                                        <p:cTn id="98" dur="250"/>
                                        <p:tgtEl>
                                          <p:spTgt spid="20"/>
                                        </p:tgtEl>
                                        <p:attrNameLst>
                                          <p:attrName>ppt_w</p:attrName>
                                        </p:attrNameLst>
                                      </p:cBhvr>
                                      <p:tavLst>
                                        <p:tav tm="0">
                                          <p:val>
                                            <p:strVal val="ppt_w"/>
                                          </p:val>
                                        </p:tav>
                                        <p:tav tm="100000">
                                          <p:val>
                                            <p:fltVal val="0"/>
                                          </p:val>
                                        </p:tav>
                                      </p:tavLst>
                                    </p:anim>
                                    <p:anim calcmode="lin" valueType="num">
                                      <p:cBhvr>
                                        <p:cTn id="99" dur="250"/>
                                        <p:tgtEl>
                                          <p:spTgt spid="20"/>
                                        </p:tgtEl>
                                        <p:attrNameLst>
                                          <p:attrName>ppt_h</p:attrName>
                                        </p:attrNameLst>
                                      </p:cBhvr>
                                      <p:tavLst>
                                        <p:tav tm="0">
                                          <p:val>
                                            <p:strVal val="ppt_h"/>
                                          </p:val>
                                        </p:tav>
                                        <p:tav tm="100000">
                                          <p:val>
                                            <p:fltVal val="0"/>
                                          </p:val>
                                        </p:tav>
                                      </p:tavLst>
                                    </p:anim>
                                    <p:animEffect transition="out" filter="fade">
                                      <p:cBhvr>
                                        <p:cTn id="100" dur="250"/>
                                        <p:tgtEl>
                                          <p:spTgt spid="20"/>
                                        </p:tgtEl>
                                      </p:cBhvr>
                                    </p:animEffect>
                                    <p:set>
                                      <p:cBhvr>
                                        <p:cTn id="101" dur="1" fill="hold">
                                          <p:stCondLst>
                                            <p:cond delay="249"/>
                                          </p:stCondLst>
                                        </p:cTn>
                                        <p:tgtEl>
                                          <p:spTgt spid="20"/>
                                        </p:tgtEl>
                                        <p:attrNameLst>
                                          <p:attrName>style.visibility</p:attrName>
                                        </p:attrNameLst>
                                      </p:cBhvr>
                                      <p:to>
                                        <p:strVal val="hidden"/>
                                      </p:to>
                                    </p:set>
                                  </p:childTnLst>
                                </p:cTn>
                              </p:par>
                            </p:childTnLst>
                          </p:cTn>
                        </p:par>
                        <p:par>
                          <p:cTn id="102" fill="hold">
                            <p:stCondLst>
                              <p:cond delay="650"/>
                            </p:stCondLst>
                            <p:childTnLst>
                              <p:par>
                                <p:cTn id="103" presetID="53" presetClass="exit" presetSubtype="32" fill="hold" grpId="0" nodeType="afterEffect">
                                  <p:stCondLst>
                                    <p:cond delay="0"/>
                                  </p:stCondLst>
                                  <p:childTnLst>
                                    <p:anim calcmode="lin" valueType="num">
                                      <p:cBhvr>
                                        <p:cTn id="104" dur="500"/>
                                        <p:tgtEl>
                                          <p:spTgt spid="2"/>
                                        </p:tgtEl>
                                        <p:attrNameLst>
                                          <p:attrName>ppt_w</p:attrName>
                                        </p:attrNameLst>
                                      </p:cBhvr>
                                      <p:tavLst>
                                        <p:tav tm="0">
                                          <p:val>
                                            <p:strVal val="ppt_w"/>
                                          </p:val>
                                        </p:tav>
                                        <p:tav tm="100000">
                                          <p:val>
                                            <p:fltVal val="0"/>
                                          </p:val>
                                        </p:tav>
                                      </p:tavLst>
                                    </p:anim>
                                    <p:anim calcmode="lin" valueType="num">
                                      <p:cBhvr>
                                        <p:cTn id="105" dur="500"/>
                                        <p:tgtEl>
                                          <p:spTgt spid="2"/>
                                        </p:tgtEl>
                                        <p:attrNameLst>
                                          <p:attrName>ppt_h</p:attrName>
                                        </p:attrNameLst>
                                      </p:cBhvr>
                                      <p:tavLst>
                                        <p:tav tm="0">
                                          <p:val>
                                            <p:strVal val="ppt_h"/>
                                          </p:val>
                                        </p:tav>
                                        <p:tav tm="100000">
                                          <p:val>
                                            <p:fltVal val="0"/>
                                          </p:val>
                                        </p:tav>
                                      </p:tavLst>
                                    </p:anim>
                                    <p:animEffect transition="out" filter="fade">
                                      <p:cBhvr>
                                        <p:cTn id="106" dur="500"/>
                                        <p:tgtEl>
                                          <p:spTgt spid="2"/>
                                        </p:tgtEl>
                                      </p:cBhvr>
                                    </p:animEffect>
                                    <p:set>
                                      <p:cBhvr>
                                        <p:cTn id="107" dur="1" fill="hold">
                                          <p:stCondLst>
                                            <p:cond delay="499"/>
                                          </p:stCondLst>
                                        </p:cTn>
                                        <p:tgtEl>
                                          <p:spTgt spid="2"/>
                                        </p:tgtEl>
                                        <p:attrNameLst>
                                          <p:attrName>style.visibility</p:attrName>
                                        </p:attrNameLst>
                                      </p:cBhvr>
                                      <p:to>
                                        <p:strVal val="hidden"/>
                                      </p:to>
                                    </p:set>
                                  </p:childTnLst>
                                </p:cTn>
                              </p:par>
                            </p:childTnLst>
                          </p:cTn>
                        </p:par>
                        <p:par>
                          <p:cTn id="108" fill="hold">
                            <p:stCondLst>
                              <p:cond delay="1150"/>
                            </p:stCondLst>
                            <p:childTnLst>
                              <p:par>
                                <p:cTn id="109" presetID="1" presetClass="entr" presetSubtype="0" fill="hold" nodeType="afterEffect">
                                  <p:stCondLst>
                                    <p:cond delay="0"/>
                                  </p:stCondLst>
                                  <p:childTnLst>
                                    <p:set>
                                      <p:cBhvr>
                                        <p:cTn id="110" dur="1" fill="hold">
                                          <p:stCondLst>
                                            <p:cond delay="0"/>
                                          </p:stCondLst>
                                        </p:cTn>
                                        <p:tgtEl>
                                          <p:spTgt spid="11"/>
                                        </p:tgtEl>
                                        <p:attrNameLst>
                                          <p:attrName>style.visibility</p:attrName>
                                        </p:attrNameLst>
                                      </p:cBhvr>
                                      <p:to>
                                        <p:strVal val="visible"/>
                                      </p:to>
                                    </p:set>
                                  </p:childTnLst>
                                </p:cTn>
                              </p:par>
                            </p:childTnLst>
                          </p:cTn>
                        </p:par>
                      </p:childTnLst>
                    </p:cTn>
                  </p:par>
                </p:childTnLst>
              </p:cTn>
              <p:nextCondLst>
                <p:cond evt="onClick" delay="0">
                  <p:tgtEl>
                    <p:spTgt spid="12"/>
                  </p:tgtEl>
                </p:cond>
              </p:nextCondLst>
            </p:seq>
          </p:childTnLst>
        </p:cTn>
      </p:par>
    </p:tnLst>
    <p:bldLst>
      <p:bldP spid="48" grpId="0" animBg="1"/>
      <p:bldP spid="2" grpId="0" animBg="1"/>
      <p:bldP spid="42" grpId="0"/>
      <p:bldP spid="45" grpId="0"/>
      <p:bldP spid="58" grpId="0" animBg="1"/>
      <p:bldP spid="62" grpId="0"/>
      <p:bldP spid="63" grpId="0"/>
      <p:bldP spid="64" grpId="0" animBg="1"/>
      <p:bldP spid="68" grpId="0"/>
      <p:bldP spid="69" grpId="0"/>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tx1">
            <a:lumMod val="85000"/>
            <a:lumOff val="15000"/>
          </a:schemeClr>
        </a:solidFill>
        <a:effectLst/>
      </p:bgPr>
    </p:bg>
    <p:spTree>
      <p:nvGrpSpPr>
        <p:cNvPr id="1" name=""/>
        <p:cNvGrpSpPr/>
        <p:nvPr/>
      </p:nvGrpSpPr>
      <p:grpSpPr>
        <a:xfrm>
          <a:off x="0" y="0"/>
          <a:ext cx="0" cy="0"/>
          <a:chOff x="0" y="0"/>
          <a:chExt cx="0" cy="0"/>
        </a:xfrm>
      </p:grpSpPr>
      <p:sp>
        <p:nvSpPr>
          <p:cNvPr id="12" name="Oval 11">
            <a:extLst>
              <a:ext uri="{FF2B5EF4-FFF2-40B4-BE49-F238E27FC236}">
                <a16:creationId xmlns:a16="http://schemas.microsoft.com/office/drawing/2014/main" id="{47D1BEB3-3245-8174-B168-791D5B152B48}"/>
              </a:ext>
            </a:extLst>
          </p:cNvPr>
          <p:cNvSpPr/>
          <p:nvPr/>
        </p:nvSpPr>
        <p:spPr>
          <a:xfrm>
            <a:off x="5394290" y="3658158"/>
            <a:ext cx="1124332" cy="1124332"/>
          </a:xfrm>
          <a:prstGeom prst="ellipse">
            <a:avLst/>
          </a:prstGeom>
          <a:solidFill>
            <a:srgbClr val="EA8F4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13" name="Oval 12">
            <a:extLst>
              <a:ext uri="{FF2B5EF4-FFF2-40B4-BE49-F238E27FC236}">
                <a16:creationId xmlns:a16="http://schemas.microsoft.com/office/drawing/2014/main" id="{E06B6383-B572-E1FB-043C-33830A078655}"/>
              </a:ext>
            </a:extLst>
          </p:cNvPr>
          <p:cNvSpPr/>
          <p:nvPr/>
        </p:nvSpPr>
        <p:spPr>
          <a:xfrm>
            <a:off x="5547112" y="3810980"/>
            <a:ext cx="818688" cy="81868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grpSp>
        <p:nvGrpSpPr>
          <p:cNvPr id="14" name="Group 13">
            <a:extLst>
              <a:ext uri="{FF2B5EF4-FFF2-40B4-BE49-F238E27FC236}">
                <a16:creationId xmlns:a16="http://schemas.microsoft.com/office/drawing/2014/main" id="{3F18099D-DA2A-8692-62D0-7E75E09AF326}"/>
              </a:ext>
            </a:extLst>
          </p:cNvPr>
          <p:cNvGrpSpPr/>
          <p:nvPr/>
        </p:nvGrpSpPr>
        <p:grpSpPr>
          <a:xfrm>
            <a:off x="5665902" y="3918414"/>
            <a:ext cx="603820" cy="603820"/>
            <a:chOff x="6158672" y="3675083"/>
            <a:chExt cx="787340" cy="787340"/>
          </a:xfrm>
          <a:solidFill>
            <a:srgbClr val="EA8F44"/>
          </a:solidFill>
        </p:grpSpPr>
        <p:sp>
          <p:nvSpPr>
            <p:cNvPr id="15" name="Circle: Hollow 14">
              <a:extLst>
                <a:ext uri="{FF2B5EF4-FFF2-40B4-BE49-F238E27FC236}">
                  <a16:creationId xmlns:a16="http://schemas.microsoft.com/office/drawing/2014/main" id="{85B8B454-DCA0-F3F3-D111-A3394AEFF4E6}"/>
                </a:ext>
              </a:extLst>
            </p:cNvPr>
            <p:cNvSpPr/>
            <p:nvPr/>
          </p:nvSpPr>
          <p:spPr>
            <a:xfrm>
              <a:off x="6158672" y="3675083"/>
              <a:ext cx="787340" cy="787340"/>
            </a:xfrm>
            <a:prstGeom prst="donut">
              <a:avLst>
                <a:gd name="adj" fmla="val 470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Montserrat" panose="00000500000000000000" pitchFamily="2" charset="0"/>
                <a:ea typeface="+mn-ea"/>
                <a:cs typeface="+mn-cs"/>
              </a:endParaRPr>
            </a:p>
          </p:txBody>
        </p:sp>
        <p:grpSp>
          <p:nvGrpSpPr>
            <p:cNvPr id="16" name="Group 15">
              <a:extLst>
                <a:ext uri="{FF2B5EF4-FFF2-40B4-BE49-F238E27FC236}">
                  <a16:creationId xmlns:a16="http://schemas.microsoft.com/office/drawing/2014/main" id="{DD9246F2-A860-EF8B-7C3C-3A72FAD7274F}"/>
                </a:ext>
              </a:extLst>
            </p:cNvPr>
            <p:cNvGrpSpPr/>
            <p:nvPr/>
          </p:nvGrpSpPr>
          <p:grpSpPr>
            <a:xfrm rot="2700000">
              <a:off x="6448659" y="3791777"/>
              <a:ext cx="184399" cy="468434"/>
              <a:chOff x="6533720" y="3754616"/>
              <a:chExt cx="184399" cy="468434"/>
            </a:xfrm>
            <a:grpFill/>
          </p:grpSpPr>
          <p:sp>
            <p:nvSpPr>
              <p:cNvPr id="17" name="Rectangle: Rounded Corners 16">
                <a:extLst>
                  <a:ext uri="{FF2B5EF4-FFF2-40B4-BE49-F238E27FC236}">
                    <a16:creationId xmlns:a16="http://schemas.microsoft.com/office/drawing/2014/main" id="{3213C725-E453-5329-F88D-D7AEC1928CB5}"/>
                  </a:ext>
                </a:extLst>
              </p:cNvPr>
              <p:cNvSpPr/>
              <p:nvPr/>
            </p:nvSpPr>
            <p:spPr>
              <a:xfrm rot="5400000">
                <a:off x="6602300" y="4108750"/>
                <a:ext cx="45720" cy="18288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mn-cs"/>
                </a:endParaRPr>
              </a:p>
            </p:txBody>
          </p:sp>
          <p:sp>
            <p:nvSpPr>
              <p:cNvPr id="18" name="Rectangle: Rounded Corners 17">
                <a:extLst>
                  <a:ext uri="{FF2B5EF4-FFF2-40B4-BE49-F238E27FC236}">
                    <a16:creationId xmlns:a16="http://schemas.microsoft.com/office/drawing/2014/main" id="{E8E48E47-7909-9D2B-5B0D-A120BF1FA86D}"/>
                  </a:ext>
                </a:extLst>
              </p:cNvPr>
              <p:cNvSpPr/>
              <p:nvPr/>
            </p:nvSpPr>
            <p:spPr>
              <a:xfrm rot="10800000">
                <a:off x="6672399" y="3754616"/>
                <a:ext cx="45720" cy="45720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mn-cs"/>
                </a:endParaRPr>
              </a:p>
            </p:txBody>
          </p:sp>
        </p:grpSp>
      </p:grpSp>
      <p:sp>
        <p:nvSpPr>
          <p:cNvPr id="24" name="back end circle">
            <a:extLst>
              <a:ext uri="{FF2B5EF4-FFF2-40B4-BE49-F238E27FC236}">
                <a16:creationId xmlns:a16="http://schemas.microsoft.com/office/drawing/2014/main" id="{593B70AC-9E9C-BFF4-F78E-C03FD200A475}"/>
              </a:ext>
            </a:extLst>
          </p:cNvPr>
          <p:cNvSpPr/>
          <p:nvPr/>
        </p:nvSpPr>
        <p:spPr>
          <a:xfrm>
            <a:off x="932086" y="2044923"/>
            <a:ext cx="2768154" cy="2768154"/>
          </a:xfrm>
          <a:custGeom>
            <a:avLst/>
            <a:gdLst>
              <a:gd name="connsiteX0" fmla="*/ 1384077 w 2768154"/>
              <a:gd name="connsiteY0" fmla="*/ 727511 h 2768154"/>
              <a:gd name="connsiteX1" fmla="*/ 727511 w 2768154"/>
              <a:gd name="connsiteY1" fmla="*/ 1384077 h 2768154"/>
              <a:gd name="connsiteX2" fmla="*/ 1384077 w 2768154"/>
              <a:gd name="connsiteY2" fmla="*/ 2040643 h 2768154"/>
              <a:gd name="connsiteX3" fmla="*/ 2040643 w 2768154"/>
              <a:gd name="connsiteY3" fmla="*/ 1384077 h 2768154"/>
              <a:gd name="connsiteX4" fmla="*/ 1384077 w 2768154"/>
              <a:gd name="connsiteY4" fmla="*/ 727511 h 2768154"/>
              <a:gd name="connsiteX5" fmla="*/ 1384077 w 2768154"/>
              <a:gd name="connsiteY5" fmla="*/ 0 h 2768154"/>
              <a:gd name="connsiteX6" fmla="*/ 2768154 w 2768154"/>
              <a:gd name="connsiteY6" fmla="*/ 1384077 h 2768154"/>
              <a:gd name="connsiteX7" fmla="*/ 1384077 w 2768154"/>
              <a:gd name="connsiteY7" fmla="*/ 2768154 h 2768154"/>
              <a:gd name="connsiteX8" fmla="*/ 0 w 2768154"/>
              <a:gd name="connsiteY8" fmla="*/ 1384077 h 2768154"/>
              <a:gd name="connsiteX9" fmla="*/ 1384077 w 2768154"/>
              <a:gd name="connsiteY9" fmla="*/ 0 h 27681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768154" h="2768154">
                <a:moveTo>
                  <a:pt x="1384077" y="727511"/>
                </a:moveTo>
                <a:cubicBezTo>
                  <a:pt x="1021466" y="727511"/>
                  <a:pt x="727511" y="1021466"/>
                  <a:pt x="727511" y="1384077"/>
                </a:cubicBezTo>
                <a:cubicBezTo>
                  <a:pt x="727511" y="1746688"/>
                  <a:pt x="1021466" y="2040643"/>
                  <a:pt x="1384077" y="2040643"/>
                </a:cubicBezTo>
                <a:cubicBezTo>
                  <a:pt x="1746688" y="2040643"/>
                  <a:pt x="2040643" y="1746688"/>
                  <a:pt x="2040643" y="1384077"/>
                </a:cubicBezTo>
                <a:cubicBezTo>
                  <a:pt x="2040643" y="1021466"/>
                  <a:pt x="1746688" y="727511"/>
                  <a:pt x="1384077" y="727511"/>
                </a:cubicBezTo>
                <a:close/>
                <a:moveTo>
                  <a:pt x="1384077" y="0"/>
                </a:moveTo>
                <a:cubicBezTo>
                  <a:pt x="2148482" y="0"/>
                  <a:pt x="2768154" y="619672"/>
                  <a:pt x="2768154" y="1384077"/>
                </a:cubicBezTo>
                <a:cubicBezTo>
                  <a:pt x="2768154" y="2148482"/>
                  <a:pt x="2148482" y="2768154"/>
                  <a:pt x="1384077" y="2768154"/>
                </a:cubicBezTo>
                <a:cubicBezTo>
                  <a:pt x="619672" y="2768154"/>
                  <a:pt x="0" y="2148482"/>
                  <a:pt x="0" y="1384077"/>
                </a:cubicBezTo>
                <a:cubicBezTo>
                  <a:pt x="0" y="619672"/>
                  <a:pt x="619672" y="0"/>
                  <a:pt x="1384077" y="0"/>
                </a:cubicBezTo>
                <a:close/>
              </a:path>
            </a:pathLst>
          </a:custGeom>
          <a:solidFill>
            <a:schemeClr val="bg1"/>
          </a:solidFill>
          <a:ln w="28575">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30" name="rotating shape">
            <a:extLst>
              <a:ext uri="{FF2B5EF4-FFF2-40B4-BE49-F238E27FC236}">
                <a16:creationId xmlns:a16="http://schemas.microsoft.com/office/drawing/2014/main" id="{96881879-0595-5068-14C1-827064A74182}"/>
              </a:ext>
            </a:extLst>
          </p:cNvPr>
          <p:cNvGrpSpPr/>
          <p:nvPr/>
        </p:nvGrpSpPr>
        <p:grpSpPr>
          <a:xfrm rot="13537190">
            <a:off x="541358" y="3057199"/>
            <a:ext cx="3549610" cy="747059"/>
            <a:chOff x="541358" y="3057199"/>
            <a:chExt cx="3549610" cy="747059"/>
          </a:xfrm>
        </p:grpSpPr>
        <p:sp>
          <p:nvSpPr>
            <p:cNvPr id="31" name="Rectangle 30">
              <a:extLst>
                <a:ext uri="{FF2B5EF4-FFF2-40B4-BE49-F238E27FC236}">
                  <a16:creationId xmlns:a16="http://schemas.microsoft.com/office/drawing/2014/main" id="{47DAAE9B-819A-EFC2-C3D2-D94C76AE33ED}"/>
                </a:ext>
              </a:extLst>
            </p:cNvPr>
            <p:cNvSpPr/>
            <p:nvPr/>
          </p:nvSpPr>
          <p:spPr>
            <a:xfrm>
              <a:off x="805238" y="3057199"/>
              <a:ext cx="3285730" cy="74359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2" name="Oval 31">
              <a:extLst>
                <a:ext uri="{FF2B5EF4-FFF2-40B4-BE49-F238E27FC236}">
                  <a16:creationId xmlns:a16="http://schemas.microsoft.com/office/drawing/2014/main" id="{86A9FACD-DDB2-D497-312E-0B6B75D4F354}"/>
                </a:ext>
              </a:extLst>
            </p:cNvPr>
            <p:cNvSpPr/>
            <p:nvPr/>
          </p:nvSpPr>
          <p:spPr>
            <a:xfrm>
              <a:off x="541358" y="3067579"/>
              <a:ext cx="736679" cy="736679"/>
            </a:xfrm>
            <a:prstGeom prst="ellipse">
              <a:avLst/>
            </a:prstGeom>
            <a:solidFill>
              <a:srgbClr val="EA8F44"/>
            </a:solidFill>
            <a:ln w="57150">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dirty="0">
                <a:ln>
                  <a:noFill/>
                </a:ln>
                <a:solidFill>
                  <a:srgbClr val="EA8F44"/>
                </a:solidFill>
                <a:effectLst/>
                <a:uLnTx/>
                <a:uFillTx/>
                <a:latin typeface="Calibri" panose="020F0502020204030204"/>
                <a:ea typeface="+mn-ea"/>
                <a:cs typeface="+mn-cs"/>
              </a:endParaRPr>
            </a:p>
          </p:txBody>
        </p:sp>
      </p:grpSp>
      <p:pic>
        <p:nvPicPr>
          <p:cNvPr id="33" name="open button" descr="Badge Follow with solid fill">
            <a:extLst>
              <a:ext uri="{FF2B5EF4-FFF2-40B4-BE49-F238E27FC236}">
                <a16:creationId xmlns:a16="http://schemas.microsoft.com/office/drawing/2014/main" id="{BE907E6B-EA16-17AC-103F-C85B80987E3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081951" y="3190457"/>
            <a:ext cx="477082" cy="477082"/>
          </a:xfrm>
          <a:prstGeom prst="rect">
            <a:avLst/>
          </a:prstGeom>
        </p:spPr>
      </p:pic>
      <p:pic>
        <p:nvPicPr>
          <p:cNvPr id="34" name="close button" descr="Badge Cross with solid fill">
            <a:extLst>
              <a:ext uri="{FF2B5EF4-FFF2-40B4-BE49-F238E27FC236}">
                <a16:creationId xmlns:a16="http://schemas.microsoft.com/office/drawing/2014/main" id="{0C9CA85C-91E9-6651-25B1-8346F6B831AE}"/>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081951" y="3190457"/>
            <a:ext cx="477082" cy="477082"/>
          </a:xfrm>
          <a:prstGeom prst="rect">
            <a:avLst/>
          </a:prstGeom>
        </p:spPr>
      </p:pic>
      <p:pic>
        <p:nvPicPr>
          <p:cNvPr id="35" name="Graphic 34" descr="Home outline">
            <a:hlinkClick r:id="rId6" action="ppaction://hlinksldjump"/>
            <a:extLst>
              <a:ext uri="{FF2B5EF4-FFF2-40B4-BE49-F238E27FC236}">
                <a16:creationId xmlns:a16="http://schemas.microsoft.com/office/drawing/2014/main" id="{513BEA6C-FB30-2EFB-7C29-1CC52EC2AE87}"/>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58828" y="3169218"/>
            <a:ext cx="474378" cy="474378"/>
          </a:xfrm>
          <a:prstGeom prst="rect">
            <a:avLst/>
          </a:prstGeom>
        </p:spPr>
      </p:pic>
      <p:pic>
        <p:nvPicPr>
          <p:cNvPr id="36" name="Graphic 35" descr="Cycle with people outline">
            <a:hlinkClick r:id="rId9" action="ppaction://hlinksldjump"/>
            <a:extLst>
              <a:ext uri="{FF2B5EF4-FFF2-40B4-BE49-F238E27FC236}">
                <a16:creationId xmlns:a16="http://schemas.microsoft.com/office/drawing/2014/main" id="{761921C4-9EA6-84DE-BD5F-EFA6DC8EC0A6}"/>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3127359" y="3163696"/>
            <a:ext cx="453419" cy="479900"/>
          </a:xfrm>
          <a:prstGeom prst="rect">
            <a:avLst/>
          </a:prstGeom>
        </p:spPr>
      </p:pic>
      <p:pic>
        <p:nvPicPr>
          <p:cNvPr id="37" name="Graphic 36" descr="Work from home desk outline">
            <a:hlinkClick r:id="rId12" action="ppaction://hlinksldjump"/>
            <a:extLst>
              <a:ext uri="{FF2B5EF4-FFF2-40B4-BE49-F238E27FC236}">
                <a16:creationId xmlns:a16="http://schemas.microsoft.com/office/drawing/2014/main" id="{E95E63CF-00B7-6901-8432-26C117328D16}"/>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3094648" y="4172328"/>
            <a:ext cx="382789" cy="459722"/>
          </a:xfrm>
          <a:prstGeom prst="rect">
            <a:avLst/>
          </a:prstGeom>
        </p:spPr>
      </p:pic>
      <p:pic>
        <p:nvPicPr>
          <p:cNvPr id="38" name="Graphic 37" descr="Questions outline">
            <a:hlinkClick r:id="rId15" action="ppaction://hlinksldjump"/>
            <a:extLst>
              <a:ext uri="{FF2B5EF4-FFF2-40B4-BE49-F238E27FC236}">
                <a16:creationId xmlns:a16="http://schemas.microsoft.com/office/drawing/2014/main" id="{22D8B00B-9356-1A04-34D7-E10C0364F494}"/>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2873979" y="2447141"/>
            <a:ext cx="415392" cy="416600"/>
          </a:xfrm>
          <a:prstGeom prst="rect">
            <a:avLst/>
          </a:prstGeom>
        </p:spPr>
      </p:pic>
      <p:pic>
        <p:nvPicPr>
          <p:cNvPr id="39" name="Graphic 38" descr="Gauge outline">
            <a:hlinkClick r:id="rId18" action="ppaction://hlinksldjump"/>
            <a:extLst>
              <a:ext uri="{FF2B5EF4-FFF2-40B4-BE49-F238E27FC236}">
                <a16:creationId xmlns:a16="http://schemas.microsoft.com/office/drawing/2014/main" id="{3B19E22A-2BE5-87E3-8A57-11D15FED501F}"/>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2113313" y="2160841"/>
            <a:ext cx="435179" cy="474629"/>
          </a:xfrm>
          <a:prstGeom prst="rect">
            <a:avLst/>
          </a:prstGeom>
        </p:spPr>
      </p:pic>
      <p:pic>
        <p:nvPicPr>
          <p:cNvPr id="40" name="Graphic 39" descr="Building Brick Wall outline">
            <a:hlinkClick r:id="rId21" action="ppaction://hlinksldjump"/>
            <a:extLst>
              <a:ext uri="{FF2B5EF4-FFF2-40B4-BE49-F238E27FC236}">
                <a16:creationId xmlns:a16="http://schemas.microsoft.com/office/drawing/2014/main" id="{680ACC4C-5C68-DEF1-4DF5-41F04A2E7CF1}"/>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2091320" y="4192912"/>
            <a:ext cx="435179" cy="459722"/>
          </a:xfrm>
          <a:prstGeom prst="rect">
            <a:avLst/>
          </a:prstGeom>
        </p:spPr>
      </p:pic>
      <p:pic>
        <p:nvPicPr>
          <p:cNvPr id="41" name="Graphic 40" descr="Clipboard outline">
            <a:hlinkClick r:id="rId24" action="ppaction://hlinksldjump"/>
            <a:extLst>
              <a:ext uri="{FF2B5EF4-FFF2-40B4-BE49-F238E27FC236}">
                <a16:creationId xmlns:a16="http://schemas.microsoft.com/office/drawing/2014/main" id="{3437B9BC-A1F3-ABEA-3E34-7EE57B4972C5}"/>
              </a:ext>
            </a:extLst>
          </p:cNvPr>
          <p:cNvPicPr>
            <a:picLocks noChangeAspect="1"/>
          </p:cNvPicPr>
          <p:nvPr/>
        </p:nvPicPr>
        <p:blipFill>
          <a:blip r:embed="rId25">
            <a:extLst>
              <a:ext uri="{28A0092B-C50C-407E-A947-70E740481C1C}">
                <a14:useLocalDpi xmlns:a14="http://schemas.microsoft.com/office/drawing/2010/main" val="0"/>
              </a:ext>
              <a:ext uri="{96DAC541-7B7A-43D3-8B79-37D633B846F1}">
                <asvg:svgBlip xmlns:asvg="http://schemas.microsoft.com/office/drawing/2016/SVG/main" r:embed="rId26"/>
              </a:ext>
            </a:extLst>
          </a:blip>
          <a:stretch>
            <a:fillRect/>
          </a:stretch>
        </p:blipFill>
        <p:spPr>
          <a:xfrm>
            <a:off x="1358475" y="2501189"/>
            <a:ext cx="452264" cy="452264"/>
          </a:xfrm>
          <a:prstGeom prst="rect">
            <a:avLst/>
          </a:prstGeom>
        </p:spPr>
      </p:pic>
      <p:pic>
        <p:nvPicPr>
          <p:cNvPr id="42" name="Graphic 41" descr="Rollercoaster Down outline">
            <a:hlinkClick r:id="rId27" action="ppaction://hlinksldjump"/>
            <a:extLst>
              <a:ext uri="{FF2B5EF4-FFF2-40B4-BE49-F238E27FC236}">
                <a16:creationId xmlns:a16="http://schemas.microsoft.com/office/drawing/2014/main" id="{627C16F7-5AD0-B56F-570F-1A2D8C0259FA}"/>
              </a:ext>
            </a:extLst>
          </p:cNvPr>
          <p:cNvPicPr>
            <a:picLocks noChangeAspect="1"/>
          </p:cNvPicPr>
          <p:nvPr/>
        </p:nvPicPr>
        <p:blipFill>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tretch>
            <a:fillRect/>
          </a:stretch>
        </p:blipFill>
        <p:spPr>
          <a:xfrm>
            <a:off x="1360369" y="3939632"/>
            <a:ext cx="439194" cy="445170"/>
          </a:xfrm>
          <a:prstGeom prst="rect">
            <a:avLst/>
          </a:prstGeom>
        </p:spPr>
      </p:pic>
      <p:sp>
        <p:nvSpPr>
          <p:cNvPr id="43" name="TextBox 42">
            <a:extLst>
              <a:ext uri="{FF2B5EF4-FFF2-40B4-BE49-F238E27FC236}">
                <a16:creationId xmlns:a16="http://schemas.microsoft.com/office/drawing/2014/main" id="{7D4635A1-6E32-C76F-3678-176B274DE0CA}"/>
              </a:ext>
            </a:extLst>
          </p:cNvPr>
          <p:cNvSpPr txBox="1"/>
          <p:nvPr/>
        </p:nvSpPr>
        <p:spPr>
          <a:xfrm>
            <a:off x="5085234" y="844594"/>
            <a:ext cx="5865583" cy="120032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200" b="0" i="0" u="none" strike="noStrike" kern="1200" cap="none" spc="0" normalizeH="0" baseline="0" noProof="0" dirty="0">
                <a:ln>
                  <a:noFill/>
                </a:ln>
                <a:solidFill>
                  <a:srgbClr val="EA8F44"/>
                </a:solidFill>
                <a:effectLst/>
                <a:uLnTx/>
                <a:uFillTx/>
                <a:latin typeface="Berlin Sans FB Demi" panose="020E0802020502020306" pitchFamily="34" charset="0"/>
                <a:ea typeface="ADLaM Display" panose="02010000000000000000" pitchFamily="2" charset="0"/>
                <a:cs typeface="ADLaM Display" panose="02010000000000000000" pitchFamily="2" charset="0"/>
              </a:rPr>
              <a:t>Heading Nr 5</a:t>
            </a:r>
            <a:endParaRPr kumimoji="0" lang="ru-RU" sz="7200" b="0" i="0" u="none" strike="noStrike" kern="1200" cap="none" spc="0" normalizeH="0" baseline="0" noProof="0" dirty="0">
              <a:ln>
                <a:noFill/>
              </a:ln>
              <a:solidFill>
                <a:srgbClr val="EA8F44"/>
              </a:solidFill>
              <a:effectLst/>
              <a:uLnTx/>
              <a:uFillTx/>
              <a:latin typeface="Calibri" panose="020F0502020204030204"/>
              <a:ea typeface="ADLaM Display" panose="02010000000000000000" pitchFamily="2" charset="0"/>
              <a:cs typeface="ADLaM Display" panose="02010000000000000000" pitchFamily="2" charset="0"/>
            </a:endParaRPr>
          </a:p>
        </p:txBody>
      </p:sp>
      <p:sp>
        <p:nvSpPr>
          <p:cNvPr id="45" name="Rectangle 44">
            <a:extLst>
              <a:ext uri="{FF2B5EF4-FFF2-40B4-BE49-F238E27FC236}">
                <a16:creationId xmlns:a16="http://schemas.microsoft.com/office/drawing/2014/main" id="{ABB3AAF7-DF83-386A-CFC2-7126FD25AF01}"/>
              </a:ext>
            </a:extLst>
          </p:cNvPr>
          <p:cNvSpPr/>
          <p:nvPr/>
        </p:nvSpPr>
        <p:spPr>
          <a:xfrm>
            <a:off x="4895850" y="1980450"/>
            <a:ext cx="6003088" cy="64472"/>
          </a:xfrm>
          <a:prstGeom prst="rect">
            <a:avLst/>
          </a:prstGeom>
          <a:solidFill>
            <a:srgbClr val="EA8F4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00B050"/>
              </a:solidFill>
              <a:effectLst/>
              <a:uLnTx/>
              <a:uFillTx/>
              <a:latin typeface="Calibri" panose="020F0502020204030204"/>
              <a:ea typeface="+mn-ea"/>
              <a:cs typeface="+mn-cs"/>
            </a:endParaRPr>
          </a:p>
        </p:txBody>
      </p:sp>
      <p:grpSp>
        <p:nvGrpSpPr>
          <p:cNvPr id="9" name="Group 8">
            <a:extLst>
              <a:ext uri="{FF2B5EF4-FFF2-40B4-BE49-F238E27FC236}">
                <a16:creationId xmlns:a16="http://schemas.microsoft.com/office/drawing/2014/main" id="{F9CF4833-06AB-3976-4568-35036A48B5C1}"/>
              </a:ext>
            </a:extLst>
          </p:cNvPr>
          <p:cNvGrpSpPr/>
          <p:nvPr/>
        </p:nvGrpSpPr>
        <p:grpSpPr>
          <a:xfrm>
            <a:off x="5039605" y="4937503"/>
            <a:ext cx="1888442" cy="1279362"/>
            <a:chOff x="2369354" y="4088920"/>
            <a:chExt cx="2194235" cy="1279362"/>
          </a:xfrm>
        </p:grpSpPr>
        <p:sp>
          <p:nvSpPr>
            <p:cNvPr id="10" name="TextBox 9">
              <a:extLst>
                <a:ext uri="{FF2B5EF4-FFF2-40B4-BE49-F238E27FC236}">
                  <a16:creationId xmlns:a16="http://schemas.microsoft.com/office/drawing/2014/main" id="{BAAEE36F-EC61-30A3-1319-92A15D2C19F7}"/>
                </a:ext>
              </a:extLst>
            </p:cNvPr>
            <p:cNvSpPr txBox="1"/>
            <p:nvPr/>
          </p:nvSpPr>
          <p:spPr>
            <a:xfrm>
              <a:off x="2369354" y="4088920"/>
              <a:ext cx="2067116"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lumMod val="95000"/>
                    </a:prstClr>
                  </a:solidFill>
                  <a:effectLst/>
                  <a:uLnTx/>
                  <a:uFillTx/>
                  <a:latin typeface="Bahnschrift SemiLight" panose="020B0502040204020203" pitchFamily="34" charset="0"/>
                  <a:ea typeface="+mn-ea"/>
                  <a:cs typeface="+mn-cs"/>
                </a:rPr>
                <a:t>Your Text</a:t>
              </a:r>
            </a:p>
          </p:txBody>
        </p:sp>
        <p:sp>
          <p:nvSpPr>
            <p:cNvPr id="11" name="TextBox 10">
              <a:extLst>
                <a:ext uri="{FF2B5EF4-FFF2-40B4-BE49-F238E27FC236}">
                  <a16:creationId xmlns:a16="http://schemas.microsoft.com/office/drawing/2014/main" id="{9709CD7A-F1F7-E590-0490-E4E81F743F67}"/>
                </a:ext>
              </a:extLst>
            </p:cNvPr>
            <p:cNvSpPr txBox="1"/>
            <p:nvPr/>
          </p:nvSpPr>
          <p:spPr>
            <a:xfrm>
              <a:off x="2390528" y="4414175"/>
              <a:ext cx="2173061" cy="95410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lumMod val="95000"/>
                    </a:prstClr>
                  </a:solidFill>
                  <a:effectLst/>
                  <a:uLnTx/>
                  <a:uFillTx/>
                  <a:latin typeface="Montserrat" panose="00000500000000000000" pitchFamily="2" charset="0"/>
                  <a:ea typeface="+mn-ea"/>
                  <a:cs typeface="+mn-cs"/>
                </a:rPr>
                <a:t>Here You can Add Some Brief Text That will Explain Your Tittle</a:t>
              </a:r>
            </a:p>
          </p:txBody>
        </p:sp>
      </p:grpSp>
      <p:sp>
        <p:nvSpPr>
          <p:cNvPr id="49" name="Oval 48">
            <a:extLst>
              <a:ext uri="{FF2B5EF4-FFF2-40B4-BE49-F238E27FC236}">
                <a16:creationId xmlns:a16="http://schemas.microsoft.com/office/drawing/2014/main" id="{012A3CE5-4D06-4A3A-A8CD-C909FD097347}"/>
              </a:ext>
            </a:extLst>
          </p:cNvPr>
          <p:cNvSpPr/>
          <p:nvPr/>
        </p:nvSpPr>
        <p:spPr>
          <a:xfrm>
            <a:off x="7243213" y="3658158"/>
            <a:ext cx="1124332" cy="1124332"/>
          </a:xfrm>
          <a:prstGeom prst="ellipse">
            <a:avLst/>
          </a:prstGeom>
          <a:solidFill>
            <a:srgbClr val="EA8F4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50" name="Oval 49">
            <a:extLst>
              <a:ext uri="{FF2B5EF4-FFF2-40B4-BE49-F238E27FC236}">
                <a16:creationId xmlns:a16="http://schemas.microsoft.com/office/drawing/2014/main" id="{7BD908E8-8C68-17AE-4D9E-6CF6E5FBA6A6}"/>
              </a:ext>
            </a:extLst>
          </p:cNvPr>
          <p:cNvSpPr/>
          <p:nvPr/>
        </p:nvSpPr>
        <p:spPr>
          <a:xfrm>
            <a:off x="7396035" y="3810980"/>
            <a:ext cx="818688" cy="81868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grpSp>
        <p:nvGrpSpPr>
          <p:cNvPr id="51" name="Group 50">
            <a:extLst>
              <a:ext uri="{FF2B5EF4-FFF2-40B4-BE49-F238E27FC236}">
                <a16:creationId xmlns:a16="http://schemas.microsoft.com/office/drawing/2014/main" id="{2E9497B5-2160-BBEB-05E6-7B7C05455DC3}"/>
              </a:ext>
            </a:extLst>
          </p:cNvPr>
          <p:cNvGrpSpPr/>
          <p:nvPr/>
        </p:nvGrpSpPr>
        <p:grpSpPr>
          <a:xfrm>
            <a:off x="7514825" y="3918414"/>
            <a:ext cx="603820" cy="603820"/>
            <a:chOff x="6158672" y="3675083"/>
            <a:chExt cx="787340" cy="787340"/>
          </a:xfrm>
          <a:solidFill>
            <a:srgbClr val="EA8F44"/>
          </a:solidFill>
        </p:grpSpPr>
        <p:sp>
          <p:nvSpPr>
            <p:cNvPr id="52" name="Circle: Hollow 51">
              <a:extLst>
                <a:ext uri="{FF2B5EF4-FFF2-40B4-BE49-F238E27FC236}">
                  <a16:creationId xmlns:a16="http://schemas.microsoft.com/office/drawing/2014/main" id="{9DACE268-B3B9-DA92-2FB0-BDF87410BD87}"/>
                </a:ext>
              </a:extLst>
            </p:cNvPr>
            <p:cNvSpPr/>
            <p:nvPr/>
          </p:nvSpPr>
          <p:spPr>
            <a:xfrm>
              <a:off x="6158672" y="3675083"/>
              <a:ext cx="787340" cy="787340"/>
            </a:xfrm>
            <a:prstGeom prst="donut">
              <a:avLst>
                <a:gd name="adj" fmla="val 470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Montserrat" panose="00000500000000000000" pitchFamily="2" charset="0"/>
                <a:ea typeface="+mn-ea"/>
                <a:cs typeface="+mn-cs"/>
              </a:endParaRPr>
            </a:p>
          </p:txBody>
        </p:sp>
        <p:grpSp>
          <p:nvGrpSpPr>
            <p:cNvPr id="53" name="Group 52">
              <a:extLst>
                <a:ext uri="{FF2B5EF4-FFF2-40B4-BE49-F238E27FC236}">
                  <a16:creationId xmlns:a16="http://schemas.microsoft.com/office/drawing/2014/main" id="{129F8E3E-A5E4-489B-1D84-1F87F483E4CF}"/>
                </a:ext>
              </a:extLst>
            </p:cNvPr>
            <p:cNvGrpSpPr/>
            <p:nvPr/>
          </p:nvGrpSpPr>
          <p:grpSpPr>
            <a:xfrm rot="2700000">
              <a:off x="6448659" y="3791777"/>
              <a:ext cx="184399" cy="468434"/>
              <a:chOff x="6533720" y="3754616"/>
              <a:chExt cx="184399" cy="468434"/>
            </a:xfrm>
            <a:grpFill/>
          </p:grpSpPr>
          <p:sp>
            <p:nvSpPr>
              <p:cNvPr id="54" name="Rectangle: Rounded Corners 53">
                <a:extLst>
                  <a:ext uri="{FF2B5EF4-FFF2-40B4-BE49-F238E27FC236}">
                    <a16:creationId xmlns:a16="http://schemas.microsoft.com/office/drawing/2014/main" id="{1E59FAFB-B8C0-B57D-713C-06FED9C22A63}"/>
                  </a:ext>
                </a:extLst>
              </p:cNvPr>
              <p:cNvSpPr/>
              <p:nvPr/>
            </p:nvSpPr>
            <p:spPr>
              <a:xfrm rot="5400000">
                <a:off x="6602300" y="4108750"/>
                <a:ext cx="45720" cy="18288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mn-cs"/>
                </a:endParaRPr>
              </a:p>
            </p:txBody>
          </p:sp>
          <p:sp>
            <p:nvSpPr>
              <p:cNvPr id="55" name="Rectangle: Rounded Corners 54">
                <a:extLst>
                  <a:ext uri="{FF2B5EF4-FFF2-40B4-BE49-F238E27FC236}">
                    <a16:creationId xmlns:a16="http://schemas.microsoft.com/office/drawing/2014/main" id="{18E6426F-2216-9527-7709-729280FD2638}"/>
                  </a:ext>
                </a:extLst>
              </p:cNvPr>
              <p:cNvSpPr/>
              <p:nvPr/>
            </p:nvSpPr>
            <p:spPr>
              <a:xfrm rot="10800000">
                <a:off x="6672399" y="3754616"/>
                <a:ext cx="45720" cy="45720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mn-cs"/>
                </a:endParaRPr>
              </a:p>
            </p:txBody>
          </p:sp>
        </p:grpSp>
      </p:grpSp>
      <p:sp>
        <p:nvSpPr>
          <p:cNvPr id="56" name="Oval 55">
            <a:extLst>
              <a:ext uri="{FF2B5EF4-FFF2-40B4-BE49-F238E27FC236}">
                <a16:creationId xmlns:a16="http://schemas.microsoft.com/office/drawing/2014/main" id="{3C60DA8D-4449-E7FD-7AB1-B9F946F4CB16}"/>
              </a:ext>
            </a:extLst>
          </p:cNvPr>
          <p:cNvSpPr/>
          <p:nvPr/>
        </p:nvSpPr>
        <p:spPr>
          <a:xfrm>
            <a:off x="9092136" y="3658158"/>
            <a:ext cx="1124332" cy="1124332"/>
          </a:xfrm>
          <a:prstGeom prst="ellipse">
            <a:avLst/>
          </a:prstGeom>
          <a:solidFill>
            <a:srgbClr val="EA8F4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57" name="Oval 56">
            <a:extLst>
              <a:ext uri="{FF2B5EF4-FFF2-40B4-BE49-F238E27FC236}">
                <a16:creationId xmlns:a16="http://schemas.microsoft.com/office/drawing/2014/main" id="{9FB072C1-75E0-32FE-984E-AC7AF6F1318F}"/>
              </a:ext>
            </a:extLst>
          </p:cNvPr>
          <p:cNvSpPr/>
          <p:nvPr/>
        </p:nvSpPr>
        <p:spPr>
          <a:xfrm>
            <a:off x="9244958" y="3810980"/>
            <a:ext cx="818688" cy="81868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grpSp>
        <p:nvGrpSpPr>
          <p:cNvPr id="58" name="Group 57">
            <a:extLst>
              <a:ext uri="{FF2B5EF4-FFF2-40B4-BE49-F238E27FC236}">
                <a16:creationId xmlns:a16="http://schemas.microsoft.com/office/drawing/2014/main" id="{4A16CC65-A4A9-FF23-CD08-7C048B20B4B8}"/>
              </a:ext>
            </a:extLst>
          </p:cNvPr>
          <p:cNvGrpSpPr/>
          <p:nvPr/>
        </p:nvGrpSpPr>
        <p:grpSpPr>
          <a:xfrm>
            <a:off x="9363748" y="3918414"/>
            <a:ext cx="603820" cy="603820"/>
            <a:chOff x="6158672" y="3675083"/>
            <a:chExt cx="787340" cy="787340"/>
          </a:xfrm>
          <a:solidFill>
            <a:srgbClr val="EA8F44"/>
          </a:solidFill>
        </p:grpSpPr>
        <p:sp>
          <p:nvSpPr>
            <p:cNvPr id="59" name="Circle: Hollow 58">
              <a:extLst>
                <a:ext uri="{FF2B5EF4-FFF2-40B4-BE49-F238E27FC236}">
                  <a16:creationId xmlns:a16="http://schemas.microsoft.com/office/drawing/2014/main" id="{5FAA8441-D54F-EEAE-1768-05A41B27679D}"/>
                </a:ext>
              </a:extLst>
            </p:cNvPr>
            <p:cNvSpPr/>
            <p:nvPr/>
          </p:nvSpPr>
          <p:spPr>
            <a:xfrm>
              <a:off x="6158672" y="3675083"/>
              <a:ext cx="787340" cy="787340"/>
            </a:xfrm>
            <a:prstGeom prst="donut">
              <a:avLst>
                <a:gd name="adj" fmla="val 470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Montserrat" panose="00000500000000000000" pitchFamily="2" charset="0"/>
                <a:ea typeface="+mn-ea"/>
                <a:cs typeface="+mn-cs"/>
              </a:endParaRPr>
            </a:p>
          </p:txBody>
        </p:sp>
        <p:grpSp>
          <p:nvGrpSpPr>
            <p:cNvPr id="60" name="Group 59">
              <a:extLst>
                <a:ext uri="{FF2B5EF4-FFF2-40B4-BE49-F238E27FC236}">
                  <a16:creationId xmlns:a16="http://schemas.microsoft.com/office/drawing/2014/main" id="{723240F4-9ECF-B79B-3DCC-144252518F38}"/>
                </a:ext>
              </a:extLst>
            </p:cNvPr>
            <p:cNvGrpSpPr/>
            <p:nvPr/>
          </p:nvGrpSpPr>
          <p:grpSpPr>
            <a:xfrm rot="2700000">
              <a:off x="6448659" y="3791777"/>
              <a:ext cx="184399" cy="468434"/>
              <a:chOff x="6533720" y="3754616"/>
              <a:chExt cx="184399" cy="468434"/>
            </a:xfrm>
            <a:grpFill/>
          </p:grpSpPr>
          <p:sp>
            <p:nvSpPr>
              <p:cNvPr id="61" name="Rectangle: Rounded Corners 60">
                <a:extLst>
                  <a:ext uri="{FF2B5EF4-FFF2-40B4-BE49-F238E27FC236}">
                    <a16:creationId xmlns:a16="http://schemas.microsoft.com/office/drawing/2014/main" id="{1534849B-A32B-ACB1-5CF0-E20C0994491A}"/>
                  </a:ext>
                </a:extLst>
              </p:cNvPr>
              <p:cNvSpPr/>
              <p:nvPr/>
            </p:nvSpPr>
            <p:spPr>
              <a:xfrm rot="5400000">
                <a:off x="6602300" y="4108750"/>
                <a:ext cx="45720" cy="18288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mn-cs"/>
                </a:endParaRPr>
              </a:p>
            </p:txBody>
          </p:sp>
          <p:sp>
            <p:nvSpPr>
              <p:cNvPr id="62" name="Rectangle: Rounded Corners 61">
                <a:extLst>
                  <a:ext uri="{FF2B5EF4-FFF2-40B4-BE49-F238E27FC236}">
                    <a16:creationId xmlns:a16="http://schemas.microsoft.com/office/drawing/2014/main" id="{5F3CA00A-B654-ACA1-E54E-0E14773B5957}"/>
                  </a:ext>
                </a:extLst>
              </p:cNvPr>
              <p:cNvSpPr/>
              <p:nvPr/>
            </p:nvSpPr>
            <p:spPr>
              <a:xfrm rot="10800000">
                <a:off x="6672399" y="3754616"/>
                <a:ext cx="45720" cy="45720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mn-cs"/>
                </a:endParaRPr>
              </a:p>
            </p:txBody>
          </p:sp>
        </p:grpSp>
      </p:grpSp>
      <p:grpSp>
        <p:nvGrpSpPr>
          <p:cNvPr id="63" name="Group 62">
            <a:extLst>
              <a:ext uri="{FF2B5EF4-FFF2-40B4-BE49-F238E27FC236}">
                <a16:creationId xmlns:a16="http://schemas.microsoft.com/office/drawing/2014/main" id="{CCCB2D61-D334-6DFF-C925-8AA927CDE195}"/>
              </a:ext>
            </a:extLst>
          </p:cNvPr>
          <p:cNvGrpSpPr/>
          <p:nvPr/>
        </p:nvGrpSpPr>
        <p:grpSpPr>
          <a:xfrm>
            <a:off x="6928047" y="4937503"/>
            <a:ext cx="1888442" cy="1279362"/>
            <a:chOff x="2369354" y="4088920"/>
            <a:chExt cx="2194235" cy="1279362"/>
          </a:xfrm>
        </p:grpSpPr>
        <p:sp>
          <p:nvSpPr>
            <p:cNvPr id="64" name="TextBox 63">
              <a:extLst>
                <a:ext uri="{FF2B5EF4-FFF2-40B4-BE49-F238E27FC236}">
                  <a16:creationId xmlns:a16="http://schemas.microsoft.com/office/drawing/2014/main" id="{A9F3D06A-AD60-15B2-EDCB-1CD2C7777996}"/>
                </a:ext>
              </a:extLst>
            </p:cNvPr>
            <p:cNvSpPr txBox="1"/>
            <p:nvPr/>
          </p:nvSpPr>
          <p:spPr>
            <a:xfrm>
              <a:off x="2369354" y="4088920"/>
              <a:ext cx="2067116"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lumMod val="95000"/>
                    </a:prstClr>
                  </a:solidFill>
                  <a:effectLst/>
                  <a:uLnTx/>
                  <a:uFillTx/>
                  <a:latin typeface="Bahnschrift SemiLight" panose="020B0502040204020203" pitchFamily="34" charset="0"/>
                  <a:ea typeface="+mn-ea"/>
                  <a:cs typeface="+mn-cs"/>
                </a:rPr>
                <a:t>Your Text</a:t>
              </a:r>
            </a:p>
          </p:txBody>
        </p:sp>
        <p:sp>
          <p:nvSpPr>
            <p:cNvPr id="65" name="TextBox 64">
              <a:extLst>
                <a:ext uri="{FF2B5EF4-FFF2-40B4-BE49-F238E27FC236}">
                  <a16:creationId xmlns:a16="http://schemas.microsoft.com/office/drawing/2014/main" id="{AAA9F281-1138-1E53-1995-142C3A063416}"/>
                </a:ext>
              </a:extLst>
            </p:cNvPr>
            <p:cNvSpPr txBox="1"/>
            <p:nvPr/>
          </p:nvSpPr>
          <p:spPr>
            <a:xfrm>
              <a:off x="2390528" y="4414175"/>
              <a:ext cx="2173061" cy="95410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lumMod val="95000"/>
                    </a:prstClr>
                  </a:solidFill>
                  <a:effectLst/>
                  <a:uLnTx/>
                  <a:uFillTx/>
                  <a:latin typeface="Montserrat" panose="00000500000000000000" pitchFamily="2" charset="0"/>
                  <a:ea typeface="+mn-ea"/>
                  <a:cs typeface="+mn-cs"/>
                </a:rPr>
                <a:t>Here You can Add Some Brief Text That will Explain Your Tittle</a:t>
              </a:r>
            </a:p>
          </p:txBody>
        </p:sp>
      </p:grpSp>
      <p:grpSp>
        <p:nvGrpSpPr>
          <p:cNvPr id="66" name="Group 65">
            <a:extLst>
              <a:ext uri="{FF2B5EF4-FFF2-40B4-BE49-F238E27FC236}">
                <a16:creationId xmlns:a16="http://schemas.microsoft.com/office/drawing/2014/main" id="{1DAF06F7-83DC-2D49-3EBA-AAB6BF87BCCE}"/>
              </a:ext>
            </a:extLst>
          </p:cNvPr>
          <p:cNvGrpSpPr/>
          <p:nvPr/>
        </p:nvGrpSpPr>
        <p:grpSpPr>
          <a:xfrm>
            <a:off x="8753277" y="4935312"/>
            <a:ext cx="1888442" cy="1279362"/>
            <a:chOff x="2369354" y="4088920"/>
            <a:chExt cx="2194235" cy="1279362"/>
          </a:xfrm>
        </p:grpSpPr>
        <p:sp>
          <p:nvSpPr>
            <p:cNvPr id="67" name="TextBox 66">
              <a:extLst>
                <a:ext uri="{FF2B5EF4-FFF2-40B4-BE49-F238E27FC236}">
                  <a16:creationId xmlns:a16="http://schemas.microsoft.com/office/drawing/2014/main" id="{EECE5DFB-9BAA-908A-A334-3FD64035DCE2}"/>
                </a:ext>
              </a:extLst>
            </p:cNvPr>
            <p:cNvSpPr txBox="1"/>
            <p:nvPr/>
          </p:nvSpPr>
          <p:spPr>
            <a:xfrm>
              <a:off x="2369354" y="4088920"/>
              <a:ext cx="2067116"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lumMod val="95000"/>
                    </a:prstClr>
                  </a:solidFill>
                  <a:effectLst/>
                  <a:uLnTx/>
                  <a:uFillTx/>
                  <a:latin typeface="Bahnschrift SemiLight" panose="020B0502040204020203" pitchFamily="34" charset="0"/>
                  <a:ea typeface="+mn-ea"/>
                  <a:cs typeface="+mn-cs"/>
                </a:rPr>
                <a:t>Your Text</a:t>
              </a:r>
            </a:p>
          </p:txBody>
        </p:sp>
        <p:sp>
          <p:nvSpPr>
            <p:cNvPr id="68" name="TextBox 67">
              <a:extLst>
                <a:ext uri="{FF2B5EF4-FFF2-40B4-BE49-F238E27FC236}">
                  <a16:creationId xmlns:a16="http://schemas.microsoft.com/office/drawing/2014/main" id="{7510684A-234D-D373-C0B3-D3310C9CA6A1}"/>
                </a:ext>
              </a:extLst>
            </p:cNvPr>
            <p:cNvSpPr txBox="1"/>
            <p:nvPr/>
          </p:nvSpPr>
          <p:spPr>
            <a:xfrm>
              <a:off x="2390528" y="4414175"/>
              <a:ext cx="2173061" cy="95410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lumMod val="95000"/>
                    </a:prstClr>
                  </a:solidFill>
                  <a:effectLst/>
                  <a:uLnTx/>
                  <a:uFillTx/>
                  <a:latin typeface="Montserrat" panose="00000500000000000000" pitchFamily="2" charset="0"/>
                  <a:ea typeface="+mn-ea"/>
                  <a:cs typeface="+mn-cs"/>
                </a:rPr>
                <a:t>Here You can Add Some Brief Text That will Explain Your Tittle</a:t>
              </a:r>
            </a:p>
          </p:txBody>
        </p:sp>
      </p:grpSp>
      <p:sp>
        <p:nvSpPr>
          <p:cNvPr id="69" name="TextBox 68">
            <a:extLst>
              <a:ext uri="{FF2B5EF4-FFF2-40B4-BE49-F238E27FC236}">
                <a16:creationId xmlns:a16="http://schemas.microsoft.com/office/drawing/2014/main" id="{0BED7A36-F195-89DE-45A1-74B6089C8D97}"/>
              </a:ext>
            </a:extLst>
          </p:cNvPr>
          <p:cNvSpPr txBox="1"/>
          <p:nvPr/>
        </p:nvSpPr>
        <p:spPr>
          <a:xfrm>
            <a:off x="4824679" y="2136336"/>
            <a:ext cx="6435235"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white"/>
                </a:solidFill>
                <a:effectLst/>
                <a:uLnTx/>
                <a:uFillTx/>
                <a:latin typeface="Bahnschrift SemiLight" panose="020B0502040204020203" pitchFamily="34" charset="0"/>
                <a:ea typeface="+mn-ea"/>
                <a:cs typeface="Arial" panose="020B0604020202020204" pitchFamily="34" charset="0"/>
              </a:rPr>
              <a:t>5. Write your text here. Write your text here. Write your text here. Write your text here. </a:t>
            </a:r>
            <a:endParaRPr kumimoji="0" lang="ru-RU" sz="18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72977276"/>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300"/>
                                        <p:tgtEl>
                                          <p:spTgt spid="9"/>
                                        </p:tgtEl>
                                      </p:cBhvr>
                                    </p:animEffect>
                                    <p:anim calcmode="lin" valueType="num">
                                      <p:cBhvr>
                                        <p:cTn id="8" dur="300" fill="hold"/>
                                        <p:tgtEl>
                                          <p:spTgt spid="9"/>
                                        </p:tgtEl>
                                        <p:attrNameLst>
                                          <p:attrName>ppt_x</p:attrName>
                                        </p:attrNameLst>
                                      </p:cBhvr>
                                      <p:tavLst>
                                        <p:tav tm="0">
                                          <p:val>
                                            <p:strVal val="#ppt_x"/>
                                          </p:val>
                                        </p:tav>
                                        <p:tav tm="100000">
                                          <p:val>
                                            <p:strVal val="#ppt_x"/>
                                          </p:val>
                                        </p:tav>
                                      </p:tavLst>
                                    </p:anim>
                                    <p:anim calcmode="lin" valueType="num">
                                      <p:cBhvr>
                                        <p:cTn id="9" dur="300" fill="hold"/>
                                        <p:tgtEl>
                                          <p:spTgt spid="9"/>
                                        </p:tgtEl>
                                        <p:attrNameLst>
                                          <p:attrName>ppt_y</p:attrName>
                                        </p:attrNameLst>
                                      </p:cBhvr>
                                      <p:tavLst>
                                        <p:tav tm="0">
                                          <p:val>
                                            <p:strVal val="#ppt_y+.1"/>
                                          </p:val>
                                        </p:tav>
                                        <p:tav tm="100000">
                                          <p:val>
                                            <p:strVal val="#ppt_y"/>
                                          </p:val>
                                        </p:tav>
                                      </p:tavLst>
                                    </p:anim>
                                  </p:childTnLst>
                                </p:cTn>
                              </p:par>
                            </p:childTnLst>
                          </p:cTn>
                        </p:par>
                        <p:par>
                          <p:cTn id="10" fill="hold">
                            <p:stCondLst>
                              <p:cond delay="300"/>
                            </p:stCondLst>
                            <p:childTnLst>
                              <p:par>
                                <p:cTn id="11" presetID="53" presetClass="entr" presetSubtype="16" fill="hold" grpId="0" nodeType="afterEffect">
                                  <p:stCondLst>
                                    <p:cond delay="0"/>
                                  </p:stCondLst>
                                  <p:childTnLst>
                                    <p:set>
                                      <p:cBhvr>
                                        <p:cTn id="12" dur="1" fill="hold">
                                          <p:stCondLst>
                                            <p:cond delay="0"/>
                                          </p:stCondLst>
                                        </p:cTn>
                                        <p:tgtEl>
                                          <p:spTgt spid="12"/>
                                        </p:tgtEl>
                                        <p:attrNameLst>
                                          <p:attrName>style.visibility</p:attrName>
                                        </p:attrNameLst>
                                      </p:cBhvr>
                                      <p:to>
                                        <p:strVal val="visible"/>
                                      </p:to>
                                    </p:set>
                                    <p:anim calcmode="lin" valueType="num">
                                      <p:cBhvr>
                                        <p:cTn id="13" dur="300" fill="hold"/>
                                        <p:tgtEl>
                                          <p:spTgt spid="12"/>
                                        </p:tgtEl>
                                        <p:attrNameLst>
                                          <p:attrName>ppt_w</p:attrName>
                                        </p:attrNameLst>
                                      </p:cBhvr>
                                      <p:tavLst>
                                        <p:tav tm="0">
                                          <p:val>
                                            <p:fltVal val="0"/>
                                          </p:val>
                                        </p:tav>
                                        <p:tav tm="100000">
                                          <p:val>
                                            <p:strVal val="#ppt_w"/>
                                          </p:val>
                                        </p:tav>
                                      </p:tavLst>
                                    </p:anim>
                                    <p:anim calcmode="lin" valueType="num">
                                      <p:cBhvr>
                                        <p:cTn id="14" dur="300" fill="hold"/>
                                        <p:tgtEl>
                                          <p:spTgt spid="12"/>
                                        </p:tgtEl>
                                        <p:attrNameLst>
                                          <p:attrName>ppt_h</p:attrName>
                                        </p:attrNameLst>
                                      </p:cBhvr>
                                      <p:tavLst>
                                        <p:tav tm="0">
                                          <p:val>
                                            <p:fltVal val="0"/>
                                          </p:val>
                                        </p:tav>
                                        <p:tav tm="100000">
                                          <p:val>
                                            <p:strVal val="#ppt_h"/>
                                          </p:val>
                                        </p:tav>
                                      </p:tavLst>
                                    </p:anim>
                                    <p:animEffect transition="in" filter="fade">
                                      <p:cBhvr>
                                        <p:cTn id="15" dur="300"/>
                                        <p:tgtEl>
                                          <p:spTgt spid="12"/>
                                        </p:tgtEl>
                                      </p:cBhvr>
                                    </p:animEffect>
                                  </p:childTnLst>
                                </p:cTn>
                              </p:par>
                              <p:par>
                                <p:cTn id="16" presetID="53" presetClass="entr" presetSubtype="16" fill="hold" grpId="0" nodeType="withEffect">
                                  <p:stCondLst>
                                    <p:cond delay="250"/>
                                  </p:stCondLst>
                                  <p:childTnLst>
                                    <p:set>
                                      <p:cBhvr>
                                        <p:cTn id="17" dur="1" fill="hold">
                                          <p:stCondLst>
                                            <p:cond delay="0"/>
                                          </p:stCondLst>
                                        </p:cTn>
                                        <p:tgtEl>
                                          <p:spTgt spid="13"/>
                                        </p:tgtEl>
                                        <p:attrNameLst>
                                          <p:attrName>style.visibility</p:attrName>
                                        </p:attrNameLst>
                                      </p:cBhvr>
                                      <p:to>
                                        <p:strVal val="visible"/>
                                      </p:to>
                                    </p:set>
                                    <p:anim calcmode="lin" valueType="num">
                                      <p:cBhvr>
                                        <p:cTn id="18" dur="300" fill="hold"/>
                                        <p:tgtEl>
                                          <p:spTgt spid="13"/>
                                        </p:tgtEl>
                                        <p:attrNameLst>
                                          <p:attrName>ppt_w</p:attrName>
                                        </p:attrNameLst>
                                      </p:cBhvr>
                                      <p:tavLst>
                                        <p:tav tm="0">
                                          <p:val>
                                            <p:fltVal val="0"/>
                                          </p:val>
                                        </p:tav>
                                        <p:tav tm="100000">
                                          <p:val>
                                            <p:strVal val="#ppt_w"/>
                                          </p:val>
                                        </p:tav>
                                      </p:tavLst>
                                    </p:anim>
                                    <p:anim calcmode="lin" valueType="num">
                                      <p:cBhvr>
                                        <p:cTn id="19" dur="300" fill="hold"/>
                                        <p:tgtEl>
                                          <p:spTgt spid="13"/>
                                        </p:tgtEl>
                                        <p:attrNameLst>
                                          <p:attrName>ppt_h</p:attrName>
                                        </p:attrNameLst>
                                      </p:cBhvr>
                                      <p:tavLst>
                                        <p:tav tm="0">
                                          <p:val>
                                            <p:fltVal val="0"/>
                                          </p:val>
                                        </p:tav>
                                        <p:tav tm="100000">
                                          <p:val>
                                            <p:strVal val="#ppt_h"/>
                                          </p:val>
                                        </p:tav>
                                      </p:tavLst>
                                    </p:anim>
                                    <p:animEffect transition="in" filter="fade">
                                      <p:cBhvr>
                                        <p:cTn id="20" dur="300"/>
                                        <p:tgtEl>
                                          <p:spTgt spid="13"/>
                                        </p:tgtEl>
                                      </p:cBhvr>
                                    </p:animEffect>
                                  </p:childTnLst>
                                </p:cTn>
                              </p:par>
                              <p:par>
                                <p:cTn id="21" presetID="53" presetClass="entr" presetSubtype="16" fill="hold" nodeType="withEffect">
                                  <p:stCondLst>
                                    <p:cond delay="500"/>
                                  </p:stCondLst>
                                  <p:childTnLst>
                                    <p:set>
                                      <p:cBhvr>
                                        <p:cTn id="22" dur="1" fill="hold">
                                          <p:stCondLst>
                                            <p:cond delay="0"/>
                                          </p:stCondLst>
                                        </p:cTn>
                                        <p:tgtEl>
                                          <p:spTgt spid="14"/>
                                        </p:tgtEl>
                                        <p:attrNameLst>
                                          <p:attrName>style.visibility</p:attrName>
                                        </p:attrNameLst>
                                      </p:cBhvr>
                                      <p:to>
                                        <p:strVal val="visible"/>
                                      </p:to>
                                    </p:set>
                                    <p:anim calcmode="lin" valueType="num">
                                      <p:cBhvr>
                                        <p:cTn id="23" dur="300" fill="hold"/>
                                        <p:tgtEl>
                                          <p:spTgt spid="14"/>
                                        </p:tgtEl>
                                        <p:attrNameLst>
                                          <p:attrName>ppt_w</p:attrName>
                                        </p:attrNameLst>
                                      </p:cBhvr>
                                      <p:tavLst>
                                        <p:tav tm="0">
                                          <p:val>
                                            <p:fltVal val="0"/>
                                          </p:val>
                                        </p:tav>
                                        <p:tav tm="100000">
                                          <p:val>
                                            <p:strVal val="#ppt_w"/>
                                          </p:val>
                                        </p:tav>
                                      </p:tavLst>
                                    </p:anim>
                                    <p:anim calcmode="lin" valueType="num">
                                      <p:cBhvr>
                                        <p:cTn id="24" dur="300" fill="hold"/>
                                        <p:tgtEl>
                                          <p:spTgt spid="14"/>
                                        </p:tgtEl>
                                        <p:attrNameLst>
                                          <p:attrName>ppt_h</p:attrName>
                                        </p:attrNameLst>
                                      </p:cBhvr>
                                      <p:tavLst>
                                        <p:tav tm="0">
                                          <p:val>
                                            <p:fltVal val="0"/>
                                          </p:val>
                                        </p:tav>
                                        <p:tav tm="100000">
                                          <p:val>
                                            <p:strVal val="#ppt_h"/>
                                          </p:val>
                                        </p:tav>
                                      </p:tavLst>
                                    </p:anim>
                                    <p:animEffect transition="in" filter="fade">
                                      <p:cBhvr>
                                        <p:cTn id="25" dur="300"/>
                                        <p:tgtEl>
                                          <p:spTgt spid="14"/>
                                        </p:tgtEl>
                                      </p:cBhvr>
                                    </p:animEffect>
                                  </p:childTnLst>
                                </p:cTn>
                              </p:par>
                            </p:childTnLst>
                          </p:cTn>
                        </p:par>
                        <p:par>
                          <p:cTn id="26" fill="hold">
                            <p:stCondLst>
                              <p:cond delay="1100"/>
                            </p:stCondLst>
                            <p:childTnLst>
                              <p:par>
                                <p:cTn id="27" presetID="42" presetClass="entr" presetSubtype="0" fill="hold" nodeType="afterEffect">
                                  <p:stCondLst>
                                    <p:cond delay="0"/>
                                  </p:stCondLst>
                                  <p:childTnLst>
                                    <p:set>
                                      <p:cBhvr>
                                        <p:cTn id="28" dur="1" fill="hold">
                                          <p:stCondLst>
                                            <p:cond delay="0"/>
                                          </p:stCondLst>
                                        </p:cTn>
                                        <p:tgtEl>
                                          <p:spTgt spid="63"/>
                                        </p:tgtEl>
                                        <p:attrNameLst>
                                          <p:attrName>style.visibility</p:attrName>
                                        </p:attrNameLst>
                                      </p:cBhvr>
                                      <p:to>
                                        <p:strVal val="visible"/>
                                      </p:to>
                                    </p:set>
                                    <p:animEffect transition="in" filter="fade">
                                      <p:cBhvr>
                                        <p:cTn id="29" dur="300"/>
                                        <p:tgtEl>
                                          <p:spTgt spid="63"/>
                                        </p:tgtEl>
                                      </p:cBhvr>
                                    </p:animEffect>
                                    <p:anim calcmode="lin" valueType="num">
                                      <p:cBhvr>
                                        <p:cTn id="30" dur="300" fill="hold"/>
                                        <p:tgtEl>
                                          <p:spTgt spid="63"/>
                                        </p:tgtEl>
                                        <p:attrNameLst>
                                          <p:attrName>ppt_x</p:attrName>
                                        </p:attrNameLst>
                                      </p:cBhvr>
                                      <p:tavLst>
                                        <p:tav tm="0">
                                          <p:val>
                                            <p:strVal val="#ppt_x"/>
                                          </p:val>
                                        </p:tav>
                                        <p:tav tm="100000">
                                          <p:val>
                                            <p:strVal val="#ppt_x"/>
                                          </p:val>
                                        </p:tav>
                                      </p:tavLst>
                                    </p:anim>
                                    <p:anim calcmode="lin" valueType="num">
                                      <p:cBhvr>
                                        <p:cTn id="31" dur="300" fill="hold"/>
                                        <p:tgtEl>
                                          <p:spTgt spid="63"/>
                                        </p:tgtEl>
                                        <p:attrNameLst>
                                          <p:attrName>ppt_y</p:attrName>
                                        </p:attrNameLst>
                                      </p:cBhvr>
                                      <p:tavLst>
                                        <p:tav tm="0">
                                          <p:val>
                                            <p:strVal val="#ppt_y+.1"/>
                                          </p:val>
                                        </p:tav>
                                        <p:tav tm="100000">
                                          <p:val>
                                            <p:strVal val="#ppt_y"/>
                                          </p:val>
                                        </p:tav>
                                      </p:tavLst>
                                    </p:anim>
                                  </p:childTnLst>
                                </p:cTn>
                              </p:par>
                            </p:childTnLst>
                          </p:cTn>
                        </p:par>
                        <p:par>
                          <p:cTn id="32" fill="hold">
                            <p:stCondLst>
                              <p:cond delay="1400"/>
                            </p:stCondLst>
                            <p:childTnLst>
                              <p:par>
                                <p:cTn id="33" presetID="53" presetClass="entr" presetSubtype="16" fill="hold" grpId="0" nodeType="afterEffect">
                                  <p:stCondLst>
                                    <p:cond delay="0"/>
                                  </p:stCondLst>
                                  <p:childTnLst>
                                    <p:set>
                                      <p:cBhvr>
                                        <p:cTn id="34" dur="1" fill="hold">
                                          <p:stCondLst>
                                            <p:cond delay="0"/>
                                          </p:stCondLst>
                                        </p:cTn>
                                        <p:tgtEl>
                                          <p:spTgt spid="49"/>
                                        </p:tgtEl>
                                        <p:attrNameLst>
                                          <p:attrName>style.visibility</p:attrName>
                                        </p:attrNameLst>
                                      </p:cBhvr>
                                      <p:to>
                                        <p:strVal val="visible"/>
                                      </p:to>
                                    </p:set>
                                    <p:anim calcmode="lin" valueType="num">
                                      <p:cBhvr>
                                        <p:cTn id="35" dur="300" fill="hold"/>
                                        <p:tgtEl>
                                          <p:spTgt spid="49"/>
                                        </p:tgtEl>
                                        <p:attrNameLst>
                                          <p:attrName>ppt_w</p:attrName>
                                        </p:attrNameLst>
                                      </p:cBhvr>
                                      <p:tavLst>
                                        <p:tav tm="0">
                                          <p:val>
                                            <p:fltVal val="0"/>
                                          </p:val>
                                        </p:tav>
                                        <p:tav tm="100000">
                                          <p:val>
                                            <p:strVal val="#ppt_w"/>
                                          </p:val>
                                        </p:tav>
                                      </p:tavLst>
                                    </p:anim>
                                    <p:anim calcmode="lin" valueType="num">
                                      <p:cBhvr>
                                        <p:cTn id="36" dur="300" fill="hold"/>
                                        <p:tgtEl>
                                          <p:spTgt spid="49"/>
                                        </p:tgtEl>
                                        <p:attrNameLst>
                                          <p:attrName>ppt_h</p:attrName>
                                        </p:attrNameLst>
                                      </p:cBhvr>
                                      <p:tavLst>
                                        <p:tav tm="0">
                                          <p:val>
                                            <p:fltVal val="0"/>
                                          </p:val>
                                        </p:tav>
                                        <p:tav tm="100000">
                                          <p:val>
                                            <p:strVal val="#ppt_h"/>
                                          </p:val>
                                        </p:tav>
                                      </p:tavLst>
                                    </p:anim>
                                    <p:animEffect transition="in" filter="fade">
                                      <p:cBhvr>
                                        <p:cTn id="37" dur="300"/>
                                        <p:tgtEl>
                                          <p:spTgt spid="49"/>
                                        </p:tgtEl>
                                      </p:cBhvr>
                                    </p:animEffect>
                                  </p:childTnLst>
                                </p:cTn>
                              </p:par>
                              <p:par>
                                <p:cTn id="38" presetID="53" presetClass="entr" presetSubtype="16" fill="hold" grpId="0" nodeType="withEffect">
                                  <p:stCondLst>
                                    <p:cond delay="250"/>
                                  </p:stCondLst>
                                  <p:childTnLst>
                                    <p:set>
                                      <p:cBhvr>
                                        <p:cTn id="39" dur="1" fill="hold">
                                          <p:stCondLst>
                                            <p:cond delay="0"/>
                                          </p:stCondLst>
                                        </p:cTn>
                                        <p:tgtEl>
                                          <p:spTgt spid="50"/>
                                        </p:tgtEl>
                                        <p:attrNameLst>
                                          <p:attrName>style.visibility</p:attrName>
                                        </p:attrNameLst>
                                      </p:cBhvr>
                                      <p:to>
                                        <p:strVal val="visible"/>
                                      </p:to>
                                    </p:set>
                                    <p:anim calcmode="lin" valueType="num">
                                      <p:cBhvr>
                                        <p:cTn id="40" dur="300" fill="hold"/>
                                        <p:tgtEl>
                                          <p:spTgt spid="50"/>
                                        </p:tgtEl>
                                        <p:attrNameLst>
                                          <p:attrName>ppt_w</p:attrName>
                                        </p:attrNameLst>
                                      </p:cBhvr>
                                      <p:tavLst>
                                        <p:tav tm="0">
                                          <p:val>
                                            <p:fltVal val="0"/>
                                          </p:val>
                                        </p:tav>
                                        <p:tav tm="100000">
                                          <p:val>
                                            <p:strVal val="#ppt_w"/>
                                          </p:val>
                                        </p:tav>
                                      </p:tavLst>
                                    </p:anim>
                                    <p:anim calcmode="lin" valueType="num">
                                      <p:cBhvr>
                                        <p:cTn id="41" dur="300" fill="hold"/>
                                        <p:tgtEl>
                                          <p:spTgt spid="50"/>
                                        </p:tgtEl>
                                        <p:attrNameLst>
                                          <p:attrName>ppt_h</p:attrName>
                                        </p:attrNameLst>
                                      </p:cBhvr>
                                      <p:tavLst>
                                        <p:tav tm="0">
                                          <p:val>
                                            <p:fltVal val="0"/>
                                          </p:val>
                                        </p:tav>
                                        <p:tav tm="100000">
                                          <p:val>
                                            <p:strVal val="#ppt_h"/>
                                          </p:val>
                                        </p:tav>
                                      </p:tavLst>
                                    </p:anim>
                                    <p:animEffect transition="in" filter="fade">
                                      <p:cBhvr>
                                        <p:cTn id="42" dur="300"/>
                                        <p:tgtEl>
                                          <p:spTgt spid="50"/>
                                        </p:tgtEl>
                                      </p:cBhvr>
                                    </p:animEffect>
                                  </p:childTnLst>
                                </p:cTn>
                              </p:par>
                              <p:par>
                                <p:cTn id="43" presetID="53" presetClass="entr" presetSubtype="16" fill="hold" nodeType="withEffect">
                                  <p:stCondLst>
                                    <p:cond delay="500"/>
                                  </p:stCondLst>
                                  <p:childTnLst>
                                    <p:set>
                                      <p:cBhvr>
                                        <p:cTn id="44" dur="1" fill="hold">
                                          <p:stCondLst>
                                            <p:cond delay="0"/>
                                          </p:stCondLst>
                                        </p:cTn>
                                        <p:tgtEl>
                                          <p:spTgt spid="51"/>
                                        </p:tgtEl>
                                        <p:attrNameLst>
                                          <p:attrName>style.visibility</p:attrName>
                                        </p:attrNameLst>
                                      </p:cBhvr>
                                      <p:to>
                                        <p:strVal val="visible"/>
                                      </p:to>
                                    </p:set>
                                    <p:anim calcmode="lin" valueType="num">
                                      <p:cBhvr>
                                        <p:cTn id="45" dur="300" fill="hold"/>
                                        <p:tgtEl>
                                          <p:spTgt spid="51"/>
                                        </p:tgtEl>
                                        <p:attrNameLst>
                                          <p:attrName>ppt_w</p:attrName>
                                        </p:attrNameLst>
                                      </p:cBhvr>
                                      <p:tavLst>
                                        <p:tav tm="0">
                                          <p:val>
                                            <p:fltVal val="0"/>
                                          </p:val>
                                        </p:tav>
                                        <p:tav tm="100000">
                                          <p:val>
                                            <p:strVal val="#ppt_w"/>
                                          </p:val>
                                        </p:tav>
                                      </p:tavLst>
                                    </p:anim>
                                    <p:anim calcmode="lin" valueType="num">
                                      <p:cBhvr>
                                        <p:cTn id="46" dur="300" fill="hold"/>
                                        <p:tgtEl>
                                          <p:spTgt spid="51"/>
                                        </p:tgtEl>
                                        <p:attrNameLst>
                                          <p:attrName>ppt_h</p:attrName>
                                        </p:attrNameLst>
                                      </p:cBhvr>
                                      <p:tavLst>
                                        <p:tav tm="0">
                                          <p:val>
                                            <p:fltVal val="0"/>
                                          </p:val>
                                        </p:tav>
                                        <p:tav tm="100000">
                                          <p:val>
                                            <p:strVal val="#ppt_h"/>
                                          </p:val>
                                        </p:tav>
                                      </p:tavLst>
                                    </p:anim>
                                    <p:animEffect transition="in" filter="fade">
                                      <p:cBhvr>
                                        <p:cTn id="47" dur="300"/>
                                        <p:tgtEl>
                                          <p:spTgt spid="51"/>
                                        </p:tgtEl>
                                      </p:cBhvr>
                                    </p:animEffect>
                                  </p:childTnLst>
                                </p:cTn>
                              </p:par>
                            </p:childTnLst>
                          </p:cTn>
                        </p:par>
                        <p:par>
                          <p:cTn id="48" fill="hold">
                            <p:stCondLst>
                              <p:cond delay="2200"/>
                            </p:stCondLst>
                            <p:childTnLst>
                              <p:par>
                                <p:cTn id="49" presetID="42" presetClass="entr" presetSubtype="0" fill="hold" nodeType="afterEffect">
                                  <p:stCondLst>
                                    <p:cond delay="0"/>
                                  </p:stCondLst>
                                  <p:childTnLst>
                                    <p:set>
                                      <p:cBhvr>
                                        <p:cTn id="50" dur="1" fill="hold">
                                          <p:stCondLst>
                                            <p:cond delay="0"/>
                                          </p:stCondLst>
                                        </p:cTn>
                                        <p:tgtEl>
                                          <p:spTgt spid="66"/>
                                        </p:tgtEl>
                                        <p:attrNameLst>
                                          <p:attrName>style.visibility</p:attrName>
                                        </p:attrNameLst>
                                      </p:cBhvr>
                                      <p:to>
                                        <p:strVal val="visible"/>
                                      </p:to>
                                    </p:set>
                                    <p:animEffect transition="in" filter="fade">
                                      <p:cBhvr>
                                        <p:cTn id="51" dur="300"/>
                                        <p:tgtEl>
                                          <p:spTgt spid="66"/>
                                        </p:tgtEl>
                                      </p:cBhvr>
                                    </p:animEffect>
                                    <p:anim calcmode="lin" valueType="num">
                                      <p:cBhvr>
                                        <p:cTn id="52" dur="300" fill="hold"/>
                                        <p:tgtEl>
                                          <p:spTgt spid="66"/>
                                        </p:tgtEl>
                                        <p:attrNameLst>
                                          <p:attrName>ppt_x</p:attrName>
                                        </p:attrNameLst>
                                      </p:cBhvr>
                                      <p:tavLst>
                                        <p:tav tm="0">
                                          <p:val>
                                            <p:strVal val="#ppt_x"/>
                                          </p:val>
                                        </p:tav>
                                        <p:tav tm="100000">
                                          <p:val>
                                            <p:strVal val="#ppt_x"/>
                                          </p:val>
                                        </p:tav>
                                      </p:tavLst>
                                    </p:anim>
                                    <p:anim calcmode="lin" valueType="num">
                                      <p:cBhvr>
                                        <p:cTn id="53" dur="300" fill="hold"/>
                                        <p:tgtEl>
                                          <p:spTgt spid="66"/>
                                        </p:tgtEl>
                                        <p:attrNameLst>
                                          <p:attrName>ppt_y</p:attrName>
                                        </p:attrNameLst>
                                      </p:cBhvr>
                                      <p:tavLst>
                                        <p:tav tm="0">
                                          <p:val>
                                            <p:strVal val="#ppt_y+.1"/>
                                          </p:val>
                                        </p:tav>
                                        <p:tav tm="100000">
                                          <p:val>
                                            <p:strVal val="#ppt_y"/>
                                          </p:val>
                                        </p:tav>
                                      </p:tavLst>
                                    </p:anim>
                                  </p:childTnLst>
                                </p:cTn>
                              </p:par>
                            </p:childTnLst>
                          </p:cTn>
                        </p:par>
                        <p:par>
                          <p:cTn id="54" fill="hold">
                            <p:stCondLst>
                              <p:cond delay="2500"/>
                            </p:stCondLst>
                            <p:childTnLst>
                              <p:par>
                                <p:cTn id="55" presetID="53" presetClass="entr" presetSubtype="16" fill="hold" grpId="0" nodeType="afterEffect">
                                  <p:stCondLst>
                                    <p:cond delay="0"/>
                                  </p:stCondLst>
                                  <p:childTnLst>
                                    <p:set>
                                      <p:cBhvr>
                                        <p:cTn id="56" dur="1" fill="hold">
                                          <p:stCondLst>
                                            <p:cond delay="0"/>
                                          </p:stCondLst>
                                        </p:cTn>
                                        <p:tgtEl>
                                          <p:spTgt spid="56"/>
                                        </p:tgtEl>
                                        <p:attrNameLst>
                                          <p:attrName>style.visibility</p:attrName>
                                        </p:attrNameLst>
                                      </p:cBhvr>
                                      <p:to>
                                        <p:strVal val="visible"/>
                                      </p:to>
                                    </p:set>
                                    <p:anim calcmode="lin" valueType="num">
                                      <p:cBhvr>
                                        <p:cTn id="57" dur="300" fill="hold"/>
                                        <p:tgtEl>
                                          <p:spTgt spid="56"/>
                                        </p:tgtEl>
                                        <p:attrNameLst>
                                          <p:attrName>ppt_w</p:attrName>
                                        </p:attrNameLst>
                                      </p:cBhvr>
                                      <p:tavLst>
                                        <p:tav tm="0">
                                          <p:val>
                                            <p:fltVal val="0"/>
                                          </p:val>
                                        </p:tav>
                                        <p:tav tm="100000">
                                          <p:val>
                                            <p:strVal val="#ppt_w"/>
                                          </p:val>
                                        </p:tav>
                                      </p:tavLst>
                                    </p:anim>
                                    <p:anim calcmode="lin" valueType="num">
                                      <p:cBhvr>
                                        <p:cTn id="58" dur="300" fill="hold"/>
                                        <p:tgtEl>
                                          <p:spTgt spid="56"/>
                                        </p:tgtEl>
                                        <p:attrNameLst>
                                          <p:attrName>ppt_h</p:attrName>
                                        </p:attrNameLst>
                                      </p:cBhvr>
                                      <p:tavLst>
                                        <p:tav tm="0">
                                          <p:val>
                                            <p:fltVal val="0"/>
                                          </p:val>
                                        </p:tav>
                                        <p:tav tm="100000">
                                          <p:val>
                                            <p:strVal val="#ppt_h"/>
                                          </p:val>
                                        </p:tav>
                                      </p:tavLst>
                                    </p:anim>
                                    <p:animEffect transition="in" filter="fade">
                                      <p:cBhvr>
                                        <p:cTn id="59" dur="300"/>
                                        <p:tgtEl>
                                          <p:spTgt spid="56"/>
                                        </p:tgtEl>
                                      </p:cBhvr>
                                    </p:animEffect>
                                  </p:childTnLst>
                                </p:cTn>
                              </p:par>
                              <p:par>
                                <p:cTn id="60" presetID="53" presetClass="entr" presetSubtype="16" fill="hold" grpId="0" nodeType="withEffect">
                                  <p:stCondLst>
                                    <p:cond delay="250"/>
                                  </p:stCondLst>
                                  <p:childTnLst>
                                    <p:set>
                                      <p:cBhvr>
                                        <p:cTn id="61" dur="1" fill="hold">
                                          <p:stCondLst>
                                            <p:cond delay="0"/>
                                          </p:stCondLst>
                                        </p:cTn>
                                        <p:tgtEl>
                                          <p:spTgt spid="57"/>
                                        </p:tgtEl>
                                        <p:attrNameLst>
                                          <p:attrName>style.visibility</p:attrName>
                                        </p:attrNameLst>
                                      </p:cBhvr>
                                      <p:to>
                                        <p:strVal val="visible"/>
                                      </p:to>
                                    </p:set>
                                    <p:anim calcmode="lin" valueType="num">
                                      <p:cBhvr>
                                        <p:cTn id="62" dur="300" fill="hold"/>
                                        <p:tgtEl>
                                          <p:spTgt spid="57"/>
                                        </p:tgtEl>
                                        <p:attrNameLst>
                                          <p:attrName>ppt_w</p:attrName>
                                        </p:attrNameLst>
                                      </p:cBhvr>
                                      <p:tavLst>
                                        <p:tav tm="0">
                                          <p:val>
                                            <p:fltVal val="0"/>
                                          </p:val>
                                        </p:tav>
                                        <p:tav tm="100000">
                                          <p:val>
                                            <p:strVal val="#ppt_w"/>
                                          </p:val>
                                        </p:tav>
                                      </p:tavLst>
                                    </p:anim>
                                    <p:anim calcmode="lin" valueType="num">
                                      <p:cBhvr>
                                        <p:cTn id="63" dur="300" fill="hold"/>
                                        <p:tgtEl>
                                          <p:spTgt spid="57"/>
                                        </p:tgtEl>
                                        <p:attrNameLst>
                                          <p:attrName>ppt_h</p:attrName>
                                        </p:attrNameLst>
                                      </p:cBhvr>
                                      <p:tavLst>
                                        <p:tav tm="0">
                                          <p:val>
                                            <p:fltVal val="0"/>
                                          </p:val>
                                        </p:tav>
                                        <p:tav tm="100000">
                                          <p:val>
                                            <p:strVal val="#ppt_h"/>
                                          </p:val>
                                        </p:tav>
                                      </p:tavLst>
                                    </p:anim>
                                    <p:animEffect transition="in" filter="fade">
                                      <p:cBhvr>
                                        <p:cTn id="64" dur="300"/>
                                        <p:tgtEl>
                                          <p:spTgt spid="57"/>
                                        </p:tgtEl>
                                      </p:cBhvr>
                                    </p:animEffect>
                                  </p:childTnLst>
                                </p:cTn>
                              </p:par>
                              <p:par>
                                <p:cTn id="65" presetID="53" presetClass="entr" presetSubtype="16" fill="hold" nodeType="withEffect">
                                  <p:stCondLst>
                                    <p:cond delay="500"/>
                                  </p:stCondLst>
                                  <p:childTnLst>
                                    <p:set>
                                      <p:cBhvr>
                                        <p:cTn id="66" dur="1" fill="hold">
                                          <p:stCondLst>
                                            <p:cond delay="0"/>
                                          </p:stCondLst>
                                        </p:cTn>
                                        <p:tgtEl>
                                          <p:spTgt spid="58"/>
                                        </p:tgtEl>
                                        <p:attrNameLst>
                                          <p:attrName>style.visibility</p:attrName>
                                        </p:attrNameLst>
                                      </p:cBhvr>
                                      <p:to>
                                        <p:strVal val="visible"/>
                                      </p:to>
                                    </p:set>
                                    <p:anim calcmode="lin" valueType="num">
                                      <p:cBhvr>
                                        <p:cTn id="67" dur="300" fill="hold"/>
                                        <p:tgtEl>
                                          <p:spTgt spid="58"/>
                                        </p:tgtEl>
                                        <p:attrNameLst>
                                          <p:attrName>ppt_w</p:attrName>
                                        </p:attrNameLst>
                                      </p:cBhvr>
                                      <p:tavLst>
                                        <p:tav tm="0">
                                          <p:val>
                                            <p:fltVal val="0"/>
                                          </p:val>
                                        </p:tav>
                                        <p:tav tm="100000">
                                          <p:val>
                                            <p:strVal val="#ppt_w"/>
                                          </p:val>
                                        </p:tav>
                                      </p:tavLst>
                                    </p:anim>
                                    <p:anim calcmode="lin" valueType="num">
                                      <p:cBhvr>
                                        <p:cTn id="68" dur="300" fill="hold"/>
                                        <p:tgtEl>
                                          <p:spTgt spid="58"/>
                                        </p:tgtEl>
                                        <p:attrNameLst>
                                          <p:attrName>ppt_h</p:attrName>
                                        </p:attrNameLst>
                                      </p:cBhvr>
                                      <p:tavLst>
                                        <p:tav tm="0">
                                          <p:val>
                                            <p:fltVal val="0"/>
                                          </p:val>
                                        </p:tav>
                                        <p:tav tm="100000">
                                          <p:val>
                                            <p:strVal val="#ppt_h"/>
                                          </p:val>
                                        </p:tav>
                                      </p:tavLst>
                                    </p:anim>
                                    <p:animEffect transition="in" filter="fade">
                                      <p:cBhvr>
                                        <p:cTn id="69" dur="300"/>
                                        <p:tgtEl>
                                          <p:spTgt spid="58"/>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70" restart="whenNotActive" fill="hold" evtFilter="cancelBubble" nodeType="interactiveSeq">
                <p:stCondLst>
                  <p:cond evt="onClick" delay="0">
                    <p:tgtEl>
                      <p:spTgt spid="34"/>
                    </p:tgtEl>
                  </p:cond>
                </p:stCondLst>
                <p:endSync evt="end" delay="0">
                  <p:rtn val="all"/>
                </p:endSync>
                <p:childTnLst>
                  <p:par>
                    <p:cTn id="71" fill="hold">
                      <p:stCondLst>
                        <p:cond delay="0"/>
                      </p:stCondLst>
                      <p:childTnLst>
                        <p:par>
                          <p:cTn id="72" fill="hold">
                            <p:stCondLst>
                              <p:cond delay="0"/>
                            </p:stCondLst>
                            <p:childTnLst>
                              <p:par>
                                <p:cTn id="73" presetID="10" presetClass="exit" presetSubtype="0" fill="hold" nodeType="clickEffect">
                                  <p:stCondLst>
                                    <p:cond delay="0"/>
                                  </p:stCondLst>
                                  <p:childTnLst>
                                    <p:animEffect transition="out" filter="fade">
                                      <p:cBhvr>
                                        <p:cTn id="74" dur="400"/>
                                        <p:tgtEl>
                                          <p:spTgt spid="30"/>
                                        </p:tgtEl>
                                      </p:cBhvr>
                                    </p:animEffect>
                                    <p:set>
                                      <p:cBhvr>
                                        <p:cTn id="75" dur="1" fill="hold">
                                          <p:stCondLst>
                                            <p:cond delay="399"/>
                                          </p:stCondLst>
                                        </p:cTn>
                                        <p:tgtEl>
                                          <p:spTgt spid="30"/>
                                        </p:tgtEl>
                                        <p:attrNameLst>
                                          <p:attrName>style.visibility</p:attrName>
                                        </p:attrNameLst>
                                      </p:cBhvr>
                                      <p:to>
                                        <p:strVal val="hidden"/>
                                      </p:to>
                                    </p:set>
                                  </p:childTnLst>
                                </p:cTn>
                              </p:par>
                            </p:childTnLst>
                          </p:cTn>
                        </p:par>
                        <p:par>
                          <p:cTn id="76" fill="hold">
                            <p:stCondLst>
                              <p:cond delay="400"/>
                            </p:stCondLst>
                            <p:childTnLst>
                              <p:par>
                                <p:cTn id="77" presetID="1" presetClass="exit" presetSubtype="0" fill="hold" nodeType="afterEffect">
                                  <p:stCondLst>
                                    <p:cond delay="0"/>
                                  </p:stCondLst>
                                  <p:childTnLst>
                                    <p:set>
                                      <p:cBhvr>
                                        <p:cTn id="78" dur="1" fill="hold">
                                          <p:stCondLst>
                                            <p:cond delay="0"/>
                                          </p:stCondLst>
                                        </p:cTn>
                                        <p:tgtEl>
                                          <p:spTgt spid="34"/>
                                        </p:tgtEl>
                                        <p:attrNameLst>
                                          <p:attrName>style.visibility</p:attrName>
                                        </p:attrNameLst>
                                      </p:cBhvr>
                                      <p:to>
                                        <p:strVal val="hidden"/>
                                      </p:to>
                                    </p:set>
                                  </p:childTnLst>
                                </p:cTn>
                              </p:par>
                            </p:childTnLst>
                          </p:cTn>
                        </p:par>
                        <p:par>
                          <p:cTn id="79" fill="hold">
                            <p:stCondLst>
                              <p:cond delay="400"/>
                            </p:stCondLst>
                            <p:childTnLst>
                              <p:par>
                                <p:cTn id="80" presetID="53" presetClass="exit" presetSubtype="32" fill="hold" nodeType="afterEffect">
                                  <p:stCondLst>
                                    <p:cond delay="0"/>
                                  </p:stCondLst>
                                  <p:childTnLst>
                                    <p:anim calcmode="lin" valueType="num">
                                      <p:cBhvr>
                                        <p:cTn id="81" dur="250"/>
                                        <p:tgtEl>
                                          <p:spTgt spid="35"/>
                                        </p:tgtEl>
                                        <p:attrNameLst>
                                          <p:attrName>ppt_w</p:attrName>
                                        </p:attrNameLst>
                                      </p:cBhvr>
                                      <p:tavLst>
                                        <p:tav tm="0">
                                          <p:val>
                                            <p:strVal val="ppt_w"/>
                                          </p:val>
                                        </p:tav>
                                        <p:tav tm="100000">
                                          <p:val>
                                            <p:fltVal val="0"/>
                                          </p:val>
                                        </p:tav>
                                      </p:tavLst>
                                    </p:anim>
                                    <p:anim calcmode="lin" valueType="num">
                                      <p:cBhvr>
                                        <p:cTn id="82" dur="250"/>
                                        <p:tgtEl>
                                          <p:spTgt spid="35"/>
                                        </p:tgtEl>
                                        <p:attrNameLst>
                                          <p:attrName>ppt_h</p:attrName>
                                        </p:attrNameLst>
                                      </p:cBhvr>
                                      <p:tavLst>
                                        <p:tav tm="0">
                                          <p:val>
                                            <p:strVal val="ppt_h"/>
                                          </p:val>
                                        </p:tav>
                                        <p:tav tm="100000">
                                          <p:val>
                                            <p:fltVal val="0"/>
                                          </p:val>
                                        </p:tav>
                                      </p:tavLst>
                                    </p:anim>
                                    <p:animEffect transition="out" filter="fade">
                                      <p:cBhvr>
                                        <p:cTn id="83" dur="250"/>
                                        <p:tgtEl>
                                          <p:spTgt spid="35"/>
                                        </p:tgtEl>
                                      </p:cBhvr>
                                    </p:animEffect>
                                    <p:set>
                                      <p:cBhvr>
                                        <p:cTn id="84" dur="1" fill="hold">
                                          <p:stCondLst>
                                            <p:cond delay="249"/>
                                          </p:stCondLst>
                                        </p:cTn>
                                        <p:tgtEl>
                                          <p:spTgt spid="35"/>
                                        </p:tgtEl>
                                        <p:attrNameLst>
                                          <p:attrName>style.visibility</p:attrName>
                                        </p:attrNameLst>
                                      </p:cBhvr>
                                      <p:to>
                                        <p:strVal val="hidden"/>
                                      </p:to>
                                    </p:set>
                                  </p:childTnLst>
                                </p:cTn>
                              </p:par>
                              <p:par>
                                <p:cTn id="85" presetID="53" presetClass="exit" presetSubtype="32" fill="hold" nodeType="withEffect">
                                  <p:stCondLst>
                                    <p:cond delay="0"/>
                                  </p:stCondLst>
                                  <p:childTnLst>
                                    <p:anim calcmode="lin" valueType="num">
                                      <p:cBhvr>
                                        <p:cTn id="86" dur="250"/>
                                        <p:tgtEl>
                                          <p:spTgt spid="41"/>
                                        </p:tgtEl>
                                        <p:attrNameLst>
                                          <p:attrName>ppt_w</p:attrName>
                                        </p:attrNameLst>
                                      </p:cBhvr>
                                      <p:tavLst>
                                        <p:tav tm="0">
                                          <p:val>
                                            <p:strVal val="ppt_w"/>
                                          </p:val>
                                        </p:tav>
                                        <p:tav tm="100000">
                                          <p:val>
                                            <p:fltVal val="0"/>
                                          </p:val>
                                        </p:tav>
                                      </p:tavLst>
                                    </p:anim>
                                    <p:anim calcmode="lin" valueType="num">
                                      <p:cBhvr>
                                        <p:cTn id="87" dur="250"/>
                                        <p:tgtEl>
                                          <p:spTgt spid="41"/>
                                        </p:tgtEl>
                                        <p:attrNameLst>
                                          <p:attrName>ppt_h</p:attrName>
                                        </p:attrNameLst>
                                      </p:cBhvr>
                                      <p:tavLst>
                                        <p:tav tm="0">
                                          <p:val>
                                            <p:strVal val="ppt_h"/>
                                          </p:val>
                                        </p:tav>
                                        <p:tav tm="100000">
                                          <p:val>
                                            <p:fltVal val="0"/>
                                          </p:val>
                                        </p:tav>
                                      </p:tavLst>
                                    </p:anim>
                                    <p:animEffect transition="out" filter="fade">
                                      <p:cBhvr>
                                        <p:cTn id="88" dur="250"/>
                                        <p:tgtEl>
                                          <p:spTgt spid="41"/>
                                        </p:tgtEl>
                                      </p:cBhvr>
                                    </p:animEffect>
                                    <p:set>
                                      <p:cBhvr>
                                        <p:cTn id="89" dur="1" fill="hold">
                                          <p:stCondLst>
                                            <p:cond delay="249"/>
                                          </p:stCondLst>
                                        </p:cTn>
                                        <p:tgtEl>
                                          <p:spTgt spid="41"/>
                                        </p:tgtEl>
                                        <p:attrNameLst>
                                          <p:attrName>style.visibility</p:attrName>
                                        </p:attrNameLst>
                                      </p:cBhvr>
                                      <p:to>
                                        <p:strVal val="hidden"/>
                                      </p:to>
                                    </p:set>
                                  </p:childTnLst>
                                </p:cTn>
                              </p:par>
                              <p:par>
                                <p:cTn id="90" presetID="53" presetClass="exit" presetSubtype="32" fill="hold" nodeType="withEffect">
                                  <p:stCondLst>
                                    <p:cond delay="0"/>
                                  </p:stCondLst>
                                  <p:childTnLst>
                                    <p:anim calcmode="lin" valueType="num">
                                      <p:cBhvr>
                                        <p:cTn id="91" dur="250"/>
                                        <p:tgtEl>
                                          <p:spTgt spid="39"/>
                                        </p:tgtEl>
                                        <p:attrNameLst>
                                          <p:attrName>ppt_w</p:attrName>
                                        </p:attrNameLst>
                                      </p:cBhvr>
                                      <p:tavLst>
                                        <p:tav tm="0">
                                          <p:val>
                                            <p:strVal val="ppt_w"/>
                                          </p:val>
                                        </p:tav>
                                        <p:tav tm="100000">
                                          <p:val>
                                            <p:fltVal val="0"/>
                                          </p:val>
                                        </p:tav>
                                      </p:tavLst>
                                    </p:anim>
                                    <p:anim calcmode="lin" valueType="num">
                                      <p:cBhvr>
                                        <p:cTn id="92" dur="250"/>
                                        <p:tgtEl>
                                          <p:spTgt spid="39"/>
                                        </p:tgtEl>
                                        <p:attrNameLst>
                                          <p:attrName>ppt_h</p:attrName>
                                        </p:attrNameLst>
                                      </p:cBhvr>
                                      <p:tavLst>
                                        <p:tav tm="0">
                                          <p:val>
                                            <p:strVal val="ppt_h"/>
                                          </p:val>
                                        </p:tav>
                                        <p:tav tm="100000">
                                          <p:val>
                                            <p:fltVal val="0"/>
                                          </p:val>
                                        </p:tav>
                                      </p:tavLst>
                                    </p:anim>
                                    <p:animEffect transition="out" filter="fade">
                                      <p:cBhvr>
                                        <p:cTn id="93" dur="250"/>
                                        <p:tgtEl>
                                          <p:spTgt spid="39"/>
                                        </p:tgtEl>
                                      </p:cBhvr>
                                    </p:animEffect>
                                    <p:set>
                                      <p:cBhvr>
                                        <p:cTn id="94" dur="1" fill="hold">
                                          <p:stCondLst>
                                            <p:cond delay="249"/>
                                          </p:stCondLst>
                                        </p:cTn>
                                        <p:tgtEl>
                                          <p:spTgt spid="39"/>
                                        </p:tgtEl>
                                        <p:attrNameLst>
                                          <p:attrName>style.visibility</p:attrName>
                                        </p:attrNameLst>
                                      </p:cBhvr>
                                      <p:to>
                                        <p:strVal val="hidden"/>
                                      </p:to>
                                    </p:set>
                                  </p:childTnLst>
                                </p:cTn>
                              </p:par>
                              <p:par>
                                <p:cTn id="95" presetID="53" presetClass="exit" presetSubtype="32" fill="hold" nodeType="withEffect">
                                  <p:stCondLst>
                                    <p:cond delay="0"/>
                                  </p:stCondLst>
                                  <p:childTnLst>
                                    <p:anim calcmode="lin" valueType="num">
                                      <p:cBhvr>
                                        <p:cTn id="96" dur="250"/>
                                        <p:tgtEl>
                                          <p:spTgt spid="38"/>
                                        </p:tgtEl>
                                        <p:attrNameLst>
                                          <p:attrName>ppt_w</p:attrName>
                                        </p:attrNameLst>
                                      </p:cBhvr>
                                      <p:tavLst>
                                        <p:tav tm="0">
                                          <p:val>
                                            <p:strVal val="ppt_w"/>
                                          </p:val>
                                        </p:tav>
                                        <p:tav tm="100000">
                                          <p:val>
                                            <p:fltVal val="0"/>
                                          </p:val>
                                        </p:tav>
                                      </p:tavLst>
                                    </p:anim>
                                    <p:anim calcmode="lin" valueType="num">
                                      <p:cBhvr>
                                        <p:cTn id="97" dur="250"/>
                                        <p:tgtEl>
                                          <p:spTgt spid="38"/>
                                        </p:tgtEl>
                                        <p:attrNameLst>
                                          <p:attrName>ppt_h</p:attrName>
                                        </p:attrNameLst>
                                      </p:cBhvr>
                                      <p:tavLst>
                                        <p:tav tm="0">
                                          <p:val>
                                            <p:strVal val="ppt_h"/>
                                          </p:val>
                                        </p:tav>
                                        <p:tav tm="100000">
                                          <p:val>
                                            <p:fltVal val="0"/>
                                          </p:val>
                                        </p:tav>
                                      </p:tavLst>
                                    </p:anim>
                                    <p:animEffect transition="out" filter="fade">
                                      <p:cBhvr>
                                        <p:cTn id="98" dur="250"/>
                                        <p:tgtEl>
                                          <p:spTgt spid="38"/>
                                        </p:tgtEl>
                                      </p:cBhvr>
                                    </p:animEffect>
                                    <p:set>
                                      <p:cBhvr>
                                        <p:cTn id="99" dur="1" fill="hold">
                                          <p:stCondLst>
                                            <p:cond delay="249"/>
                                          </p:stCondLst>
                                        </p:cTn>
                                        <p:tgtEl>
                                          <p:spTgt spid="38"/>
                                        </p:tgtEl>
                                        <p:attrNameLst>
                                          <p:attrName>style.visibility</p:attrName>
                                        </p:attrNameLst>
                                      </p:cBhvr>
                                      <p:to>
                                        <p:strVal val="hidden"/>
                                      </p:to>
                                    </p:set>
                                  </p:childTnLst>
                                </p:cTn>
                              </p:par>
                              <p:par>
                                <p:cTn id="100" presetID="53" presetClass="exit" presetSubtype="32" fill="hold" nodeType="withEffect">
                                  <p:stCondLst>
                                    <p:cond delay="0"/>
                                  </p:stCondLst>
                                  <p:childTnLst>
                                    <p:anim calcmode="lin" valueType="num">
                                      <p:cBhvr>
                                        <p:cTn id="101" dur="250"/>
                                        <p:tgtEl>
                                          <p:spTgt spid="36"/>
                                        </p:tgtEl>
                                        <p:attrNameLst>
                                          <p:attrName>ppt_w</p:attrName>
                                        </p:attrNameLst>
                                      </p:cBhvr>
                                      <p:tavLst>
                                        <p:tav tm="0">
                                          <p:val>
                                            <p:strVal val="ppt_w"/>
                                          </p:val>
                                        </p:tav>
                                        <p:tav tm="100000">
                                          <p:val>
                                            <p:fltVal val="0"/>
                                          </p:val>
                                        </p:tav>
                                      </p:tavLst>
                                    </p:anim>
                                    <p:anim calcmode="lin" valueType="num">
                                      <p:cBhvr>
                                        <p:cTn id="102" dur="250"/>
                                        <p:tgtEl>
                                          <p:spTgt spid="36"/>
                                        </p:tgtEl>
                                        <p:attrNameLst>
                                          <p:attrName>ppt_h</p:attrName>
                                        </p:attrNameLst>
                                      </p:cBhvr>
                                      <p:tavLst>
                                        <p:tav tm="0">
                                          <p:val>
                                            <p:strVal val="ppt_h"/>
                                          </p:val>
                                        </p:tav>
                                        <p:tav tm="100000">
                                          <p:val>
                                            <p:fltVal val="0"/>
                                          </p:val>
                                        </p:tav>
                                      </p:tavLst>
                                    </p:anim>
                                    <p:animEffect transition="out" filter="fade">
                                      <p:cBhvr>
                                        <p:cTn id="103" dur="250"/>
                                        <p:tgtEl>
                                          <p:spTgt spid="36"/>
                                        </p:tgtEl>
                                      </p:cBhvr>
                                    </p:animEffect>
                                    <p:set>
                                      <p:cBhvr>
                                        <p:cTn id="104" dur="1" fill="hold">
                                          <p:stCondLst>
                                            <p:cond delay="249"/>
                                          </p:stCondLst>
                                        </p:cTn>
                                        <p:tgtEl>
                                          <p:spTgt spid="36"/>
                                        </p:tgtEl>
                                        <p:attrNameLst>
                                          <p:attrName>style.visibility</p:attrName>
                                        </p:attrNameLst>
                                      </p:cBhvr>
                                      <p:to>
                                        <p:strVal val="hidden"/>
                                      </p:to>
                                    </p:set>
                                  </p:childTnLst>
                                </p:cTn>
                              </p:par>
                              <p:par>
                                <p:cTn id="105" presetID="53" presetClass="exit" presetSubtype="32" fill="hold" nodeType="withEffect">
                                  <p:stCondLst>
                                    <p:cond delay="0"/>
                                  </p:stCondLst>
                                  <p:childTnLst>
                                    <p:anim calcmode="lin" valueType="num">
                                      <p:cBhvr>
                                        <p:cTn id="106" dur="250"/>
                                        <p:tgtEl>
                                          <p:spTgt spid="37"/>
                                        </p:tgtEl>
                                        <p:attrNameLst>
                                          <p:attrName>ppt_w</p:attrName>
                                        </p:attrNameLst>
                                      </p:cBhvr>
                                      <p:tavLst>
                                        <p:tav tm="0">
                                          <p:val>
                                            <p:strVal val="ppt_w"/>
                                          </p:val>
                                        </p:tav>
                                        <p:tav tm="100000">
                                          <p:val>
                                            <p:fltVal val="0"/>
                                          </p:val>
                                        </p:tav>
                                      </p:tavLst>
                                    </p:anim>
                                    <p:anim calcmode="lin" valueType="num">
                                      <p:cBhvr>
                                        <p:cTn id="107" dur="250"/>
                                        <p:tgtEl>
                                          <p:spTgt spid="37"/>
                                        </p:tgtEl>
                                        <p:attrNameLst>
                                          <p:attrName>ppt_h</p:attrName>
                                        </p:attrNameLst>
                                      </p:cBhvr>
                                      <p:tavLst>
                                        <p:tav tm="0">
                                          <p:val>
                                            <p:strVal val="ppt_h"/>
                                          </p:val>
                                        </p:tav>
                                        <p:tav tm="100000">
                                          <p:val>
                                            <p:fltVal val="0"/>
                                          </p:val>
                                        </p:tav>
                                      </p:tavLst>
                                    </p:anim>
                                    <p:animEffect transition="out" filter="fade">
                                      <p:cBhvr>
                                        <p:cTn id="108" dur="250"/>
                                        <p:tgtEl>
                                          <p:spTgt spid="37"/>
                                        </p:tgtEl>
                                      </p:cBhvr>
                                    </p:animEffect>
                                    <p:set>
                                      <p:cBhvr>
                                        <p:cTn id="109" dur="1" fill="hold">
                                          <p:stCondLst>
                                            <p:cond delay="249"/>
                                          </p:stCondLst>
                                        </p:cTn>
                                        <p:tgtEl>
                                          <p:spTgt spid="37"/>
                                        </p:tgtEl>
                                        <p:attrNameLst>
                                          <p:attrName>style.visibility</p:attrName>
                                        </p:attrNameLst>
                                      </p:cBhvr>
                                      <p:to>
                                        <p:strVal val="hidden"/>
                                      </p:to>
                                    </p:set>
                                  </p:childTnLst>
                                </p:cTn>
                              </p:par>
                              <p:par>
                                <p:cTn id="110" presetID="53" presetClass="exit" presetSubtype="32" fill="hold" nodeType="withEffect">
                                  <p:stCondLst>
                                    <p:cond delay="0"/>
                                  </p:stCondLst>
                                  <p:childTnLst>
                                    <p:anim calcmode="lin" valueType="num">
                                      <p:cBhvr>
                                        <p:cTn id="111" dur="250"/>
                                        <p:tgtEl>
                                          <p:spTgt spid="40"/>
                                        </p:tgtEl>
                                        <p:attrNameLst>
                                          <p:attrName>ppt_w</p:attrName>
                                        </p:attrNameLst>
                                      </p:cBhvr>
                                      <p:tavLst>
                                        <p:tav tm="0">
                                          <p:val>
                                            <p:strVal val="ppt_w"/>
                                          </p:val>
                                        </p:tav>
                                        <p:tav tm="100000">
                                          <p:val>
                                            <p:fltVal val="0"/>
                                          </p:val>
                                        </p:tav>
                                      </p:tavLst>
                                    </p:anim>
                                    <p:anim calcmode="lin" valueType="num">
                                      <p:cBhvr>
                                        <p:cTn id="112" dur="250"/>
                                        <p:tgtEl>
                                          <p:spTgt spid="40"/>
                                        </p:tgtEl>
                                        <p:attrNameLst>
                                          <p:attrName>ppt_h</p:attrName>
                                        </p:attrNameLst>
                                      </p:cBhvr>
                                      <p:tavLst>
                                        <p:tav tm="0">
                                          <p:val>
                                            <p:strVal val="ppt_h"/>
                                          </p:val>
                                        </p:tav>
                                        <p:tav tm="100000">
                                          <p:val>
                                            <p:fltVal val="0"/>
                                          </p:val>
                                        </p:tav>
                                      </p:tavLst>
                                    </p:anim>
                                    <p:animEffect transition="out" filter="fade">
                                      <p:cBhvr>
                                        <p:cTn id="113" dur="250"/>
                                        <p:tgtEl>
                                          <p:spTgt spid="40"/>
                                        </p:tgtEl>
                                      </p:cBhvr>
                                    </p:animEffect>
                                    <p:set>
                                      <p:cBhvr>
                                        <p:cTn id="114" dur="1" fill="hold">
                                          <p:stCondLst>
                                            <p:cond delay="249"/>
                                          </p:stCondLst>
                                        </p:cTn>
                                        <p:tgtEl>
                                          <p:spTgt spid="40"/>
                                        </p:tgtEl>
                                        <p:attrNameLst>
                                          <p:attrName>style.visibility</p:attrName>
                                        </p:attrNameLst>
                                      </p:cBhvr>
                                      <p:to>
                                        <p:strVal val="hidden"/>
                                      </p:to>
                                    </p:set>
                                  </p:childTnLst>
                                </p:cTn>
                              </p:par>
                              <p:par>
                                <p:cTn id="115" presetID="53" presetClass="exit" presetSubtype="32" fill="hold" nodeType="withEffect">
                                  <p:stCondLst>
                                    <p:cond delay="0"/>
                                  </p:stCondLst>
                                  <p:childTnLst>
                                    <p:anim calcmode="lin" valueType="num">
                                      <p:cBhvr>
                                        <p:cTn id="116" dur="250"/>
                                        <p:tgtEl>
                                          <p:spTgt spid="42"/>
                                        </p:tgtEl>
                                        <p:attrNameLst>
                                          <p:attrName>ppt_w</p:attrName>
                                        </p:attrNameLst>
                                      </p:cBhvr>
                                      <p:tavLst>
                                        <p:tav tm="0">
                                          <p:val>
                                            <p:strVal val="ppt_w"/>
                                          </p:val>
                                        </p:tav>
                                        <p:tav tm="100000">
                                          <p:val>
                                            <p:fltVal val="0"/>
                                          </p:val>
                                        </p:tav>
                                      </p:tavLst>
                                    </p:anim>
                                    <p:anim calcmode="lin" valueType="num">
                                      <p:cBhvr>
                                        <p:cTn id="117" dur="250"/>
                                        <p:tgtEl>
                                          <p:spTgt spid="42"/>
                                        </p:tgtEl>
                                        <p:attrNameLst>
                                          <p:attrName>ppt_h</p:attrName>
                                        </p:attrNameLst>
                                      </p:cBhvr>
                                      <p:tavLst>
                                        <p:tav tm="0">
                                          <p:val>
                                            <p:strVal val="ppt_h"/>
                                          </p:val>
                                        </p:tav>
                                        <p:tav tm="100000">
                                          <p:val>
                                            <p:fltVal val="0"/>
                                          </p:val>
                                        </p:tav>
                                      </p:tavLst>
                                    </p:anim>
                                    <p:animEffect transition="out" filter="fade">
                                      <p:cBhvr>
                                        <p:cTn id="118" dur="250"/>
                                        <p:tgtEl>
                                          <p:spTgt spid="42"/>
                                        </p:tgtEl>
                                      </p:cBhvr>
                                    </p:animEffect>
                                    <p:set>
                                      <p:cBhvr>
                                        <p:cTn id="119" dur="1" fill="hold">
                                          <p:stCondLst>
                                            <p:cond delay="249"/>
                                          </p:stCondLst>
                                        </p:cTn>
                                        <p:tgtEl>
                                          <p:spTgt spid="42"/>
                                        </p:tgtEl>
                                        <p:attrNameLst>
                                          <p:attrName>style.visibility</p:attrName>
                                        </p:attrNameLst>
                                      </p:cBhvr>
                                      <p:to>
                                        <p:strVal val="hidden"/>
                                      </p:to>
                                    </p:set>
                                  </p:childTnLst>
                                </p:cTn>
                              </p:par>
                            </p:childTnLst>
                          </p:cTn>
                        </p:par>
                        <p:par>
                          <p:cTn id="120" fill="hold">
                            <p:stCondLst>
                              <p:cond delay="650"/>
                            </p:stCondLst>
                            <p:childTnLst>
                              <p:par>
                                <p:cTn id="121" presetID="53" presetClass="exit" presetSubtype="32" fill="hold" grpId="0" nodeType="afterEffect">
                                  <p:stCondLst>
                                    <p:cond delay="0"/>
                                  </p:stCondLst>
                                  <p:childTnLst>
                                    <p:anim calcmode="lin" valueType="num">
                                      <p:cBhvr>
                                        <p:cTn id="122" dur="500"/>
                                        <p:tgtEl>
                                          <p:spTgt spid="24"/>
                                        </p:tgtEl>
                                        <p:attrNameLst>
                                          <p:attrName>ppt_w</p:attrName>
                                        </p:attrNameLst>
                                      </p:cBhvr>
                                      <p:tavLst>
                                        <p:tav tm="0">
                                          <p:val>
                                            <p:strVal val="ppt_w"/>
                                          </p:val>
                                        </p:tav>
                                        <p:tav tm="100000">
                                          <p:val>
                                            <p:fltVal val="0"/>
                                          </p:val>
                                        </p:tav>
                                      </p:tavLst>
                                    </p:anim>
                                    <p:anim calcmode="lin" valueType="num">
                                      <p:cBhvr>
                                        <p:cTn id="123" dur="500"/>
                                        <p:tgtEl>
                                          <p:spTgt spid="24"/>
                                        </p:tgtEl>
                                        <p:attrNameLst>
                                          <p:attrName>ppt_h</p:attrName>
                                        </p:attrNameLst>
                                      </p:cBhvr>
                                      <p:tavLst>
                                        <p:tav tm="0">
                                          <p:val>
                                            <p:strVal val="ppt_h"/>
                                          </p:val>
                                        </p:tav>
                                        <p:tav tm="100000">
                                          <p:val>
                                            <p:fltVal val="0"/>
                                          </p:val>
                                        </p:tav>
                                      </p:tavLst>
                                    </p:anim>
                                    <p:animEffect transition="out" filter="fade">
                                      <p:cBhvr>
                                        <p:cTn id="124" dur="500"/>
                                        <p:tgtEl>
                                          <p:spTgt spid="24"/>
                                        </p:tgtEl>
                                      </p:cBhvr>
                                    </p:animEffect>
                                    <p:set>
                                      <p:cBhvr>
                                        <p:cTn id="125" dur="1" fill="hold">
                                          <p:stCondLst>
                                            <p:cond delay="499"/>
                                          </p:stCondLst>
                                        </p:cTn>
                                        <p:tgtEl>
                                          <p:spTgt spid="24"/>
                                        </p:tgtEl>
                                        <p:attrNameLst>
                                          <p:attrName>style.visibility</p:attrName>
                                        </p:attrNameLst>
                                      </p:cBhvr>
                                      <p:to>
                                        <p:strVal val="hidden"/>
                                      </p:to>
                                    </p:set>
                                  </p:childTnLst>
                                </p:cTn>
                              </p:par>
                            </p:childTnLst>
                          </p:cTn>
                        </p:par>
                        <p:par>
                          <p:cTn id="126" fill="hold">
                            <p:stCondLst>
                              <p:cond delay="1150"/>
                            </p:stCondLst>
                            <p:childTnLst>
                              <p:par>
                                <p:cTn id="127" presetID="1" presetClass="entr" presetSubtype="0" fill="hold" nodeType="afterEffect">
                                  <p:stCondLst>
                                    <p:cond delay="0"/>
                                  </p:stCondLst>
                                  <p:childTnLst>
                                    <p:set>
                                      <p:cBhvr>
                                        <p:cTn id="128" dur="1" fill="hold">
                                          <p:stCondLst>
                                            <p:cond delay="0"/>
                                          </p:stCondLst>
                                        </p:cTn>
                                        <p:tgtEl>
                                          <p:spTgt spid="33"/>
                                        </p:tgtEl>
                                        <p:attrNameLst>
                                          <p:attrName>style.visibility</p:attrName>
                                        </p:attrNameLst>
                                      </p:cBhvr>
                                      <p:to>
                                        <p:strVal val="visible"/>
                                      </p:to>
                                    </p:set>
                                  </p:childTnLst>
                                </p:cTn>
                              </p:par>
                            </p:childTnLst>
                          </p:cTn>
                        </p:par>
                      </p:childTnLst>
                    </p:cTn>
                  </p:par>
                </p:childTnLst>
              </p:cTn>
              <p:nextCondLst>
                <p:cond evt="onClick" delay="0">
                  <p:tgtEl>
                    <p:spTgt spid="34"/>
                  </p:tgtEl>
                </p:cond>
              </p:nextCondLst>
            </p:seq>
          </p:childTnLst>
        </p:cTn>
      </p:par>
    </p:tnLst>
    <p:bldLst>
      <p:bldP spid="12" grpId="0" animBg="1"/>
      <p:bldP spid="13" grpId="0" animBg="1"/>
      <p:bldP spid="24" grpId="0" animBg="1"/>
      <p:bldP spid="49" grpId="0" animBg="1"/>
      <p:bldP spid="50" grpId="0" animBg="1"/>
      <p:bldP spid="56" grpId="0" animBg="1"/>
      <p:bldP spid="57"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tx1">
            <a:lumMod val="85000"/>
            <a:lumOff val="15000"/>
          </a:schemeClr>
        </a:solidFill>
        <a:effectLst/>
      </p:bgPr>
    </p:bg>
    <p:spTree>
      <p:nvGrpSpPr>
        <p:cNvPr id="1" name=""/>
        <p:cNvGrpSpPr/>
        <p:nvPr/>
      </p:nvGrpSpPr>
      <p:grpSpPr>
        <a:xfrm>
          <a:off x="0" y="0"/>
          <a:ext cx="0" cy="0"/>
          <a:chOff x="0" y="0"/>
          <a:chExt cx="0" cy="0"/>
        </a:xfrm>
      </p:grpSpPr>
      <p:sp>
        <p:nvSpPr>
          <p:cNvPr id="2" name="back end circle">
            <a:extLst>
              <a:ext uri="{FF2B5EF4-FFF2-40B4-BE49-F238E27FC236}">
                <a16:creationId xmlns:a16="http://schemas.microsoft.com/office/drawing/2014/main" id="{7261F02A-154B-11A6-063B-DA9FA9E12D42}"/>
              </a:ext>
            </a:extLst>
          </p:cNvPr>
          <p:cNvSpPr/>
          <p:nvPr/>
        </p:nvSpPr>
        <p:spPr>
          <a:xfrm>
            <a:off x="932086" y="2044923"/>
            <a:ext cx="2768154" cy="2768154"/>
          </a:xfrm>
          <a:custGeom>
            <a:avLst/>
            <a:gdLst>
              <a:gd name="connsiteX0" fmla="*/ 1384077 w 2768154"/>
              <a:gd name="connsiteY0" fmla="*/ 727511 h 2768154"/>
              <a:gd name="connsiteX1" fmla="*/ 727511 w 2768154"/>
              <a:gd name="connsiteY1" fmla="*/ 1384077 h 2768154"/>
              <a:gd name="connsiteX2" fmla="*/ 1384077 w 2768154"/>
              <a:gd name="connsiteY2" fmla="*/ 2040643 h 2768154"/>
              <a:gd name="connsiteX3" fmla="*/ 2040643 w 2768154"/>
              <a:gd name="connsiteY3" fmla="*/ 1384077 h 2768154"/>
              <a:gd name="connsiteX4" fmla="*/ 1384077 w 2768154"/>
              <a:gd name="connsiteY4" fmla="*/ 727511 h 2768154"/>
              <a:gd name="connsiteX5" fmla="*/ 1384077 w 2768154"/>
              <a:gd name="connsiteY5" fmla="*/ 0 h 2768154"/>
              <a:gd name="connsiteX6" fmla="*/ 2768154 w 2768154"/>
              <a:gd name="connsiteY6" fmla="*/ 1384077 h 2768154"/>
              <a:gd name="connsiteX7" fmla="*/ 1384077 w 2768154"/>
              <a:gd name="connsiteY7" fmla="*/ 2768154 h 2768154"/>
              <a:gd name="connsiteX8" fmla="*/ 0 w 2768154"/>
              <a:gd name="connsiteY8" fmla="*/ 1384077 h 2768154"/>
              <a:gd name="connsiteX9" fmla="*/ 1384077 w 2768154"/>
              <a:gd name="connsiteY9" fmla="*/ 0 h 27681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768154" h="2768154">
                <a:moveTo>
                  <a:pt x="1384077" y="727511"/>
                </a:moveTo>
                <a:cubicBezTo>
                  <a:pt x="1021466" y="727511"/>
                  <a:pt x="727511" y="1021466"/>
                  <a:pt x="727511" y="1384077"/>
                </a:cubicBezTo>
                <a:cubicBezTo>
                  <a:pt x="727511" y="1746688"/>
                  <a:pt x="1021466" y="2040643"/>
                  <a:pt x="1384077" y="2040643"/>
                </a:cubicBezTo>
                <a:cubicBezTo>
                  <a:pt x="1746688" y="2040643"/>
                  <a:pt x="2040643" y="1746688"/>
                  <a:pt x="2040643" y="1384077"/>
                </a:cubicBezTo>
                <a:cubicBezTo>
                  <a:pt x="2040643" y="1021466"/>
                  <a:pt x="1746688" y="727511"/>
                  <a:pt x="1384077" y="727511"/>
                </a:cubicBezTo>
                <a:close/>
                <a:moveTo>
                  <a:pt x="1384077" y="0"/>
                </a:moveTo>
                <a:cubicBezTo>
                  <a:pt x="2148482" y="0"/>
                  <a:pt x="2768154" y="619672"/>
                  <a:pt x="2768154" y="1384077"/>
                </a:cubicBezTo>
                <a:cubicBezTo>
                  <a:pt x="2768154" y="2148482"/>
                  <a:pt x="2148482" y="2768154"/>
                  <a:pt x="1384077" y="2768154"/>
                </a:cubicBezTo>
                <a:cubicBezTo>
                  <a:pt x="619672" y="2768154"/>
                  <a:pt x="0" y="2148482"/>
                  <a:pt x="0" y="1384077"/>
                </a:cubicBezTo>
                <a:cubicBezTo>
                  <a:pt x="0" y="619672"/>
                  <a:pt x="619672" y="0"/>
                  <a:pt x="1384077" y="0"/>
                </a:cubicBezTo>
                <a:close/>
              </a:path>
            </a:pathLst>
          </a:custGeom>
          <a:solidFill>
            <a:schemeClr val="bg1"/>
          </a:solidFill>
          <a:ln w="28575">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8" name="rotating shape">
            <a:extLst>
              <a:ext uri="{FF2B5EF4-FFF2-40B4-BE49-F238E27FC236}">
                <a16:creationId xmlns:a16="http://schemas.microsoft.com/office/drawing/2014/main" id="{2B906A21-DBB4-5EAA-FEFB-FD56A4E6AEFD}"/>
              </a:ext>
            </a:extLst>
          </p:cNvPr>
          <p:cNvGrpSpPr/>
          <p:nvPr/>
        </p:nvGrpSpPr>
        <p:grpSpPr>
          <a:xfrm rot="16200000">
            <a:off x="541358" y="3057199"/>
            <a:ext cx="3549610" cy="747059"/>
            <a:chOff x="541358" y="3057199"/>
            <a:chExt cx="3549610" cy="747059"/>
          </a:xfrm>
        </p:grpSpPr>
        <p:sp>
          <p:nvSpPr>
            <p:cNvPr id="9" name="Rectangle 8">
              <a:extLst>
                <a:ext uri="{FF2B5EF4-FFF2-40B4-BE49-F238E27FC236}">
                  <a16:creationId xmlns:a16="http://schemas.microsoft.com/office/drawing/2014/main" id="{24B16017-8FC3-10B2-5634-00E236D5FB46}"/>
                </a:ext>
              </a:extLst>
            </p:cNvPr>
            <p:cNvSpPr/>
            <p:nvPr/>
          </p:nvSpPr>
          <p:spPr>
            <a:xfrm>
              <a:off x="805238" y="3057199"/>
              <a:ext cx="3285730" cy="74359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0" name="Oval 9">
              <a:extLst>
                <a:ext uri="{FF2B5EF4-FFF2-40B4-BE49-F238E27FC236}">
                  <a16:creationId xmlns:a16="http://schemas.microsoft.com/office/drawing/2014/main" id="{346D24B6-7EA3-CE14-00BF-56A3FE08458A}"/>
                </a:ext>
              </a:extLst>
            </p:cNvPr>
            <p:cNvSpPr/>
            <p:nvPr/>
          </p:nvSpPr>
          <p:spPr>
            <a:xfrm>
              <a:off x="541358" y="3067579"/>
              <a:ext cx="736679" cy="736679"/>
            </a:xfrm>
            <a:prstGeom prst="ellipse">
              <a:avLst/>
            </a:prstGeom>
            <a:solidFill>
              <a:srgbClr val="EA8F44"/>
            </a:solidFill>
            <a:ln w="57150">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dirty="0">
                <a:ln>
                  <a:noFill/>
                </a:ln>
                <a:solidFill>
                  <a:srgbClr val="EA8F44"/>
                </a:solidFill>
                <a:effectLst/>
                <a:uLnTx/>
                <a:uFillTx/>
                <a:latin typeface="Calibri" panose="020F0502020204030204"/>
                <a:ea typeface="+mn-ea"/>
                <a:cs typeface="+mn-cs"/>
              </a:endParaRPr>
            </a:p>
          </p:txBody>
        </p:sp>
      </p:grpSp>
      <p:pic>
        <p:nvPicPr>
          <p:cNvPr id="11" name="open button" descr="Badge Follow with solid fill">
            <a:extLst>
              <a:ext uri="{FF2B5EF4-FFF2-40B4-BE49-F238E27FC236}">
                <a16:creationId xmlns:a16="http://schemas.microsoft.com/office/drawing/2014/main" id="{74BD4A58-B67A-5F5E-3B92-53D77A615A3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081951" y="3190457"/>
            <a:ext cx="477082" cy="477082"/>
          </a:xfrm>
          <a:prstGeom prst="rect">
            <a:avLst/>
          </a:prstGeom>
        </p:spPr>
      </p:pic>
      <p:pic>
        <p:nvPicPr>
          <p:cNvPr id="12" name="close button" descr="Badge Cross with solid fill">
            <a:extLst>
              <a:ext uri="{FF2B5EF4-FFF2-40B4-BE49-F238E27FC236}">
                <a16:creationId xmlns:a16="http://schemas.microsoft.com/office/drawing/2014/main" id="{FBE692E6-19E1-9DFC-EC19-A554B0D8430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081951" y="3190457"/>
            <a:ext cx="477082" cy="477082"/>
          </a:xfrm>
          <a:prstGeom prst="rect">
            <a:avLst/>
          </a:prstGeom>
        </p:spPr>
      </p:pic>
      <p:pic>
        <p:nvPicPr>
          <p:cNvPr id="13" name="Graphic 12" descr="Home outline">
            <a:hlinkClick r:id="rId6" action="ppaction://hlinksldjump"/>
            <a:extLst>
              <a:ext uri="{FF2B5EF4-FFF2-40B4-BE49-F238E27FC236}">
                <a16:creationId xmlns:a16="http://schemas.microsoft.com/office/drawing/2014/main" id="{CD9CC507-8162-1F4B-A4E3-81215222887E}"/>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58828" y="3169218"/>
            <a:ext cx="474378" cy="474378"/>
          </a:xfrm>
          <a:prstGeom prst="rect">
            <a:avLst/>
          </a:prstGeom>
        </p:spPr>
      </p:pic>
      <p:pic>
        <p:nvPicPr>
          <p:cNvPr id="14" name="Graphic 13" descr="Cycle with people outline">
            <a:hlinkClick r:id="rId9" action="ppaction://hlinksldjump"/>
            <a:extLst>
              <a:ext uri="{FF2B5EF4-FFF2-40B4-BE49-F238E27FC236}">
                <a16:creationId xmlns:a16="http://schemas.microsoft.com/office/drawing/2014/main" id="{96032776-F89C-E496-7375-FC27A142869D}"/>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3127359" y="3163696"/>
            <a:ext cx="453419" cy="479900"/>
          </a:xfrm>
          <a:prstGeom prst="rect">
            <a:avLst/>
          </a:prstGeom>
        </p:spPr>
      </p:pic>
      <p:pic>
        <p:nvPicPr>
          <p:cNvPr id="15" name="Graphic 14" descr="Work from home desk outline">
            <a:hlinkClick r:id="rId12" action="ppaction://hlinksldjump"/>
            <a:extLst>
              <a:ext uri="{FF2B5EF4-FFF2-40B4-BE49-F238E27FC236}">
                <a16:creationId xmlns:a16="http://schemas.microsoft.com/office/drawing/2014/main" id="{F460EE8B-F8BC-E013-3071-654960D815A1}"/>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2868368" y="3909287"/>
            <a:ext cx="382789" cy="459722"/>
          </a:xfrm>
          <a:prstGeom prst="rect">
            <a:avLst/>
          </a:prstGeom>
        </p:spPr>
      </p:pic>
      <p:pic>
        <p:nvPicPr>
          <p:cNvPr id="16" name="Graphic 15" descr="Questions outline">
            <a:hlinkClick r:id="rId15" action="ppaction://hlinksldjump"/>
            <a:extLst>
              <a:ext uri="{FF2B5EF4-FFF2-40B4-BE49-F238E27FC236}">
                <a16:creationId xmlns:a16="http://schemas.microsoft.com/office/drawing/2014/main" id="{6744C491-93A3-FC91-8D98-30E4D2B5219B}"/>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2873979" y="2447141"/>
            <a:ext cx="415392" cy="416600"/>
          </a:xfrm>
          <a:prstGeom prst="rect">
            <a:avLst/>
          </a:prstGeom>
        </p:spPr>
      </p:pic>
      <p:pic>
        <p:nvPicPr>
          <p:cNvPr id="17" name="Graphic 16" descr="Gauge outline">
            <a:hlinkClick r:id="rId18" action="ppaction://hlinksldjump"/>
            <a:extLst>
              <a:ext uri="{FF2B5EF4-FFF2-40B4-BE49-F238E27FC236}">
                <a16:creationId xmlns:a16="http://schemas.microsoft.com/office/drawing/2014/main" id="{9CB92FDE-DCAD-0C60-C4B4-33CC4372289E}"/>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2113313" y="2160841"/>
            <a:ext cx="435179" cy="474629"/>
          </a:xfrm>
          <a:prstGeom prst="rect">
            <a:avLst/>
          </a:prstGeom>
        </p:spPr>
      </p:pic>
      <p:pic>
        <p:nvPicPr>
          <p:cNvPr id="18" name="Graphic 17" descr="Building Brick Wall outline">
            <a:hlinkClick r:id="rId21" action="ppaction://hlinksldjump"/>
            <a:extLst>
              <a:ext uri="{FF2B5EF4-FFF2-40B4-BE49-F238E27FC236}">
                <a16:creationId xmlns:a16="http://schemas.microsoft.com/office/drawing/2014/main" id="{0BB988BB-2351-92A9-F33D-A1197BAB02B7}"/>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2096843" y="4578136"/>
            <a:ext cx="435179" cy="459722"/>
          </a:xfrm>
          <a:prstGeom prst="rect">
            <a:avLst/>
          </a:prstGeom>
        </p:spPr>
      </p:pic>
      <p:pic>
        <p:nvPicPr>
          <p:cNvPr id="19" name="Graphic 18" descr="Clipboard outline">
            <a:hlinkClick r:id="rId24" action="ppaction://hlinksldjump"/>
            <a:extLst>
              <a:ext uri="{FF2B5EF4-FFF2-40B4-BE49-F238E27FC236}">
                <a16:creationId xmlns:a16="http://schemas.microsoft.com/office/drawing/2014/main" id="{63751E56-CA99-5B01-E170-CD4C7924B0D8}"/>
              </a:ext>
            </a:extLst>
          </p:cNvPr>
          <p:cNvPicPr>
            <a:picLocks noChangeAspect="1"/>
          </p:cNvPicPr>
          <p:nvPr/>
        </p:nvPicPr>
        <p:blipFill>
          <a:blip r:embed="rId25">
            <a:extLst>
              <a:ext uri="{28A0092B-C50C-407E-A947-70E740481C1C}">
                <a14:useLocalDpi xmlns:a14="http://schemas.microsoft.com/office/drawing/2010/main" val="0"/>
              </a:ext>
              <a:ext uri="{96DAC541-7B7A-43D3-8B79-37D633B846F1}">
                <asvg:svgBlip xmlns:asvg="http://schemas.microsoft.com/office/drawing/2016/SVG/main" r:embed="rId26"/>
              </a:ext>
            </a:extLst>
          </a:blip>
          <a:stretch>
            <a:fillRect/>
          </a:stretch>
        </p:blipFill>
        <p:spPr>
          <a:xfrm>
            <a:off x="1358475" y="2501189"/>
            <a:ext cx="452264" cy="452264"/>
          </a:xfrm>
          <a:prstGeom prst="rect">
            <a:avLst/>
          </a:prstGeom>
        </p:spPr>
      </p:pic>
      <p:pic>
        <p:nvPicPr>
          <p:cNvPr id="20" name="Graphic 19" descr="Rollercoaster Down outline">
            <a:hlinkClick r:id="rId27" action="ppaction://hlinksldjump"/>
            <a:extLst>
              <a:ext uri="{FF2B5EF4-FFF2-40B4-BE49-F238E27FC236}">
                <a16:creationId xmlns:a16="http://schemas.microsoft.com/office/drawing/2014/main" id="{37CA7286-B8ED-67DB-6BE1-656C5545BF7E}"/>
              </a:ext>
            </a:extLst>
          </p:cNvPr>
          <p:cNvPicPr>
            <a:picLocks noChangeAspect="1"/>
          </p:cNvPicPr>
          <p:nvPr/>
        </p:nvPicPr>
        <p:blipFill>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tretch>
            <a:fillRect/>
          </a:stretch>
        </p:blipFill>
        <p:spPr>
          <a:xfrm>
            <a:off x="1360369" y="3939632"/>
            <a:ext cx="439194" cy="445170"/>
          </a:xfrm>
          <a:prstGeom prst="rect">
            <a:avLst/>
          </a:prstGeom>
        </p:spPr>
      </p:pic>
      <p:sp>
        <p:nvSpPr>
          <p:cNvPr id="21" name="TextBox 20">
            <a:extLst>
              <a:ext uri="{FF2B5EF4-FFF2-40B4-BE49-F238E27FC236}">
                <a16:creationId xmlns:a16="http://schemas.microsoft.com/office/drawing/2014/main" id="{F4516B49-3A83-5FE2-FF6C-6140A2B238A7}"/>
              </a:ext>
            </a:extLst>
          </p:cNvPr>
          <p:cNvSpPr txBox="1"/>
          <p:nvPr/>
        </p:nvSpPr>
        <p:spPr>
          <a:xfrm>
            <a:off x="5085234" y="844594"/>
            <a:ext cx="5865583" cy="120032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200" b="0" i="0" u="none" strike="noStrike" kern="1200" cap="none" spc="0" normalizeH="0" baseline="0" noProof="0" dirty="0">
                <a:ln>
                  <a:noFill/>
                </a:ln>
                <a:solidFill>
                  <a:srgbClr val="EA8F44"/>
                </a:solidFill>
                <a:effectLst/>
                <a:uLnTx/>
                <a:uFillTx/>
                <a:latin typeface="Berlin Sans FB Demi" panose="020E0802020502020306" pitchFamily="34" charset="0"/>
                <a:ea typeface="ADLaM Display" panose="02010000000000000000" pitchFamily="2" charset="0"/>
                <a:cs typeface="ADLaM Display" panose="02010000000000000000" pitchFamily="2" charset="0"/>
              </a:rPr>
              <a:t>Heading Nr 6</a:t>
            </a:r>
            <a:endParaRPr kumimoji="0" lang="ru-RU" sz="7200" b="0" i="0" u="none" strike="noStrike" kern="1200" cap="none" spc="0" normalizeH="0" baseline="0" noProof="0" dirty="0">
              <a:ln>
                <a:noFill/>
              </a:ln>
              <a:solidFill>
                <a:srgbClr val="EA8F44"/>
              </a:solidFill>
              <a:effectLst/>
              <a:uLnTx/>
              <a:uFillTx/>
              <a:latin typeface="Calibri" panose="020F0502020204030204"/>
              <a:ea typeface="ADLaM Display" panose="02010000000000000000" pitchFamily="2" charset="0"/>
              <a:cs typeface="ADLaM Display" panose="02010000000000000000" pitchFamily="2" charset="0"/>
            </a:endParaRPr>
          </a:p>
        </p:txBody>
      </p:sp>
      <p:sp>
        <p:nvSpPr>
          <p:cNvPr id="23" name="Rectangle 22">
            <a:extLst>
              <a:ext uri="{FF2B5EF4-FFF2-40B4-BE49-F238E27FC236}">
                <a16:creationId xmlns:a16="http://schemas.microsoft.com/office/drawing/2014/main" id="{2AEABD8F-6267-DA17-9590-F1B3B4C5D07D}"/>
              </a:ext>
            </a:extLst>
          </p:cNvPr>
          <p:cNvSpPr/>
          <p:nvPr/>
        </p:nvSpPr>
        <p:spPr>
          <a:xfrm>
            <a:off x="4895850" y="1980450"/>
            <a:ext cx="6003088" cy="64472"/>
          </a:xfrm>
          <a:prstGeom prst="rect">
            <a:avLst/>
          </a:prstGeom>
          <a:solidFill>
            <a:srgbClr val="EA8F4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00B050"/>
              </a:solidFill>
              <a:effectLst/>
              <a:uLnTx/>
              <a:uFillTx/>
              <a:latin typeface="Calibri" panose="020F0502020204030204"/>
              <a:ea typeface="+mn-ea"/>
              <a:cs typeface="+mn-cs"/>
            </a:endParaRPr>
          </a:p>
        </p:txBody>
      </p:sp>
      <p:grpSp>
        <p:nvGrpSpPr>
          <p:cNvPr id="4" name="Group 3">
            <a:extLst>
              <a:ext uri="{FF2B5EF4-FFF2-40B4-BE49-F238E27FC236}">
                <a16:creationId xmlns:a16="http://schemas.microsoft.com/office/drawing/2014/main" id="{5A4DE13A-4BF8-A84E-99C1-E96FDD5BAC69}"/>
              </a:ext>
            </a:extLst>
          </p:cNvPr>
          <p:cNvGrpSpPr/>
          <p:nvPr/>
        </p:nvGrpSpPr>
        <p:grpSpPr>
          <a:xfrm>
            <a:off x="4720752" y="3643596"/>
            <a:ext cx="2261288" cy="2261288"/>
            <a:chOff x="4328982" y="2168610"/>
            <a:chExt cx="2261288" cy="2261288"/>
          </a:xfrm>
        </p:grpSpPr>
        <p:sp>
          <p:nvSpPr>
            <p:cNvPr id="5" name="Circle: Hollow 4">
              <a:extLst>
                <a:ext uri="{FF2B5EF4-FFF2-40B4-BE49-F238E27FC236}">
                  <a16:creationId xmlns:a16="http://schemas.microsoft.com/office/drawing/2014/main" id="{71012E8C-1EA6-F388-141A-F583F20A8F7A}"/>
                </a:ext>
              </a:extLst>
            </p:cNvPr>
            <p:cNvSpPr/>
            <p:nvPr/>
          </p:nvSpPr>
          <p:spPr>
            <a:xfrm>
              <a:off x="4328982" y="2168610"/>
              <a:ext cx="2261288" cy="2261288"/>
            </a:xfrm>
            <a:prstGeom prst="donut">
              <a:avLst>
                <a:gd name="adj" fmla="val 10277"/>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Light" panose="020F0302020204030204"/>
                <a:ea typeface="+mn-ea"/>
                <a:cs typeface="+mn-cs"/>
              </a:endParaRPr>
            </a:p>
          </p:txBody>
        </p:sp>
        <p:sp>
          <p:nvSpPr>
            <p:cNvPr id="6" name="Freeform: Shape 5">
              <a:extLst>
                <a:ext uri="{FF2B5EF4-FFF2-40B4-BE49-F238E27FC236}">
                  <a16:creationId xmlns:a16="http://schemas.microsoft.com/office/drawing/2014/main" id="{D2549A23-2610-DE5B-AD98-53A51DEAE8FD}"/>
                </a:ext>
              </a:extLst>
            </p:cNvPr>
            <p:cNvSpPr/>
            <p:nvPr/>
          </p:nvSpPr>
          <p:spPr>
            <a:xfrm>
              <a:off x="4328982" y="3299254"/>
              <a:ext cx="2261288" cy="1130644"/>
            </a:xfrm>
            <a:custGeom>
              <a:avLst/>
              <a:gdLst>
                <a:gd name="connsiteX0" fmla="*/ 0 w 2261288"/>
                <a:gd name="connsiteY0" fmla="*/ 0 h 1130644"/>
                <a:gd name="connsiteX1" fmla="*/ 232393 w 2261288"/>
                <a:gd name="connsiteY1" fmla="*/ 0 h 1130644"/>
                <a:gd name="connsiteX2" fmla="*/ 1130644 w 2261288"/>
                <a:gd name="connsiteY2" fmla="*/ 898251 h 1130644"/>
                <a:gd name="connsiteX3" fmla="*/ 2028895 w 2261288"/>
                <a:gd name="connsiteY3" fmla="*/ 0 h 1130644"/>
                <a:gd name="connsiteX4" fmla="*/ 2261288 w 2261288"/>
                <a:gd name="connsiteY4" fmla="*/ 0 h 1130644"/>
                <a:gd name="connsiteX5" fmla="*/ 1130644 w 2261288"/>
                <a:gd name="connsiteY5" fmla="*/ 1130644 h 1130644"/>
                <a:gd name="connsiteX6" fmla="*/ 0 w 2261288"/>
                <a:gd name="connsiteY6" fmla="*/ 0 h 11306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61288" h="1130644">
                  <a:moveTo>
                    <a:pt x="0" y="0"/>
                  </a:moveTo>
                  <a:lnTo>
                    <a:pt x="232393" y="0"/>
                  </a:lnTo>
                  <a:cubicBezTo>
                    <a:pt x="232393" y="496090"/>
                    <a:pt x="634554" y="898251"/>
                    <a:pt x="1130644" y="898251"/>
                  </a:cubicBezTo>
                  <a:cubicBezTo>
                    <a:pt x="1626734" y="898251"/>
                    <a:pt x="2028895" y="496090"/>
                    <a:pt x="2028895" y="0"/>
                  </a:cubicBezTo>
                  <a:lnTo>
                    <a:pt x="2261288" y="0"/>
                  </a:lnTo>
                  <a:cubicBezTo>
                    <a:pt x="2261288" y="624437"/>
                    <a:pt x="1755081" y="1130644"/>
                    <a:pt x="1130644" y="1130644"/>
                  </a:cubicBezTo>
                  <a:cubicBezTo>
                    <a:pt x="506207" y="1130644"/>
                    <a:pt x="0" y="624437"/>
                    <a:pt x="0" y="0"/>
                  </a:cubicBezTo>
                  <a:close/>
                </a:path>
              </a:pathLst>
            </a:custGeom>
            <a:solidFill>
              <a:srgbClr val="EA8F4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Light" panose="020F0302020204030204"/>
                <a:ea typeface="+mn-ea"/>
                <a:cs typeface="+mn-cs"/>
              </a:endParaRPr>
            </a:p>
          </p:txBody>
        </p:sp>
      </p:grpSp>
      <p:sp>
        <p:nvSpPr>
          <p:cNvPr id="7" name="Rectangle 6">
            <a:extLst>
              <a:ext uri="{FF2B5EF4-FFF2-40B4-BE49-F238E27FC236}">
                <a16:creationId xmlns:a16="http://schemas.microsoft.com/office/drawing/2014/main" id="{EE1980FE-831F-E4F0-96D2-AF2702084D92}"/>
              </a:ext>
            </a:extLst>
          </p:cNvPr>
          <p:cNvSpPr/>
          <p:nvPr/>
        </p:nvSpPr>
        <p:spPr>
          <a:xfrm>
            <a:off x="4405653" y="4761642"/>
            <a:ext cx="2891481" cy="134688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panose="020F0302020204030204"/>
              <a:ea typeface="+mn-ea"/>
              <a:cs typeface="+mn-cs"/>
            </a:endParaRPr>
          </a:p>
        </p:txBody>
      </p:sp>
      <p:grpSp>
        <p:nvGrpSpPr>
          <p:cNvPr id="28" name="Group 27">
            <a:extLst>
              <a:ext uri="{FF2B5EF4-FFF2-40B4-BE49-F238E27FC236}">
                <a16:creationId xmlns:a16="http://schemas.microsoft.com/office/drawing/2014/main" id="{51902493-D908-0201-57AD-3862ED3F5068}"/>
              </a:ext>
            </a:extLst>
          </p:cNvPr>
          <p:cNvGrpSpPr/>
          <p:nvPr/>
        </p:nvGrpSpPr>
        <p:grpSpPr>
          <a:xfrm>
            <a:off x="8420007" y="3643596"/>
            <a:ext cx="2261288" cy="2261288"/>
            <a:chOff x="4328982" y="2168610"/>
            <a:chExt cx="2261288" cy="2261288"/>
          </a:xfrm>
        </p:grpSpPr>
        <p:sp>
          <p:nvSpPr>
            <p:cNvPr id="29" name="Circle: Hollow 28">
              <a:extLst>
                <a:ext uri="{FF2B5EF4-FFF2-40B4-BE49-F238E27FC236}">
                  <a16:creationId xmlns:a16="http://schemas.microsoft.com/office/drawing/2014/main" id="{04294AC4-CF06-0B35-4F8E-8D632463AA22}"/>
                </a:ext>
              </a:extLst>
            </p:cNvPr>
            <p:cNvSpPr/>
            <p:nvPr/>
          </p:nvSpPr>
          <p:spPr>
            <a:xfrm>
              <a:off x="4328982" y="2168610"/>
              <a:ext cx="2261288" cy="2261288"/>
            </a:xfrm>
            <a:prstGeom prst="donut">
              <a:avLst>
                <a:gd name="adj" fmla="val 10277"/>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Light" panose="020F0302020204030204"/>
                <a:ea typeface="+mn-ea"/>
                <a:cs typeface="+mn-cs"/>
              </a:endParaRPr>
            </a:p>
          </p:txBody>
        </p:sp>
        <p:sp>
          <p:nvSpPr>
            <p:cNvPr id="30" name="Freeform: Shape 29">
              <a:extLst>
                <a:ext uri="{FF2B5EF4-FFF2-40B4-BE49-F238E27FC236}">
                  <a16:creationId xmlns:a16="http://schemas.microsoft.com/office/drawing/2014/main" id="{526CE2C8-D359-1D83-DEAD-30B567ABCB9E}"/>
                </a:ext>
              </a:extLst>
            </p:cNvPr>
            <p:cNvSpPr/>
            <p:nvPr/>
          </p:nvSpPr>
          <p:spPr>
            <a:xfrm>
              <a:off x="4328982" y="3299254"/>
              <a:ext cx="2261288" cy="1130644"/>
            </a:xfrm>
            <a:custGeom>
              <a:avLst/>
              <a:gdLst>
                <a:gd name="connsiteX0" fmla="*/ 0 w 2261288"/>
                <a:gd name="connsiteY0" fmla="*/ 0 h 1130644"/>
                <a:gd name="connsiteX1" fmla="*/ 232393 w 2261288"/>
                <a:gd name="connsiteY1" fmla="*/ 0 h 1130644"/>
                <a:gd name="connsiteX2" fmla="*/ 1130644 w 2261288"/>
                <a:gd name="connsiteY2" fmla="*/ 898251 h 1130644"/>
                <a:gd name="connsiteX3" fmla="*/ 2028895 w 2261288"/>
                <a:gd name="connsiteY3" fmla="*/ 0 h 1130644"/>
                <a:gd name="connsiteX4" fmla="*/ 2261288 w 2261288"/>
                <a:gd name="connsiteY4" fmla="*/ 0 h 1130644"/>
                <a:gd name="connsiteX5" fmla="*/ 1130644 w 2261288"/>
                <a:gd name="connsiteY5" fmla="*/ 1130644 h 1130644"/>
                <a:gd name="connsiteX6" fmla="*/ 0 w 2261288"/>
                <a:gd name="connsiteY6" fmla="*/ 0 h 11306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61288" h="1130644">
                  <a:moveTo>
                    <a:pt x="0" y="0"/>
                  </a:moveTo>
                  <a:lnTo>
                    <a:pt x="232393" y="0"/>
                  </a:lnTo>
                  <a:cubicBezTo>
                    <a:pt x="232393" y="496090"/>
                    <a:pt x="634554" y="898251"/>
                    <a:pt x="1130644" y="898251"/>
                  </a:cubicBezTo>
                  <a:cubicBezTo>
                    <a:pt x="1626734" y="898251"/>
                    <a:pt x="2028895" y="496090"/>
                    <a:pt x="2028895" y="0"/>
                  </a:cubicBezTo>
                  <a:lnTo>
                    <a:pt x="2261288" y="0"/>
                  </a:lnTo>
                  <a:cubicBezTo>
                    <a:pt x="2261288" y="624437"/>
                    <a:pt x="1755081" y="1130644"/>
                    <a:pt x="1130644" y="1130644"/>
                  </a:cubicBezTo>
                  <a:cubicBezTo>
                    <a:pt x="506207" y="1130644"/>
                    <a:pt x="0" y="624437"/>
                    <a:pt x="0" y="0"/>
                  </a:cubicBezTo>
                  <a:close/>
                </a:path>
              </a:pathLst>
            </a:custGeom>
            <a:solidFill>
              <a:srgbClr val="EA8F4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Light" panose="020F0302020204030204"/>
                <a:ea typeface="+mn-ea"/>
                <a:cs typeface="+mn-cs"/>
              </a:endParaRPr>
            </a:p>
          </p:txBody>
        </p:sp>
      </p:grpSp>
      <p:sp>
        <p:nvSpPr>
          <p:cNvPr id="31" name="Rectangle 30">
            <a:extLst>
              <a:ext uri="{FF2B5EF4-FFF2-40B4-BE49-F238E27FC236}">
                <a16:creationId xmlns:a16="http://schemas.microsoft.com/office/drawing/2014/main" id="{94AE9A8A-6C06-747E-648F-EF77AF34BA6B}"/>
              </a:ext>
            </a:extLst>
          </p:cNvPr>
          <p:cNvSpPr/>
          <p:nvPr/>
        </p:nvSpPr>
        <p:spPr>
          <a:xfrm>
            <a:off x="8104908" y="4761642"/>
            <a:ext cx="2891481" cy="134688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panose="020F0302020204030204"/>
              <a:ea typeface="+mn-ea"/>
              <a:cs typeface="+mn-cs"/>
            </a:endParaRPr>
          </a:p>
        </p:txBody>
      </p:sp>
      <p:grpSp>
        <p:nvGrpSpPr>
          <p:cNvPr id="32" name="Group 31">
            <a:extLst>
              <a:ext uri="{FF2B5EF4-FFF2-40B4-BE49-F238E27FC236}">
                <a16:creationId xmlns:a16="http://schemas.microsoft.com/office/drawing/2014/main" id="{76D9028B-BDEC-B1A7-4750-D30A08AE7806}"/>
              </a:ext>
            </a:extLst>
          </p:cNvPr>
          <p:cNvGrpSpPr/>
          <p:nvPr/>
        </p:nvGrpSpPr>
        <p:grpSpPr>
          <a:xfrm>
            <a:off x="7701021" y="4451074"/>
            <a:ext cx="3699257" cy="1384121"/>
            <a:chOff x="-120791" y="3105834"/>
            <a:chExt cx="3699257" cy="1384121"/>
          </a:xfrm>
        </p:grpSpPr>
        <p:sp>
          <p:nvSpPr>
            <p:cNvPr id="33" name="TextBox 32">
              <a:extLst>
                <a:ext uri="{FF2B5EF4-FFF2-40B4-BE49-F238E27FC236}">
                  <a16:creationId xmlns:a16="http://schemas.microsoft.com/office/drawing/2014/main" id="{46387196-0096-7138-22DC-E58F4B2E0D08}"/>
                </a:ext>
              </a:extLst>
            </p:cNvPr>
            <p:cNvSpPr txBox="1"/>
            <p:nvPr/>
          </p:nvSpPr>
          <p:spPr>
            <a:xfrm>
              <a:off x="1152714" y="3105834"/>
              <a:ext cx="1210305"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EA8F44"/>
                  </a:solidFill>
                  <a:effectLst/>
                  <a:uLnTx/>
                  <a:uFillTx/>
                  <a:latin typeface="Calibri Light" panose="020F0302020204030204"/>
                  <a:ea typeface="+mn-ea"/>
                  <a:cs typeface="+mn-cs"/>
                </a:rPr>
                <a:t>69%</a:t>
              </a:r>
            </a:p>
          </p:txBody>
        </p:sp>
        <p:sp>
          <p:nvSpPr>
            <p:cNvPr id="34" name="TextBox 33">
              <a:extLst>
                <a:ext uri="{FF2B5EF4-FFF2-40B4-BE49-F238E27FC236}">
                  <a16:creationId xmlns:a16="http://schemas.microsoft.com/office/drawing/2014/main" id="{4BE7E72D-99E7-221A-5E4F-ECF21FA2DE67}"/>
                </a:ext>
              </a:extLst>
            </p:cNvPr>
            <p:cNvSpPr txBox="1"/>
            <p:nvPr/>
          </p:nvSpPr>
          <p:spPr>
            <a:xfrm>
              <a:off x="-68794" y="3655299"/>
              <a:ext cx="3600450"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Bahnschrift SemiLight" panose="020B0502040204020203" pitchFamily="34" charset="0"/>
                  <a:ea typeface="+mn-ea"/>
                  <a:cs typeface="+mn-cs"/>
                </a:rPr>
                <a:t>Add Your Text Here</a:t>
              </a:r>
            </a:p>
          </p:txBody>
        </p:sp>
        <p:sp>
          <p:nvSpPr>
            <p:cNvPr id="35" name="TextBox 34">
              <a:extLst>
                <a:ext uri="{FF2B5EF4-FFF2-40B4-BE49-F238E27FC236}">
                  <a16:creationId xmlns:a16="http://schemas.microsoft.com/office/drawing/2014/main" id="{0C1BC5BA-055C-85AA-9082-F97A68BCAF8A}"/>
                </a:ext>
              </a:extLst>
            </p:cNvPr>
            <p:cNvSpPr txBox="1"/>
            <p:nvPr/>
          </p:nvSpPr>
          <p:spPr>
            <a:xfrm>
              <a:off x="-120791" y="4089845"/>
              <a:ext cx="3699257"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white"/>
                  </a:solidFill>
                  <a:effectLst/>
                  <a:uLnTx/>
                  <a:uFillTx/>
                  <a:latin typeface="Calibri Light" panose="020F0302020204030204"/>
                  <a:ea typeface="+mn-ea"/>
                  <a:cs typeface="+mn-cs"/>
                </a:rPr>
                <a:t>Here You Should Add Some Text</a:t>
              </a:r>
            </a:p>
          </p:txBody>
        </p:sp>
      </p:grpSp>
      <p:grpSp>
        <p:nvGrpSpPr>
          <p:cNvPr id="24" name="Group 23">
            <a:extLst>
              <a:ext uri="{FF2B5EF4-FFF2-40B4-BE49-F238E27FC236}">
                <a16:creationId xmlns:a16="http://schemas.microsoft.com/office/drawing/2014/main" id="{469819DC-9E28-2ED9-F4C6-0C7FB980B6B5}"/>
              </a:ext>
            </a:extLst>
          </p:cNvPr>
          <p:cNvGrpSpPr/>
          <p:nvPr/>
        </p:nvGrpSpPr>
        <p:grpSpPr>
          <a:xfrm>
            <a:off x="4001766" y="4451074"/>
            <a:ext cx="3699257" cy="1384121"/>
            <a:chOff x="-120791" y="3105834"/>
            <a:chExt cx="3699257" cy="1384121"/>
          </a:xfrm>
        </p:grpSpPr>
        <p:sp>
          <p:nvSpPr>
            <p:cNvPr id="25" name="TextBox 24">
              <a:extLst>
                <a:ext uri="{FF2B5EF4-FFF2-40B4-BE49-F238E27FC236}">
                  <a16:creationId xmlns:a16="http://schemas.microsoft.com/office/drawing/2014/main" id="{D395D8C7-511A-CE90-A158-D3BD5D196BB9}"/>
                </a:ext>
              </a:extLst>
            </p:cNvPr>
            <p:cNvSpPr txBox="1"/>
            <p:nvPr/>
          </p:nvSpPr>
          <p:spPr>
            <a:xfrm>
              <a:off x="1152714" y="3105834"/>
              <a:ext cx="1210305"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EA8F44"/>
                  </a:solidFill>
                  <a:effectLst/>
                  <a:uLnTx/>
                  <a:uFillTx/>
                  <a:latin typeface="Calibri Light" panose="020F0302020204030204"/>
                  <a:ea typeface="+mn-ea"/>
                  <a:cs typeface="+mn-cs"/>
                </a:rPr>
                <a:t>70%</a:t>
              </a:r>
            </a:p>
          </p:txBody>
        </p:sp>
        <p:sp>
          <p:nvSpPr>
            <p:cNvPr id="26" name="TextBox 25">
              <a:extLst>
                <a:ext uri="{FF2B5EF4-FFF2-40B4-BE49-F238E27FC236}">
                  <a16:creationId xmlns:a16="http://schemas.microsoft.com/office/drawing/2014/main" id="{BCBFB43C-BD19-21A1-C72D-3B55848AF1B8}"/>
                </a:ext>
              </a:extLst>
            </p:cNvPr>
            <p:cNvSpPr txBox="1"/>
            <p:nvPr/>
          </p:nvSpPr>
          <p:spPr>
            <a:xfrm>
              <a:off x="-68794" y="3655299"/>
              <a:ext cx="3600450"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Bahnschrift SemiLight" panose="020B0502040204020203" pitchFamily="34" charset="0"/>
                  <a:ea typeface="+mn-ea"/>
                  <a:cs typeface="+mn-cs"/>
                </a:rPr>
                <a:t>Add Your Text Here</a:t>
              </a:r>
            </a:p>
          </p:txBody>
        </p:sp>
        <p:sp>
          <p:nvSpPr>
            <p:cNvPr id="27" name="TextBox 26">
              <a:extLst>
                <a:ext uri="{FF2B5EF4-FFF2-40B4-BE49-F238E27FC236}">
                  <a16:creationId xmlns:a16="http://schemas.microsoft.com/office/drawing/2014/main" id="{2925F2C3-D5E2-39FD-1126-6389C5E30525}"/>
                </a:ext>
              </a:extLst>
            </p:cNvPr>
            <p:cNvSpPr txBox="1"/>
            <p:nvPr/>
          </p:nvSpPr>
          <p:spPr>
            <a:xfrm>
              <a:off x="-120791" y="4089845"/>
              <a:ext cx="3699257"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white"/>
                  </a:solidFill>
                  <a:effectLst/>
                  <a:uLnTx/>
                  <a:uFillTx/>
                  <a:latin typeface="Calibri Light" panose="020F0302020204030204"/>
                  <a:ea typeface="+mn-ea"/>
                  <a:cs typeface="+mn-cs"/>
                </a:rPr>
                <a:t>Here You Should Add Some Text</a:t>
              </a:r>
            </a:p>
          </p:txBody>
        </p:sp>
      </p:grpSp>
      <p:sp>
        <p:nvSpPr>
          <p:cNvPr id="36" name="TextBox 35">
            <a:extLst>
              <a:ext uri="{FF2B5EF4-FFF2-40B4-BE49-F238E27FC236}">
                <a16:creationId xmlns:a16="http://schemas.microsoft.com/office/drawing/2014/main" id="{7BAC6F77-FC99-BDBD-5EDD-FE0A0E856D7F}"/>
              </a:ext>
            </a:extLst>
          </p:cNvPr>
          <p:cNvSpPr txBox="1"/>
          <p:nvPr/>
        </p:nvSpPr>
        <p:spPr>
          <a:xfrm>
            <a:off x="4824679" y="2136336"/>
            <a:ext cx="6435235"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white"/>
                </a:solidFill>
                <a:effectLst/>
                <a:uLnTx/>
                <a:uFillTx/>
                <a:latin typeface="Bahnschrift SemiLight" panose="020B0502040204020203" pitchFamily="34" charset="0"/>
                <a:ea typeface="+mn-ea"/>
                <a:cs typeface="Arial" panose="020B0604020202020204" pitchFamily="34" charset="0"/>
              </a:rPr>
              <a:t>6. Write your text here. Write your text here. Write your text here. Write your text here. </a:t>
            </a:r>
            <a:endParaRPr kumimoji="0" lang="ru-RU"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73948332"/>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decel="100000" fill="hold" nodeType="afterEffect">
                                  <p:stCondLst>
                                    <p:cond delay="0"/>
                                  </p:stCondLst>
                                  <p:childTnLst>
                                    <p:animRot by="7200000">
                                      <p:cBhvr>
                                        <p:cTn id="6" dur="1000" fill="hold"/>
                                        <p:tgtEl>
                                          <p:spTgt spid="4"/>
                                        </p:tgtEl>
                                        <p:attrNameLst>
                                          <p:attrName>r</p:attrName>
                                        </p:attrNameLst>
                                      </p:cBhvr>
                                    </p:animRot>
                                  </p:childTnLst>
                                </p:cTn>
                              </p:par>
                            </p:childTnLst>
                          </p:cTn>
                        </p:par>
                        <p:par>
                          <p:cTn id="7" fill="hold">
                            <p:stCondLst>
                              <p:cond delay="1000"/>
                            </p:stCondLst>
                            <p:childTnLst>
                              <p:par>
                                <p:cTn id="8" presetID="53" presetClass="entr" presetSubtype="16" fill="hold" nodeType="afterEffect">
                                  <p:stCondLst>
                                    <p:cond delay="0"/>
                                  </p:stCondLst>
                                  <p:childTnLst>
                                    <p:set>
                                      <p:cBhvr>
                                        <p:cTn id="9" dur="1" fill="hold">
                                          <p:stCondLst>
                                            <p:cond delay="0"/>
                                          </p:stCondLst>
                                        </p:cTn>
                                        <p:tgtEl>
                                          <p:spTgt spid="24"/>
                                        </p:tgtEl>
                                        <p:attrNameLst>
                                          <p:attrName>style.visibility</p:attrName>
                                        </p:attrNameLst>
                                      </p:cBhvr>
                                      <p:to>
                                        <p:strVal val="visible"/>
                                      </p:to>
                                    </p:set>
                                    <p:anim calcmode="lin" valueType="num">
                                      <p:cBhvr>
                                        <p:cTn id="10" dur="500" fill="hold"/>
                                        <p:tgtEl>
                                          <p:spTgt spid="24"/>
                                        </p:tgtEl>
                                        <p:attrNameLst>
                                          <p:attrName>ppt_w</p:attrName>
                                        </p:attrNameLst>
                                      </p:cBhvr>
                                      <p:tavLst>
                                        <p:tav tm="0">
                                          <p:val>
                                            <p:fltVal val="0"/>
                                          </p:val>
                                        </p:tav>
                                        <p:tav tm="100000">
                                          <p:val>
                                            <p:strVal val="#ppt_w"/>
                                          </p:val>
                                        </p:tav>
                                      </p:tavLst>
                                    </p:anim>
                                    <p:anim calcmode="lin" valueType="num">
                                      <p:cBhvr>
                                        <p:cTn id="11" dur="500" fill="hold"/>
                                        <p:tgtEl>
                                          <p:spTgt spid="24"/>
                                        </p:tgtEl>
                                        <p:attrNameLst>
                                          <p:attrName>ppt_h</p:attrName>
                                        </p:attrNameLst>
                                      </p:cBhvr>
                                      <p:tavLst>
                                        <p:tav tm="0">
                                          <p:val>
                                            <p:fltVal val="0"/>
                                          </p:val>
                                        </p:tav>
                                        <p:tav tm="100000">
                                          <p:val>
                                            <p:strVal val="#ppt_h"/>
                                          </p:val>
                                        </p:tav>
                                      </p:tavLst>
                                    </p:anim>
                                    <p:animEffect transition="in" filter="fade">
                                      <p:cBhvr>
                                        <p:cTn id="12" dur="500"/>
                                        <p:tgtEl>
                                          <p:spTgt spid="24"/>
                                        </p:tgtEl>
                                      </p:cBhvr>
                                    </p:animEffect>
                                  </p:childTnLst>
                                </p:cTn>
                              </p:par>
                            </p:childTnLst>
                          </p:cTn>
                        </p:par>
                        <p:par>
                          <p:cTn id="13" fill="hold">
                            <p:stCondLst>
                              <p:cond delay="1500"/>
                            </p:stCondLst>
                            <p:childTnLst>
                              <p:par>
                                <p:cTn id="14" presetID="8" presetClass="emph" presetSubtype="0" decel="100000" fill="hold" nodeType="afterEffect">
                                  <p:stCondLst>
                                    <p:cond delay="0"/>
                                  </p:stCondLst>
                                  <p:childTnLst>
                                    <p:animRot by="7200000">
                                      <p:cBhvr>
                                        <p:cTn id="15" dur="1000" fill="hold"/>
                                        <p:tgtEl>
                                          <p:spTgt spid="28"/>
                                        </p:tgtEl>
                                        <p:attrNameLst>
                                          <p:attrName>r</p:attrName>
                                        </p:attrNameLst>
                                      </p:cBhvr>
                                    </p:animRot>
                                  </p:childTnLst>
                                </p:cTn>
                              </p:par>
                            </p:childTnLst>
                          </p:cTn>
                        </p:par>
                        <p:par>
                          <p:cTn id="16" fill="hold">
                            <p:stCondLst>
                              <p:cond delay="2500"/>
                            </p:stCondLst>
                            <p:childTnLst>
                              <p:par>
                                <p:cTn id="17" presetID="53" presetClass="entr" presetSubtype="16" fill="hold" nodeType="afterEffect">
                                  <p:stCondLst>
                                    <p:cond delay="0"/>
                                  </p:stCondLst>
                                  <p:childTnLst>
                                    <p:set>
                                      <p:cBhvr>
                                        <p:cTn id="18" dur="1" fill="hold">
                                          <p:stCondLst>
                                            <p:cond delay="0"/>
                                          </p:stCondLst>
                                        </p:cTn>
                                        <p:tgtEl>
                                          <p:spTgt spid="32"/>
                                        </p:tgtEl>
                                        <p:attrNameLst>
                                          <p:attrName>style.visibility</p:attrName>
                                        </p:attrNameLst>
                                      </p:cBhvr>
                                      <p:to>
                                        <p:strVal val="visible"/>
                                      </p:to>
                                    </p:set>
                                    <p:anim calcmode="lin" valueType="num">
                                      <p:cBhvr>
                                        <p:cTn id="19" dur="500" fill="hold"/>
                                        <p:tgtEl>
                                          <p:spTgt spid="32"/>
                                        </p:tgtEl>
                                        <p:attrNameLst>
                                          <p:attrName>ppt_w</p:attrName>
                                        </p:attrNameLst>
                                      </p:cBhvr>
                                      <p:tavLst>
                                        <p:tav tm="0">
                                          <p:val>
                                            <p:fltVal val="0"/>
                                          </p:val>
                                        </p:tav>
                                        <p:tav tm="100000">
                                          <p:val>
                                            <p:strVal val="#ppt_w"/>
                                          </p:val>
                                        </p:tav>
                                      </p:tavLst>
                                    </p:anim>
                                    <p:anim calcmode="lin" valueType="num">
                                      <p:cBhvr>
                                        <p:cTn id="20" dur="500" fill="hold"/>
                                        <p:tgtEl>
                                          <p:spTgt spid="32"/>
                                        </p:tgtEl>
                                        <p:attrNameLst>
                                          <p:attrName>ppt_h</p:attrName>
                                        </p:attrNameLst>
                                      </p:cBhvr>
                                      <p:tavLst>
                                        <p:tav tm="0">
                                          <p:val>
                                            <p:fltVal val="0"/>
                                          </p:val>
                                        </p:tav>
                                        <p:tav tm="100000">
                                          <p:val>
                                            <p:strVal val="#ppt_h"/>
                                          </p:val>
                                        </p:tav>
                                      </p:tavLst>
                                    </p:anim>
                                    <p:animEffect transition="in" filter="fade">
                                      <p:cBhvr>
                                        <p:cTn id="21"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22" restart="whenNotActive" fill="hold" evtFilter="cancelBubble" nodeType="interactiveSeq">
                <p:stCondLst>
                  <p:cond evt="onClick" delay="0">
                    <p:tgtEl>
                      <p:spTgt spid="12"/>
                    </p:tgtEl>
                  </p:cond>
                </p:stCondLst>
                <p:endSync evt="end" delay="0">
                  <p:rtn val="all"/>
                </p:endSync>
                <p:childTnLst>
                  <p:par>
                    <p:cTn id="23" fill="hold">
                      <p:stCondLst>
                        <p:cond delay="0"/>
                      </p:stCondLst>
                      <p:childTnLst>
                        <p:par>
                          <p:cTn id="24" fill="hold">
                            <p:stCondLst>
                              <p:cond delay="0"/>
                            </p:stCondLst>
                            <p:childTnLst>
                              <p:par>
                                <p:cTn id="25" presetID="10" presetClass="exit" presetSubtype="0" fill="hold" nodeType="clickEffect">
                                  <p:stCondLst>
                                    <p:cond delay="0"/>
                                  </p:stCondLst>
                                  <p:childTnLst>
                                    <p:animEffect transition="out" filter="fade">
                                      <p:cBhvr>
                                        <p:cTn id="26" dur="400"/>
                                        <p:tgtEl>
                                          <p:spTgt spid="8"/>
                                        </p:tgtEl>
                                      </p:cBhvr>
                                    </p:animEffect>
                                    <p:set>
                                      <p:cBhvr>
                                        <p:cTn id="27" dur="1" fill="hold">
                                          <p:stCondLst>
                                            <p:cond delay="399"/>
                                          </p:stCondLst>
                                        </p:cTn>
                                        <p:tgtEl>
                                          <p:spTgt spid="8"/>
                                        </p:tgtEl>
                                        <p:attrNameLst>
                                          <p:attrName>style.visibility</p:attrName>
                                        </p:attrNameLst>
                                      </p:cBhvr>
                                      <p:to>
                                        <p:strVal val="hidden"/>
                                      </p:to>
                                    </p:set>
                                  </p:childTnLst>
                                </p:cTn>
                              </p:par>
                            </p:childTnLst>
                          </p:cTn>
                        </p:par>
                        <p:par>
                          <p:cTn id="28" fill="hold">
                            <p:stCondLst>
                              <p:cond delay="400"/>
                            </p:stCondLst>
                            <p:childTnLst>
                              <p:par>
                                <p:cTn id="29" presetID="1" presetClass="exit" presetSubtype="0" fill="hold" nodeType="afterEffect">
                                  <p:stCondLst>
                                    <p:cond delay="0"/>
                                  </p:stCondLst>
                                  <p:childTnLst>
                                    <p:set>
                                      <p:cBhvr>
                                        <p:cTn id="30" dur="1" fill="hold">
                                          <p:stCondLst>
                                            <p:cond delay="0"/>
                                          </p:stCondLst>
                                        </p:cTn>
                                        <p:tgtEl>
                                          <p:spTgt spid="12"/>
                                        </p:tgtEl>
                                        <p:attrNameLst>
                                          <p:attrName>style.visibility</p:attrName>
                                        </p:attrNameLst>
                                      </p:cBhvr>
                                      <p:to>
                                        <p:strVal val="hidden"/>
                                      </p:to>
                                    </p:set>
                                  </p:childTnLst>
                                </p:cTn>
                              </p:par>
                            </p:childTnLst>
                          </p:cTn>
                        </p:par>
                        <p:par>
                          <p:cTn id="31" fill="hold">
                            <p:stCondLst>
                              <p:cond delay="400"/>
                            </p:stCondLst>
                            <p:childTnLst>
                              <p:par>
                                <p:cTn id="32" presetID="53" presetClass="exit" presetSubtype="32" fill="hold" nodeType="afterEffect">
                                  <p:stCondLst>
                                    <p:cond delay="0"/>
                                  </p:stCondLst>
                                  <p:childTnLst>
                                    <p:anim calcmode="lin" valueType="num">
                                      <p:cBhvr>
                                        <p:cTn id="33" dur="250"/>
                                        <p:tgtEl>
                                          <p:spTgt spid="13"/>
                                        </p:tgtEl>
                                        <p:attrNameLst>
                                          <p:attrName>ppt_w</p:attrName>
                                        </p:attrNameLst>
                                      </p:cBhvr>
                                      <p:tavLst>
                                        <p:tav tm="0">
                                          <p:val>
                                            <p:strVal val="ppt_w"/>
                                          </p:val>
                                        </p:tav>
                                        <p:tav tm="100000">
                                          <p:val>
                                            <p:fltVal val="0"/>
                                          </p:val>
                                        </p:tav>
                                      </p:tavLst>
                                    </p:anim>
                                    <p:anim calcmode="lin" valueType="num">
                                      <p:cBhvr>
                                        <p:cTn id="34" dur="250"/>
                                        <p:tgtEl>
                                          <p:spTgt spid="13"/>
                                        </p:tgtEl>
                                        <p:attrNameLst>
                                          <p:attrName>ppt_h</p:attrName>
                                        </p:attrNameLst>
                                      </p:cBhvr>
                                      <p:tavLst>
                                        <p:tav tm="0">
                                          <p:val>
                                            <p:strVal val="ppt_h"/>
                                          </p:val>
                                        </p:tav>
                                        <p:tav tm="100000">
                                          <p:val>
                                            <p:fltVal val="0"/>
                                          </p:val>
                                        </p:tav>
                                      </p:tavLst>
                                    </p:anim>
                                    <p:animEffect transition="out" filter="fade">
                                      <p:cBhvr>
                                        <p:cTn id="35" dur="250"/>
                                        <p:tgtEl>
                                          <p:spTgt spid="13"/>
                                        </p:tgtEl>
                                      </p:cBhvr>
                                    </p:animEffect>
                                    <p:set>
                                      <p:cBhvr>
                                        <p:cTn id="36" dur="1" fill="hold">
                                          <p:stCondLst>
                                            <p:cond delay="249"/>
                                          </p:stCondLst>
                                        </p:cTn>
                                        <p:tgtEl>
                                          <p:spTgt spid="13"/>
                                        </p:tgtEl>
                                        <p:attrNameLst>
                                          <p:attrName>style.visibility</p:attrName>
                                        </p:attrNameLst>
                                      </p:cBhvr>
                                      <p:to>
                                        <p:strVal val="hidden"/>
                                      </p:to>
                                    </p:set>
                                  </p:childTnLst>
                                </p:cTn>
                              </p:par>
                              <p:par>
                                <p:cTn id="37" presetID="53" presetClass="exit" presetSubtype="32" fill="hold" nodeType="withEffect">
                                  <p:stCondLst>
                                    <p:cond delay="0"/>
                                  </p:stCondLst>
                                  <p:childTnLst>
                                    <p:anim calcmode="lin" valueType="num">
                                      <p:cBhvr>
                                        <p:cTn id="38" dur="250"/>
                                        <p:tgtEl>
                                          <p:spTgt spid="19"/>
                                        </p:tgtEl>
                                        <p:attrNameLst>
                                          <p:attrName>ppt_w</p:attrName>
                                        </p:attrNameLst>
                                      </p:cBhvr>
                                      <p:tavLst>
                                        <p:tav tm="0">
                                          <p:val>
                                            <p:strVal val="ppt_w"/>
                                          </p:val>
                                        </p:tav>
                                        <p:tav tm="100000">
                                          <p:val>
                                            <p:fltVal val="0"/>
                                          </p:val>
                                        </p:tav>
                                      </p:tavLst>
                                    </p:anim>
                                    <p:anim calcmode="lin" valueType="num">
                                      <p:cBhvr>
                                        <p:cTn id="39" dur="250"/>
                                        <p:tgtEl>
                                          <p:spTgt spid="19"/>
                                        </p:tgtEl>
                                        <p:attrNameLst>
                                          <p:attrName>ppt_h</p:attrName>
                                        </p:attrNameLst>
                                      </p:cBhvr>
                                      <p:tavLst>
                                        <p:tav tm="0">
                                          <p:val>
                                            <p:strVal val="ppt_h"/>
                                          </p:val>
                                        </p:tav>
                                        <p:tav tm="100000">
                                          <p:val>
                                            <p:fltVal val="0"/>
                                          </p:val>
                                        </p:tav>
                                      </p:tavLst>
                                    </p:anim>
                                    <p:animEffect transition="out" filter="fade">
                                      <p:cBhvr>
                                        <p:cTn id="40" dur="250"/>
                                        <p:tgtEl>
                                          <p:spTgt spid="19"/>
                                        </p:tgtEl>
                                      </p:cBhvr>
                                    </p:animEffect>
                                    <p:set>
                                      <p:cBhvr>
                                        <p:cTn id="41" dur="1" fill="hold">
                                          <p:stCondLst>
                                            <p:cond delay="249"/>
                                          </p:stCondLst>
                                        </p:cTn>
                                        <p:tgtEl>
                                          <p:spTgt spid="19"/>
                                        </p:tgtEl>
                                        <p:attrNameLst>
                                          <p:attrName>style.visibility</p:attrName>
                                        </p:attrNameLst>
                                      </p:cBhvr>
                                      <p:to>
                                        <p:strVal val="hidden"/>
                                      </p:to>
                                    </p:set>
                                  </p:childTnLst>
                                </p:cTn>
                              </p:par>
                              <p:par>
                                <p:cTn id="42" presetID="53" presetClass="exit" presetSubtype="32" fill="hold" nodeType="withEffect">
                                  <p:stCondLst>
                                    <p:cond delay="0"/>
                                  </p:stCondLst>
                                  <p:childTnLst>
                                    <p:anim calcmode="lin" valueType="num">
                                      <p:cBhvr>
                                        <p:cTn id="43" dur="250"/>
                                        <p:tgtEl>
                                          <p:spTgt spid="17"/>
                                        </p:tgtEl>
                                        <p:attrNameLst>
                                          <p:attrName>ppt_w</p:attrName>
                                        </p:attrNameLst>
                                      </p:cBhvr>
                                      <p:tavLst>
                                        <p:tav tm="0">
                                          <p:val>
                                            <p:strVal val="ppt_w"/>
                                          </p:val>
                                        </p:tav>
                                        <p:tav tm="100000">
                                          <p:val>
                                            <p:fltVal val="0"/>
                                          </p:val>
                                        </p:tav>
                                      </p:tavLst>
                                    </p:anim>
                                    <p:anim calcmode="lin" valueType="num">
                                      <p:cBhvr>
                                        <p:cTn id="44" dur="250"/>
                                        <p:tgtEl>
                                          <p:spTgt spid="17"/>
                                        </p:tgtEl>
                                        <p:attrNameLst>
                                          <p:attrName>ppt_h</p:attrName>
                                        </p:attrNameLst>
                                      </p:cBhvr>
                                      <p:tavLst>
                                        <p:tav tm="0">
                                          <p:val>
                                            <p:strVal val="ppt_h"/>
                                          </p:val>
                                        </p:tav>
                                        <p:tav tm="100000">
                                          <p:val>
                                            <p:fltVal val="0"/>
                                          </p:val>
                                        </p:tav>
                                      </p:tavLst>
                                    </p:anim>
                                    <p:animEffect transition="out" filter="fade">
                                      <p:cBhvr>
                                        <p:cTn id="45" dur="250"/>
                                        <p:tgtEl>
                                          <p:spTgt spid="17"/>
                                        </p:tgtEl>
                                      </p:cBhvr>
                                    </p:animEffect>
                                    <p:set>
                                      <p:cBhvr>
                                        <p:cTn id="46" dur="1" fill="hold">
                                          <p:stCondLst>
                                            <p:cond delay="249"/>
                                          </p:stCondLst>
                                        </p:cTn>
                                        <p:tgtEl>
                                          <p:spTgt spid="17"/>
                                        </p:tgtEl>
                                        <p:attrNameLst>
                                          <p:attrName>style.visibility</p:attrName>
                                        </p:attrNameLst>
                                      </p:cBhvr>
                                      <p:to>
                                        <p:strVal val="hidden"/>
                                      </p:to>
                                    </p:set>
                                  </p:childTnLst>
                                </p:cTn>
                              </p:par>
                              <p:par>
                                <p:cTn id="47" presetID="53" presetClass="exit" presetSubtype="32" fill="hold" nodeType="withEffect">
                                  <p:stCondLst>
                                    <p:cond delay="0"/>
                                  </p:stCondLst>
                                  <p:childTnLst>
                                    <p:anim calcmode="lin" valueType="num">
                                      <p:cBhvr>
                                        <p:cTn id="48" dur="250"/>
                                        <p:tgtEl>
                                          <p:spTgt spid="16"/>
                                        </p:tgtEl>
                                        <p:attrNameLst>
                                          <p:attrName>ppt_w</p:attrName>
                                        </p:attrNameLst>
                                      </p:cBhvr>
                                      <p:tavLst>
                                        <p:tav tm="0">
                                          <p:val>
                                            <p:strVal val="ppt_w"/>
                                          </p:val>
                                        </p:tav>
                                        <p:tav tm="100000">
                                          <p:val>
                                            <p:fltVal val="0"/>
                                          </p:val>
                                        </p:tav>
                                      </p:tavLst>
                                    </p:anim>
                                    <p:anim calcmode="lin" valueType="num">
                                      <p:cBhvr>
                                        <p:cTn id="49" dur="250"/>
                                        <p:tgtEl>
                                          <p:spTgt spid="16"/>
                                        </p:tgtEl>
                                        <p:attrNameLst>
                                          <p:attrName>ppt_h</p:attrName>
                                        </p:attrNameLst>
                                      </p:cBhvr>
                                      <p:tavLst>
                                        <p:tav tm="0">
                                          <p:val>
                                            <p:strVal val="ppt_h"/>
                                          </p:val>
                                        </p:tav>
                                        <p:tav tm="100000">
                                          <p:val>
                                            <p:fltVal val="0"/>
                                          </p:val>
                                        </p:tav>
                                      </p:tavLst>
                                    </p:anim>
                                    <p:animEffect transition="out" filter="fade">
                                      <p:cBhvr>
                                        <p:cTn id="50" dur="250"/>
                                        <p:tgtEl>
                                          <p:spTgt spid="16"/>
                                        </p:tgtEl>
                                      </p:cBhvr>
                                    </p:animEffect>
                                    <p:set>
                                      <p:cBhvr>
                                        <p:cTn id="51" dur="1" fill="hold">
                                          <p:stCondLst>
                                            <p:cond delay="249"/>
                                          </p:stCondLst>
                                        </p:cTn>
                                        <p:tgtEl>
                                          <p:spTgt spid="16"/>
                                        </p:tgtEl>
                                        <p:attrNameLst>
                                          <p:attrName>style.visibility</p:attrName>
                                        </p:attrNameLst>
                                      </p:cBhvr>
                                      <p:to>
                                        <p:strVal val="hidden"/>
                                      </p:to>
                                    </p:set>
                                  </p:childTnLst>
                                </p:cTn>
                              </p:par>
                              <p:par>
                                <p:cTn id="52" presetID="53" presetClass="exit" presetSubtype="32" fill="hold" nodeType="withEffect">
                                  <p:stCondLst>
                                    <p:cond delay="0"/>
                                  </p:stCondLst>
                                  <p:childTnLst>
                                    <p:anim calcmode="lin" valueType="num">
                                      <p:cBhvr>
                                        <p:cTn id="53" dur="250"/>
                                        <p:tgtEl>
                                          <p:spTgt spid="14"/>
                                        </p:tgtEl>
                                        <p:attrNameLst>
                                          <p:attrName>ppt_w</p:attrName>
                                        </p:attrNameLst>
                                      </p:cBhvr>
                                      <p:tavLst>
                                        <p:tav tm="0">
                                          <p:val>
                                            <p:strVal val="ppt_w"/>
                                          </p:val>
                                        </p:tav>
                                        <p:tav tm="100000">
                                          <p:val>
                                            <p:fltVal val="0"/>
                                          </p:val>
                                        </p:tav>
                                      </p:tavLst>
                                    </p:anim>
                                    <p:anim calcmode="lin" valueType="num">
                                      <p:cBhvr>
                                        <p:cTn id="54" dur="250"/>
                                        <p:tgtEl>
                                          <p:spTgt spid="14"/>
                                        </p:tgtEl>
                                        <p:attrNameLst>
                                          <p:attrName>ppt_h</p:attrName>
                                        </p:attrNameLst>
                                      </p:cBhvr>
                                      <p:tavLst>
                                        <p:tav tm="0">
                                          <p:val>
                                            <p:strVal val="ppt_h"/>
                                          </p:val>
                                        </p:tav>
                                        <p:tav tm="100000">
                                          <p:val>
                                            <p:fltVal val="0"/>
                                          </p:val>
                                        </p:tav>
                                      </p:tavLst>
                                    </p:anim>
                                    <p:animEffect transition="out" filter="fade">
                                      <p:cBhvr>
                                        <p:cTn id="55" dur="250"/>
                                        <p:tgtEl>
                                          <p:spTgt spid="14"/>
                                        </p:tgtEl>
                                      </p:cBhvr>
                                    </p:animEffect>
                                    <p:set>
                                      <p:cBhvr>
                                        <p:cTn id="56" dur="1" fill="hold">
                                          <p:stCondLst>
                                            <p:cond delay="249"/>
                                          </p:stCondLst>
                                        </p:cTn>
                                        <p:tgtEl>
                                          <p:spTgt spid="14"/>
                                        </p:tgtEl>
                                        <p:attrNameLst>
                                          <p:attrName>style.visibility</p:attrName>
                                        </p:attrNameLst>
                                      </p:cBhvr>
                                      <p:to>
                                        <p:strVal val="hidden"/>
                                      </p:to>
                                    </p:set>
                                  </p:childTnLst>
                                </p:cTn>
                              </p:par>
                              <p:par>
                                <p:cTn id="57" presetID="53" presetClass="exit" presetSubtype="32" fill="hold" nodeType="withEffect">
                                  <p:stCondLst>
                                    <p:cond delay="0"/>
                                  </p:stCondLst>
                                  <p:childTnLst>
                                    <p:anim calcmode="lin" valueType="num">
                                      <p:cBhvr>
                                        <p:cTn id="58" dur="250"/>
                                        <p:tgtEl>
                                          <p:spTgt spid="15"/>
                                        </p:tgtEl>
                                        <p:attrNameLst>
                                          <p:attrName>ppt_w</p:attrName>
                                        </p:attrNameLst>
                                      </p:cBhvr>
                                      <p:tavLst>
                                        <p:tav tm="0">
                                          <p:val>
                                            <p:strVal val="ppt_w"/>
                                          </p:val>
                                        </p:tav>
                                        <p:tav tm="100000">
                                          <p:val>
                                            <p:fltVal val="0"/>
                                          </p:val>
                                        </p:tav>
                                      </p:tavLst>
                                    </p:anim>
                                    <p:anim calcmode="lin" valueType="num">
                                      <p:cBhvr>
                                        <p:cTn id="59" dur="250"/>
                                        <p:tgtEl>
                                          <p:spTgt spid="15"/>
                                        </p:tgtEl>
                                        <p:attrNameLst>
                                          <p:attrName>ppt_h</p:attrName>
                                        </p:attrNameLst>
                                      </p:cBhvr>
                                      <p:tavLst>
                                        <p:tav tm="0">
                                          <p:val>
                                            <p:strVal val="ppt_h"/>
                                          </p:val>
                                        </p:tav>
                                        <p:tav tm="100000">
                                          <p:val>
                                            <p:fltVal val="0"/>
                                          </p:val>
                                        </p:tav>
                                      </p:tavLst>
                                    </p:anim>
                                    <p:animEffect transition="out" filter="fade">
                                      <p:cBhvr>
                                        <p:cTn id="60" dur="250"/>
                                        <p:tgtEl>
                                          <p:spTgt spid="15"/>
                                        </p:tgtEl>
                                      </p:cBhvr>
                                    </p:animEffect>
                                    <p:set>
                                      <p:cBhvr>
                                        <p:cTn id="61" dur="1" fill="hold">
                                          <p:stCondLst>
                                            <p:cond delay="249"/>
                                          </p:stCondLst>
                                        </p:cTn>
                                        <p:tgtEl>
                                          <p:spTgt spid="15"/>
                                        </p:tgtEl>
                                        <p:attrNameLst>
                                          <p:attrName>style.visibility</p:attrName>
                                        </p:attrNameLst>
                                      </p:cBhvr>
                                      <p:to>
                                        <p:strVal val="hidden"/>
                                      </p:to>
                                    </p:set>
                                  </p:childTnLst>
                                </p:cTn>
                              </p:par>
                              <p:par>
                                <p:cTn id="62" presetID="53" presetClass="exit" presetSubtype="32" fill="hold" nodeType="withEffect">
                                  <p:stCondLst>
                                    <p:cond delay="0"/>
                                  </p:stCondLst>
                                  <p:childTnLst>
                                    <p:anim calcmode="lin" valueType="num">
                                      <p:cBhvr>
                                        <p:cTn id="63" dur="250"/>
                                        <p:tgtEl>
                                          <p:spTgt spid="18"/>
                                        </p:tgtEl>
                                        <p:attrNameLst>
                                          <p:attrName>ppt_w</p:attrName>
                                        </p:attrNameLst>
                                      </p:cBhvr>
                                      <p:tavLst>
                                        <p:tav tm="0">
                                          <p:val>
                                            <p:strVal val="ppt_w"/>
                                          </p:val>
                                        </p:tav>
                                        <p:tav tm="100000">
                                          <p:val>
                                            <p:fltVal val="0"/>
                                          </p:val>
                                        </p:tav>
                                      </p:tavLst>
                                    </p:anim>
                                    <p:anim calcmode="lin" valueType="num">
                                      <p:cBhvr>
                                        <p:cTn id="64" dur="250"/>
                                        <p:tgtEl>
                                          <p:spTgt spid="18"/>
                                        </p:tgtEl>
                                        <p:attrNameLst>
                                          <p:attrName>ppt_h</p:attrName>
                                        </p:attrNameLst>
                                      </p:cBhvr>
                                      <p:tavLst>
                                        <p:tav tm="0">
                                          <p:val>
                                            <p:strVal val="ppt_h"/>
                                          </p:val>
                                        </p:tav>
                                        <p:tav tm="100000">
                                          <p:val>
                                            <p:fltVal val="0"/>
                                          </p:val>
                                        </p:tav>
                                      </p:tavLst>
                                    </p:anim>
                                    <p:animEffect transition="out" filter="fade">
                                      <p:cBhvr>
                                        <p:cTn id="65" dur="250"/>
                                        <p:tgtEl>
                                          <p:spTgt spid="18"/>
                                        </p:tgtEl>
                                      </p:cBhvr>
                                    </p:animEffect>
                                    <p:set>
                                      <p:cBhvr>
                                        <p:cTn id="66" dur="1" fill="hold">
                                          <p:stCondLst>
                                            <p:cond delay="249"/>
                                          </p:stCondLst>
                                        </p:cTn>
                                        <p:tgtEl>
                                          <p:spTgt spid="18"/>
                                        </p:tgtEl>
                                        <p:attrNameLst>
                                          <p:attrName>style.visibility</p:attrName>
                                        </p:attrNameLst>
                                      </p:cBhvr>
                                      <p:to>
                                        <p:strVal val="hidden"/>
                                      </p:to>
                                    </p:set>
                                  </p:childTnLst>
                                </p:cTn>
                              </p:par>
                              <p:par>
                                <p:cTn id="67" presetID="53" presetClass="exit" presetSubtype="32" fill="hold" nodeType="withEffect">
                                  <p:stCondLst>
                                    <p:cond delay="0"/>
                                  </p:stCondLst>
                                  <p:childTnLst>
                                    <p:anim calcmode="lin" valueType="num">
                                      <p:cBhvr>
                                        <p:cTn id="68" dur="250"/>
                                        <p:tgtEl>
                                          <p:spTgt spid="20"/>
                                        </p:tgtEl>
                                        <p:attrNameLst>
                                          <p:attrName>ppt_w</p:attrName>
                                        </p:attrNameLst>
                                      </p:cBhvr>
                                      <p:tavLst>
                                        <p:tav tm="0">
                                          <p:val>
                                            <p:strVal val="ppt_w"/>
                                          </p:val>
                                        </p:tav>
                                        <p:tav tm="100000">
                                          <p:val>
                                            <p:fltVal val="0"/>
                                          </p:val>
                                        </p:tav>
                                      </p:tavLst>
                                    </p:anim>
                                    <p:anim calcmode="lin" valueType="num">
                                      <p:cBhvr>
                                        <p:cTn id="69" dur="250"/>
                                        <p:tgtEl>
                                          <p:spTgt spid="20"/>
                                        </p:tgtEl>
                                        <p:attrNameLst>
                                          <p:attrName>ppt_h</p:attrName>
                                        </p:attrNameLst>
                                      </p:cBhvr>
                                      <p:tavLst>
                                        <p:tav tm="0">
                                          <p:val>
                                            <p:strVal val="ppt_h"/>
                                          </p:val>
                                        </p:tav>
                                        <p:tav tm="100000">
                                          <p:val>
                                            <p:fltVal val="0"/>
                                          </p:val>
                                        </p:tav>
                                      </p:tavLst>
                                    </p:anim>
                                    <p:animEffect transition="out" filter="fade">
                                      <p:cBhvr>
                                        <p:cTn id="70" dur="250"/>
                                        <p:tgtEl>
                                          <p:spTgt spid="20"/>
                                        </p:tgtEl>
                                      </p:cBhvr>
                                    </p:animEffect>
                                    <p:set>
                                      <p:cBhvr>
                                        <p:cTn id="71" dur="1" fill="hold">
                                          <p:stCondLst>
                                            <p:cond delay="249"/>
                                          </p:stCondLst>
                                        </p:cTn>
                                        <p:tgtEl>
                                          <p:spTgt spid="20"/>
                                        </p:tgtEl>
                                        <p:attrNameLst>
                                          <p:attrName>style.visibility</p:attrName>
                                        </p:attrNameLst>
                                      </p:cBhvr>
                                      <p:to>
                                        <p:strVal val="hidden"/>
                                      </p:to>
                                    </p:set>
                                  </p:childTnLst>
                                </p:cTn>
                              </p:par>
                            </p:childTnLst>
                          </p:cTn>
                        </p:par>
                        <p:par>
                          <p:cTn id="72" fill="hold">
                            <p:stCondLst>
                              <p:cond delay="650"/>
                            </p:stCondLst>
                            <p:childTnLst>
                              <p:par>
                                <p:cTn id="73" presetID="53" presetClass="exit" presetSubtype="32" fill="hold" grpId="0" nodeType="afterEffect">
                                  <p:stCondLst>
                                    <p:cond delay="0"/>
                                  </p:stCondLst>
                                  <p:childTnLst>
                                    <p:anim calcmode="lin" valueType="num">
                                      <p:cBhvr>
                                        <p:cTn id="74" dur="500"/>
                                        <p:tgtEl>
                                          <p:spTgt spid="2"/>
                                        </p:tgtEl>
                                        <p:attrNameLst>
                                          <p:attrName>ppt_w</p:attrName>
                                        </p:attrNameLst>
                                      </p:cBhvr>
                                      <p:tavLst>
                                        <p:tav tm="0">
                                          <p:val>
                                            <p:strVal val="ppt_w"/>
                                          </p:val>
                                        </p:tav>
                                        <p:tav tm="100000">
                                          <p:val>
                                            <p:fltVal val="0"/>
                                          </p:val>
                                        </p:tav>
                                      </p:tavLst>
                                    </p:anim>
                                    <p:anim calcmode="lin" valueType="num">
                                      <p:cBhvr>
                                        <p:cTn id="75" dur="500"/>
                                        <p:tgtEl>
                                          <p:spTgt spid="2"/>
                                        </p:tgtEl>
                                        <p:attrNameLst>
                                          <p:attrName>ppt_h</p:attrName>
                                        </p:attrNameLst>
                                      </p:cBhvr>
                                      <p:tavLst>
                                        <p:tav tm="0">
                                          <p:val>
                                            <p:strVal val="ppt_h"/>
                                          </p:val>
                                        </p:tav>
                                        <p:tav tm="100000">
                                          <p:val>
                                            <p:fltVal val="0"/>
                                          </p:val>
                                        </p:tav>
                                      </p:tavLst>
                                    </p:anim>
                                    <p:animEffect transition="out" filter="fade">
                                      <p:cBhvr>
                                        <p:cTn id="76" dur="500"/>
                                        <p:tgtEl>
                                          <p:spTgt spid="2"/>
                                        </p:tgtEl>
                                      </p:cBhvr>
                                    </p:animEffect>
                                    <p:set>
                                      <p:cBhvr>
                                        <p:cTn id="77" dur="1" fill="hold">
                                          <p:stCondLst>
                                            <p:cond delay="499"/>
                                          </p:stCondLst>
                                        </p:cTn>
                                        <p:tgtEl>
                                          <p:spTgt spid="2"/>
                                        </p:tgtEl>
                                        <p:attrNameLst>
                                          <p:attrName>style.visibility</p:attrName>
                                        </p:attrNameLst>
                                      </p:cBhvr>
                                      <p:to>
                                        <p:strVal val="hidden"/>
                                      </p:to>
                                    </p:set>
                                  </p:childTnLst>
                                </p:cTn>
                              </p:par>
                            </p:childTnLst>
                          </p:cTn>
                        </p:par>
                        <p:par>
                          <p:cTn id="78" fill="hold">
                            <p:stCondLst>
                              <p:cond delay="1150"/>
                            </p:stCondLst>
                            <p:childTnLst>
                              <p:par>
                                <p:cTn id="79" presetID="1" presetClass="entr" presetSubtype="0" fill="hold" nodeType="afterEffect">
                                  <p:stCondLst>
                                    <p:cond delay="0"/>
                                  </p:stCondLst>
                                  <p:childTnLst>
                                    <p:set>
                                      <p:cBhvr>
                                        <p:cTn id="80" dur="1" fill="hold">
                                          <p:stCondLst>
                                            <p:cond delay="0"/>
                                          </p:stCondLst>
                                        </p:cTn>
                                        <p:tgtEl>
                                          <p:spTgt spid="11"/>
                                        </p:tgtEl>
                                        <p:attrNameLst>
                                          <p:attrName>style.visibility</p:attrName>
                                        </p:attrNameLst>
                                      </p:cBhvr>
                                      <p:to>
                                        <p:strVal val="visible"/>
                                      </p:to>
                                    </p:set>
                                  </p:childTnLst>
                                </p:cTn>
                              </p:par>
                            </p:childTnLst>
                          </p:cTn>
                        </p:par>
                      </p:childTnLst>
                    </p:cTn>
                  </p:par>
                </p:childTnLst>
              </p:cTn>
              <p:nextCondLst>
                <p:cond evt="onClick" delay="0">
                  <p:tgtEl>
                    <p:spTgt spid="12"/>
                  </p:tgtEl>
                </p:cond>
              </p:nextCondLst>
            </p:seq>
          </p:childTnLst>
        </p:cTn>
      </p:par>
    </p:tnLst>
    <p:bldLst>
      <p:bldP spid="2"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tx1">
            <a:lumMod val="85000"/>
            <a:lumOff val="15000"/>
          </a:schemeClr>
        </a:solidFill>
        <a:effectLst/>
      </p:bgPr>
    </p:bg>
    <p:spTree>
      <p:nvGrpSpPr>
        <p:cNvPr id="1" name=""/>
        <p:cNvGrpSpPr/>
        <p:nvPr/>
      </p:nvGrpSpPr>
      <p:grpSpPr>
        <a:xfrm>
          <a:off x="0" y="0"/>
          <a:ext cx="0" cy="0"/>
          <a:chOff x="0" y="0"/>
          <a:chExt cx="0" cy="0"/>
        </a:xfrm>
      </p:grpSpPr>
      <p:sp>
        <p:nvSpPr>
          <p:cNvPr id="2" name="back end circle">
            <a:extLst>
              <a:ext uri="{FF2B5EF4-FFF2-40B4-BE49-F238E27FC236}">
                <a16:creationId xmlns:a16="http://schemas.microsoft.com/office/drawing/2014/main" id="{9DFAB0F2-67AE-61E0-C74B-ADE8156299E6}"/>
              </a:ext>
            </a:extLst>
          </p:cNvPr>
          <p:cNvSpPr/>
          <p:nvPr/>
        </p:nvSpPr>
        <p:spPr>
          <a:xfrm>
            <a:off x="932086" y="2044923"/>
            <a:ext cx="2768154" cy="2768154"/>
          </a:xfrm>
          <a:custGeom>
            <a:avLst/>
            <a:gdLst>
              <a:gd name="connsiteX0" fmla="*/ 1384077 w 2768154"/>
              <a:gd name="connsiteY0" fmla="*/ 727511 h 2768154"/>
              <a:gd name="connsiteX1" fmla="*/ 727511 w 2768154"/>
              <a:gd name="connsiteY1" fmla="*/ 1384077 h 2768154"/>
              <a:gd name="connsiteX2" fmla="*/ 1384077 w 2768154"/>
              <a:gd name="connsiteY2" fmla="*/ 2040643 h 2768154"/>
              <a:gd name="connsiteX3" fmla="*/ 2040643 w 2768154"/>
              <a:gd name="connsiteY3" fmla="*/ 1384077 h 2768154"/>
              <a:gd name="connsiteX4" fmla="*/ 1384077 w 2768154"/>
              <a:gd name="connsiteY4" fmla="*/ 727511 h 2768154"/>
              <a:gd name="connsiteX5" fmla="*/ 1384077 w 2768154"/>
              <a:gd name="connsiteY5" fmla="*/ 0 h 2768154"/>
              <a:gd name="connsiteX6" fmla="*/ 2768154 w 2768154"/>
              <a:gd name="connsiteY6" fmla="*/ 1384077 h 2768154"/>
              <a:gd name="connsiteX7" fmla="*/ 1384077 w 2768154"/>
              <a:gd name="connsiteY7" fmla="*/ 2768154 h 2768154"/>
              <a:gd name="connsiteX8" fmla="*/ 0 w 2768154"/>
              <a:gd name="connsiteY8" fmla="*/ 1384077 h 2768154"/>
              <a:gd name="connsiteX9" fmla="*/ 1384077 w 2768154"/>
              <a:gd name="connsiteY9" fmla="*/ 0 h 27681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768154" h="2768154">
                <a:moveTo>
                  <a:pt x="1384077" y="727511"/>
                </a:moveTo>
                <a:cubicBezTo>
                  <a:pt x="1021466" y="727511"/>
                  <a:pt x="727511" y="1021466"/>
                  <a:pt x="727511" y="1384077"/>
                </a:cubicBezTo>
                <a:cubicBezTo>
                  <a:pt x="727511" y="1746688"/>
                  <a:pt x="1021466" y="2040643"/>
                  <a:pt x="1384077" y="2040643"/>
                </a:cubicBezTo>
                <a:cubicBezTo>
                  <a:pt x="1746688" y="2040643"/>
                  <a:pt x="2040643" y="1746688"/>
                  <a:pt x="2040643" y="1384077"/>
                </a:cubicBezTo>
                <a:cubicBezTo>
                  <a:pt x="2040643" y="1021466"/>
                  <a:pt x="1746688" y="727511"/>
                  <a:pt x="1384077" y="727511"/>
                </a:cubicBezTo>
                <a:close/>
                <a:moveTo>
                  <a:pt x="1384077" y="0"/>
                </a:moveTo>
                <a:cubicBezTo>
                  <a:pt x="2148482" y="0"/>
                  <a:pt x="2768154" y="619672"/>
                  <a:pt x="2768154" y="1384077"/>
                </a:cubicBezTo>
                <a:cubicBezTo>
                  <a:pt x="2768154" y="2148482"/>
                  <a:pt x="2148482" y="2768154"/>
                  <a:pt x="1384077" y="2768154"/>
                </a:cubicBezTo>
                <a:cubicBezTo>
                  <a:pt x="619672" y="2768154"/>
                  <a:pt x="0" y="2148482"/>
                  <a:pt x="0" y="1384077"/>
                </a:cubicBezTo>
                <a:cubicBezTo>
                  <a:pt x="0" y="619672"/>
                  <a:pt x="619672" y="0"/>
                  <a:pt x="1384077" y="0"/>
                </a:cubicBezTo>
                <a:close/>
              </a:path>
            </a:pathLst>
          </a:custGeom>
          <a:solidFill>
            <a:schemeClr val="bg1"/>
          </a:solidFill>
          <a:ln w="28575">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8" name="rotating shape">
            <a:extLst>
              <a:ext uri="{FF2B5EF4-FFF2-40B4-BE49-F238E27FC236}">
                <a16:creationId xmlns:a16="http://schemas.microsoft.com/office/drawing/2014/main" id="{55AC1C4F-BF8D-FA85-DC1F-335BA8DE90B1}"/>
              </a:ext>
            </a:extLst>
          </p:cNvPr>
          <p:cNvGrpSpPr/>
          <p:nvPr/>
        </p:nvGrpSpPr>
        <p:grpSpPr>
          <a:xfrm rot="18838018">
            <a:off x="541358" y="3055469"/>
            <a:ext cx="3549610" cy="747059"/>
            <a:chOff x="541358" y="3057199"/>
            <a:chExt cx="3549610" cy="747059"/>
          </a:xfrm>
        </p:grpSpPr>
        <p:sp>
          <p:nvSpPr>
            <p:cNvPr id="9" name="Rectangle 8">
              <a:extLst>
                <a:ext uri="{FF2B5EF4-FFF2-40B4-BE49-F238E27FC236}">
                  <a16:creationId xmlns:a16="http://schemas.microsoft.com/office/drawing/2014/main" id="{8AEE1F36-5306-0BD5-C07C-CFF653FCB329}"/>
                </a:ext>
              </a:extLst>
            </p:cNvPr>
            <p:cNvSpPr/>
            <p:nvPr/>
          </p:nvSpPr>
          <p:spPr>
            <a:xfrm>
              <a:off x="805238" y="3057199"/>
              <a:ext cx="3285730" cy="74359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0" name="Oval 9">
              <a:extLst>
                <a:ext uri="{FF2B5EF4-FFF2-40B4-BE49-F238E27FC236}">
                  <a16:creationId xmlns:a16="http://schemas.microsoft.com/office/drawing/2014/main" id="{F614A57E-6861-C81C-2F6E-71DA6A707A57}"/>
                </a:ext>
              </a:extLst>
            </p:cNvPr>
            <p:cNvSpPr/>
            <p:nvPr/>
          </p:nvSpPr>
          <p:spPr>
            <a:xfrm>
              <a:off x="541358" y="3067579"/>
              <a:ext cx="736679" cy="736679"/>
            </a:xfrm>
            <a:prstGeom prst="ellipse">
              <a:avLst/>
            </a:prstGeom>
            <a:solidFill>
              <a:srgbClr val="EA8F44"/>
            </a:solidFill>
            <a:ln w="57150">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dirty="0">
                <a:ln>
                  <a:noFill/>
                </a:ln>
                <a:solidFill>
                  <a:srgbClr val="EA8F44"/>
                </a:solidFill>
                <a:effectLst/>
                <a:uLnTx/>
                <a:uFillTx/>
                <a:latin typeface="Calibri" panose="020F0502020204030204"/>
                <a:ea typeface="+mn-ea"/>
                <a:cs typeface="+mn-cs"/>
              </a:endParaRPr>
            </a:p>
          </p:txBody>
        </p:sp>
      </p:grpSp>
      <p:pic>
        <p:nvPicPr>
          <p:cNvPr id="11" name="open button" descr="Badge Follow with solid fill">
            <a:extLst>
              <a:ext uri="{FF2B5EF4-FFF2-40B4-BE49-F238E27FC236}">
                <a16:creationId xmlns:a16="http://schemas.microsoft.com/office/drawing/2014/main" id="{5C7B8EF1-DBDD-50A1-2EF0-6B82DD15B9F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081951" y="3190457"/>
            <a:ext cx="477082" cy="477082"/>
          </a:xfrm>
          <a:prstGeom prst="rect">
            <a:avLst/>
          </a:prstGeom>
        </p:spPr>
      </p:pic>
      <p:pic>
        <p:nvPicPr>
          <p:cNvPr id="12" name="close button" descr="Badge Cross with solid fill">
            <a:extLst>
              <a:ext uri="{FF2B5EF4-FFF2-40B4-BE49-F238E27FC236}">
                <a16:creationId xmlns:a16="http://schemas.microsoft.com/office/drawing/2014/main" id="{F4AE7E2B-FCED-41DD-0887-4D97FD902A0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081951" y="3190457"/>
            <a:ext cx="477082" cy="477082"/>
          </a:xfrm>
          <a:prstGeom prst="rect">
            <a:avLst/>
          </a:prstGeom>
        </p:spPr>
      </p:pic>
      <p:pic>
        <p:nvPicPr>
          <p:cNvPr id="13" name="Graphic 12" descr="Home outline">
            <a:hlinkClick r:id="rId6" action="ppaction://hlinksldjump"/>
            <a:extLst>
              <a:ext uri="{FF2B5EF4-FFF2-40B4-BE49-F238E27FC236}">
                <a16:creationId xmlns:a16="http://schemas.microsoft.com/office/drawing/2014/main" id="{BC7AE00E-5F6D-B9E3-EE74-C7EA1FD0C8FA}"/>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58828" y="3169218"/>
            <a:ext cx="474378" cy="474378"/>
          </a:xfrm>
          <a:prstGeom prst="rect">
            <a:avLst/>
          </a:prstGeom>
        </p:spPr>
      </p:pic>
      <p:pic>
        <p:nvPicPr>
          <p:cNvPr id="14" name="Graphic 13" descr="Cycle with people outline">
            <a:hlinkClick r:id="rId9" action="ppaction://hlinksldjump"/>
            <a:extLst>
              <a:ext uri="{FF2B5EF4-FFF2-40B4-BE49-F238E27FC236}">
                <a16:creationId xmlns:a16="http://schemas.microsoft.com/office/drawing/2014/main" id="{56CC4108-CB92-6FD5-2788-CE21241788E8}"/>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3127359" y="3163696"/>
            <a:ext cx="453419" cy="479900"/>
          </a:xfrm>
          <a:prstGeom prst="rect">
            <a:avLst/>
          </a:prstGeom>
        </p:spPr>
      </p:pic>
      <p:pic>
        <p:nvPicPr>
          <p:cNvPr id="15" name="Graphic 14" descr="Work from home desk outline">
            <a:hlinkClick r:id="rId12" action="ppaction://hlinksldjump"/>
            <a:extLst>
              <a:ext uri="{FF2B5EF4-FFF2-40B4-BE49-F238E27FC236}">
                <a16:creationId xmlns:a16="http://schemas.microsoft.com/office/drawing/2014/main" id="{E1B648AD-5E81-AC7C-CD10-9D5C20467F27}"/>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2868368" y="3909287"/>
            <a:ext cx="382789" cy="459722"/>
          </a:xfrm>
          <a:prstGeom prst="rect">
            <a:avLst/>
          </a:prstGeom>
        </p:spPr>
      </p:pic>
      <p:pic>
        <p:nvPicPr>
          <p:cNvPr id="16" name="Graphic 15" descr="Questions outline">
            <a:hlinkClick r:id="rId15" action="ppaction://hlinksldjump"/>
            <a:extLst>
              <a:ext uri="{FF2B5EF4-FFF2-40B4-BE49-F238E27FC236}">
                <a16:creationId xmlns:a16="http://schemas.microsoft.com/office/drawing/2014/main" id="{0C8A1898-2CB5-6515-600F-F466519967EC}"/>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2873979" y="2447141"/>
            <a:ext cx="415392" cy="416600"/>
          </a:xfrm>
          <a:prstGeom prst="rect">
            <a:avLst/>
          </a:prstGeom>
        </p:spPr>
      </p:pic>
      <p:pic>
        <p:nvPicPr>
          <p:cNvPr id="17" name="Graphic 16" descr="Gauge outline">
            <a:hlinkClick r:id="rId18" action="ppaction://hlinksldjump"/>
            <a:extLst>
              <a:ext uri="{FF2B5EF4-FFF2-40B4-BE49-F238E27FC236}">
                <a16:creationId xmlns:a16="http://schemas.microsoft.com/office/drawing/2014/main" id="{BD8AC45E-3768-3C48-2D2D-DE0D566564F1}"/>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2113313" y="2160841"/>
            <a:ext cx="435179" cy="474629"/>
          </a:xfrm>
          <a:prstGeom prst="rect">
            <a:avLst/>
          </a:prstGeom>
        </p:spPr>
      </p:pic>
      <p:pic>
        <p:nvPicPr>
          <p:cNvPr id="18" name="Graphic 17" descr="Building Brick Wall outline">
            <a:hlinkClick r:id="rId21" action="ppaction://hlinksldjump"/>
            <a:extLst>
              <a:ext uri="{FF2B5EF4-FFF2-40B4-BE49-F238E27FC236}">
                <a16:creationId xmlns:a16="http://schemas.microsoft.com/office/drawing/2014/main" id="{58B46149-0BF4-4038-59DA-52BDB19F8B95}"/>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2113313" y="4192171"/>
            <a:ext cx="435179" cy="459722"/>
          </a:xfrm>
          <a:prstGeom prst="rect">
            <a:avLst/>
          </a:prstGeom>
        </p:spPr>
      </p:pic>
      <p:pic>
        <p:nvPicPr>
          <p:cNvPr id="19" name="Graphic 18" descr="Clipboard outline">
            <a:hlinkClick r:id="rId24" action="ppaction://hlinksldjump"/>
            <a:extLst>
              <a:ext uri="{FF2B5EF4-FFF2-40B4-BE49-F238E27FC236}">
                <a16:creationId xmlns:a16="http://schemas.microsoft.com/office/drawing/2014/main" id="{241B0491-D521-3907-0923-662557025C32}"/>
              </a:ext>
            </a:extLst>
          </p:cNvPr>
          <p:cNvPicPr>
            <a:picLocks noChangeAspect="1"/>
          </p:cNvPicPr>
          <p:nvPr/>
        </p:nvPicPr>
        <p:blipFill>
          <a:blip r:embed="rId25">
            <a:extLst>
              <a:ext uri="{28A0092B-C50C-407E-A947-70E740481C1C}">
                <a14:useLocalDpi xmlns:a14="http://schemas.microsoft.com/office/drawing/2010/main" val="0"/>
              </a:ext>
              <a:ext uri="{96DAC541-7B7A-43D3-8B79-37D633B846F1}">
                <asvg:svgBlip xmlns:asvg="http://schemas.microsoft.com/office/drawing/2016/SVG/main" r:embed="rId26"/>
              </a:ext>
            </a:extLst>
          </a:blip>
          <a:stretch>
            <a:fillRect/>
          </a:stretch>
        </p:blipFill>
        <p:spPr>
          <a:xfrm>
            <a:off x="1358475" y="2501189"/>
            <a:ext cx="452264" cy="452264"/>
          </a:xfrm>
          <a:prstGeom prst="rect">
            <a:avLst/>
          </a:prstGeom>
        </p:spPr>
      </p:pic>
      <p:pic>
        <p:nvPicPr>
          <p:cNvPr id="20" name="Graphic 19" descr="Rollercoaster Down outline">
            <a:hlinkClick r:id="rId27" action="ppaction://hlinksldjump"/>
            <a:extLst>
              <a:ext uri="{FF2B5EF4-FFF2-40B4-BE49-F238E27FC236}">
                <a16:creationId xmlns:a16="http://schemas.microsoft.com/office/drawing/2014/main" id="{5CFC7183-614A-B8DB-DDD4-797468D6E861}"/>
              </a:ext>
            </a:extLst>
          </p:cNvPr>
          <p:cNvPicPr>
            <a:picLocks noChangeAspect="1"/>
          </p:cNvPicPr>
          <p:nvPr/>
        </p:nvPicPr>
        <p:blipFill>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tretch>
            <a:fillRect/>
          </a:stretch>
        </p:blipFill>
        <p:spPr>
          <a:xfrm>
            <a:off x="1138878" y="4200752"/>
            <a:ext cx="439194" cy="445170"/>
          </a:xfrm>
          <a:prstGeom prst="rect">
            <a:avLst/>
          </a:prstGeom>
        </p:spPr>
      </p:pic>
      <p:sp>
        <p:nvSpPr>
          <p:cNvPr id="21" name="TextBox 20">
            <a:extLst>
              <a:ext uri="{FF2B5EF4-FFF2-40B4-BE49-F238E27FC236}">
                <a16:creationId xmlns:a16="http://schemas.microsoft.com/office/drawing/2014/main" id="{D96FAFB9-963E-B21A-1F3D-03ECD97ED408}"/>
              </a:ext>
            </a:extLst>
          </p:cNvPr>
          <p:cNvSpPr txBox="1"/>
          <p:nvPr/>
        </p:nvSpPr>
        <p:spPr>
          <a:xfrm>
            <a:off x="5085234" y="844594"/>
            <a:ext cx="5865583" cy="120032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200" b="0" i="0" u="none" strike="noStrike" kern="1200" cap="none" spc="0" normalizeH="0" baseline="0" noProof="0" dirty="0">
                <a:ln>
                  <a:noFill/>
                </a:ln>
                <a:solidFill>
                  <a:srgbClr val="EA8F44"/>
                </a:solidFill>
                <a:effectLst/>
                <a:uLnTx/>
                <a:uFillTx/>
                <a:latin typeface="Berlin Sans FB Demi" panose="020E0802020502020306" pitchFamily="34" charset="0"/>
                <a:ea typeface="ADLaM Display" panose="02010000000000000000" pitchFamily="2" charset="0"/>
                <a:cs typeface="ADLaM Display" panose="02010000000000000000" pitchFamily="2" charset="0"/>
              </a:rPr>
              <a:t>Heading Nr 7</a:t>
            </a:r>
            <a:endParaRPr kumimoji="0" lang="ru-RU" sz="7200" b="0" i="0" u="none" strike="noStrike" kern="1200" cap="none" spc="0" normalizeH="0" baseline="0" noProof="0" dirty="0">
              <a:ln>
                <a:noFill/>
              </a:ln>
              <a:solidFill>
                <a:srgbClr val="EA8F44"/>
              </a:solidFill>
              <a:effectLst/>
              <a:uLnTx/>
              <a:uFillTx/>
              <a:latin typeface="Calibri" panose="020F0502020204030204"/>
              <a:ea typeface="ADLaM Display" panose="02010000000000000000" pitchFamily="2" charset="0"/>
              <a:cs typeface="ADLaM Display" panose="02010000000000000000" pitchFamily="2" charset="0"/>
            </a:endParaRPr>
          </a:p>
        </p:txBody>
      </p:sp>
      <p:sp>
        <p:nvSpPr>
          <p:cNvPr id="23" name="Rectangle 22">
            <a:extLst>
              <a:ext uri="{FF2B5EF4-FFF2-40B4-BE49-F238E27FC236}">
                <a16:creationId xmlns:a16="http://schemas.microsoft.com/office/drawing/2014/main" id="{C332CD32-DF27-CF34-8785-F1FF6B77F506}"/>
              </a:ext>
            </a:extLst>
          </p:cNvPr>
          <p:cNvSpPr/>
          <p:nvPr/>
        </p:nvSpPr>
        <p:spPr>
          <a:xfrm>
            <a:off x="4895850" y="1980450"/>
            <a:ext cx="6003088" cy="64472"/>
          </a:xfrm>
          <a:prstGeom prst="rect">
            <a:avLst/>
          </a:prstGeom>
          <a:solidFill>
            <a:srgbClr val="EA8F4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00B050"/>
              </a:solidFill>
              <a:effectLst/>
              <a:uLnTx/>
              <a:uFillTx/>
              <a:latin typeface="Calibri" panose="020F0502020204030204"/>
              <a:ea typeface="+mn-ea"/>
              <a:cs typeface="+mn-cs"/>
            </a:endParaRPr>
          </a:p>
        </p:txBody>
      </p:sp>
      <p:sp>
        <p:nvSpPr>
          <p:cNvPr id="3" name="TextBox 2">
            <a:extLst>
              <a:ext uri="{FF2B5EF4-FFF2-40B4-BE49-F238E27FC236}">
                <a16:creationId xmlns:a16="http://schemas.microsoft.com/office/drawing/2014/main" id="{88A88503-0F30-A2F4-E32D-F0DE4D5E9D34}"/>
              </a:ext>
            </a:extLst>
          </p:cNvPr>
          <p:cNvSpPr txBox="1"/>
          <p:nvPr/>
        </p:nvSpPr>
        <p:spPr>
          <a:xfrm>
            <a:off x="5294393" y="2932863"/>
            <a:ext cx="3143379"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EA8F44"/>
                </a:solidFill>
                <a:effectLst/>
                <a:uLnTx/>
                <a:uFillTx/>
                <a:latin typeface="Posterama" panose="020B0504020200020000" pitchFamily="34" charset="0"/>
                <a:ea typeface="+mn-ea"/>
                <a:cs typeface="Posterama" panose="020B0504020200020000" pitchFamily="34" charset="0"/>
              </a:rPr>
              <a:t>INSERT GOAL TITLE</a:t>
            </a:r>
            <a:endParaRPr kumimoji="0" lang="ru-RU" sz="2400" b="0" i="0" u="none" strike="noStrike" kern="1200" cap="none" spc="0" normalizeH="0" baseline="0" noProof="0" dirty="0">
              <a:ln>
                <a:noFill/>
              </a:ln>
              <a:solidFill>
                <a:srgbClr val="EA8F44"/>
              </a:solidFill>
              <a:effectLst/>
              <a:uLnTx/>
              <a:uFillTx/>
              <a:latin typeface="Posterama" panose="020B0504020200020000" pitchFamily="34" charset="0"/>
              <a:ea typeface="+mn-ea"/>
              <a:cs typeface="Posterama" panose="020B0504020200020000" pitchFamily="34" charset="0"/>
            </a:endParaRPr>
          </a:p>
        </p:txBody>
      </p:sp>
      <p:sp>
        <p:nvSpPr>
          <p:cNvPr id="4" name="TextBox 3">
            <a:extLst>
              <a:ext uri="{FF2B5EF4-FFF2-40B4-BE49-F238E27FC236}">
                <a16:creationId xmlns:a16="http://schemas.microsoft.com/office/drawing/2014/main" id="{B3F3EF48-3B03-AD17-6C75-14439F3C95CF}"/>
              </a:ext>
            </a:extLst>
          </p:cNvPr>
          <p:cNvSpPr txBox="1"/>
          <p:nvPr/>
        </p:nvSpPr>
        <p:spPr>
          <a:xfrm>
            <a:off x="5472121" y="3331120"/>
            <a:ext cx="5951781" cy="5847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lt-LT" sz="16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Lorem ipsum dolor sit amet, consectetur adipiscing elit, sed do eiusmod tempor incididunt ut labore et dolore magna aliqua</a:t>
            </a:r>
            <a:r>
              <a:rPr kumimoji="0" lang="en-US" sz="1600" b="0" i="0" u="none" strike="noStrike" kern="1200" cap="none" spc="0" normalizeH="0" baseline="0" noProof="0" dirty="0" err="1">
                <a:ln>
                  <a:noFill/>
                </a:ln>
                <a:solidFill>
                  <a:prstClr val="white"/>
                </a:solidFill>
                <a:effectLst/>
                <a:uLnTx/>
                <a:uFillTx/>
                <a:latin typeface="Calibri" panose="020F0502020204030204" pitchFamily="34" charset="0"/>
                <a:ea typeface="+mn-ea"/>
                <a:cs typeface="Calibri" panose="020F0502020204030204" pitchFamily="34" charset="0"/>
              </a:rPr>
              <a:t>sd</a:t>
            </a:r>
            <a:r>
              <a:rPr kumimoji="0" lang="lt-LT" sz="16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 </a:t>
            </a:r>
            <a:endParaRPr kumimoji="0" lang="ru-RU" sz="16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endParaRPr>
          </a:p>
        </p:txBody>
      </p:sp>
      <p:sp>
        <p:nvSpPr>
          <p:cNvPr id="25" name="TextBox 24">
            <a:extLst>
              <a:ext uri="{FF2B5EF4-FFF2-40B4-BE49-F238E27FC236}">
                <a16:creationId xmlns:a16="http://schemas.microsoft.com/office/drawing/2014/main" id="{9BDBC3D1-265A-8A4C-542A-870F5FF4225B}"/>
              </a:ext>
            </a:extLst>
          </p:cNvPr>
          <p:cNvSpPr txBox="1"/>
          <p:nvPr/>
        </p:nvSpPr>
        <p:spPr>
          <a:xfrm>
            <a:off x="5294393" y="4031613"/>
            <a:ext cx="3143379"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EA8F44"/>
                </a:solidFill>
                <a:effectLst/>
                <a:uLnTx/>
                <a:uFillTx/>
                <a:latin typeface="Posterama" panose="020B0504020200020000" pitchFamily="34" charset="0"/>
                <a:ea typeface="+mn-ea"/>
                <a:cs typeface="Posterama" panose="020B0504020200020000" pitchFamily="34" charset="0"/>
              </a:rPr>
              <a:t>INSERT GOAL TITLE</a:t>
            </a:r>
            <a:endParaRPr kumimoji="0" lang="ru-RU" sz="2400" b="0" i="0" u="none" strike="noStrike" kern="1200" cap="none" spc="0" normalizeH="0" baseline="0" noProof="0" dirty="0">
              <a:ln>
                <a:noFill/>
              </a:ln>
              <a:solidFill>
                <a:srgbClr val="EA8F44"/>
              </a:solidFill>
              <a:effectLst/>
              <a:uLnTx/>
              <a:uFillTx/>
              <a:latin typeface="Posterama" panose="020B0504020200020000" pitchFamily="34" charset="0"/>
              <a:ea typeface="+mn-ea"/>
              <a:cs typeface="Posterama" panose="020B0504020200020000" pitchFamily="34" charset="0"/>
            </a:endParaRPr>
          </a:p>
        </p:txBody>
      </p:sp>
      <p:sp>
        <p:nvSpPr>
          <p:cNvPr id="26" name="TextBox 25">
            <a:extLst>
              <a:ext uri="{FF2B5EF4-FFF2-40B4-BE49-F238E27FC236}">
                <a16:creationId xmlns:a16="http://schemas.microsoft.com/office/drawing/2014/main" id="{0E9C7115-776C-A822-C9DF-0080D558E061}"/>
              </a:ext>
            </a:extLst>
          </p:cNvPr>
          <p:cNvSpPr txBox="1"/>
          <p:nvPr/>
        </p:nvSpPr>
        <p:spPr>
          <a:xfrm>
            <a:off x="5472121" y="4429870"/>
            <a:ext cx="5951781" cy="5847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lt-LT" sz="16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Lorem ipsum dolor sit amet, consectetur adipiscing elit, sed do eiusmod tempor incididunt ut labore et dolore magna aliqua</a:t>
            </a:r>
            <a:r>
              <a:rPr kumimoji="0" lang="en-US" sz="1600" b="0" i="0" u="none" strike="noStrike" kern="1200" cap="none" spc="0" normalizeH="0" baseline="0" noProof="0" dirty="0" err="1">
                <a:ln>
                  <a:noFill/>
                </a:ln>
                <a:solidFill>
                  <a:prstClr val="white"/>
                </a:solidFill>
                <a:effectLst/>
                <a:uLnTx/>
                <a:uFillTx/>
                <a:latin typeface="Calibri" panose="020F0502020204030204" pitchFamily="34" charset="0"/>
                <a:ea typeface="+mn-ea"/>
                <a:cs typeface="Calibri" panose="020F0502020204030204" pitchFamily="34" charset="0"/>
              </a:rPr>
              <a:t>sd</a:t>
            </a:r>
            <a:r>
              <a:rPr kumimoji="0" lang="lt-LT" sz="16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 </a:t>
            </a:r>
            <a:endParaRPr kumimoji="0" lang="ru-RU" sz="16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endParaRPr>
          </a:p>
        </p:txBody>
      </p:sp>
      <p:sp>
        <p:nvSpPr>
          <p:cNvPr id="27" name="TextBox 26">
            <a:extLst>
              <a:ext uri="{FF2B5EF4-FFF2-40B4-BE49-F238E27FC236}">
                <a16:creationId xmlns:a16="http://schemas.microsoft.com/office/drawing/2014/main" id="{C9AF6C3C-DC42-E2D1-6C30-6899932B47FB}"/>
              </a:ext>
            </a:extLst>
          </p:cNvPr>
          <p:cNvSpPr txBox="1"/>
          <p:nvPr/>
        </p:nvSpPr>
        <p:spPr>
          <a:xfrm>
            <a:off x="5294393" y="5130363"/>
            <a:ext cx="3143379"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EA8F44"/>
                </a:solidFill>
                <a:effectLst/>
                <a:uLnTx/>
                <a:uFillTx/>
                <a:latin typeface="Posterama" panose="020B0504020200020000" pitchFamily="34" charset="0"/>
                <a:ea typeface="+mn-ea"/>
                <a:cs typeface="Posterama" panose="020B0504020200020000" pitchFamily="34" charset="0"/>
              </a:rPr>
              <a:t>INSERT GOAL TITLE</a:t>
            </a:r>
            <a:endParaRPr kumimoji="0" lang="ru-RU" sz="2400" b="0" i="0" u="none" strike="noStrike" kern="1200" cap="none" spc="0" normalizeH="0" baseline="0" noProof="0" dirty="0">
              <a:ln>
                <a:noFill/>
              </a:ln>
              <a:solidFill>
                <a:srgbClr val="EA8F44"/>
              </a:solidFill>
              <a:effectLst/>
              <a:uLnTx/>
              <a:uFillTx/>
              <a:latin typeface="Posterama" panose="020B0504020200020000" pitchFamily="34" charset="0"/>
              <a:ea typeface="+mn-ea"/>
              <a:cs typeface="Posterama" panose="020B0504020200020000" pitchFamily="34" charset="0"/>
            </a:endParaRPr>
          </a:p>
        </p:txBody>
      </p:sp>
      <p:sp>
        <p:nvSpPr>
          <p:cNvPr id="28" name="TextBox 27">
            <a:extLst>
              <a:ext uri="{FF2B5EF4-FFF2-40B4-BE49-F238E27FC236}">
                <a16:creationId xmlns:a16="http://schemas.microsoft.com/office/drawing/2014/main" id="{85D61B94-4021-DA6A-A93C-274E7ED7B9F3}"/>
              </a:ext>
            </a:extLst>
          </p:cNvPr>
          <p:cNvSpPr txBox="1"/>
          <p:nvPr/>
        </p:nvSpPr>
        <p:spPr>
          <a:xfrm>
            <a:off x="5472121" y="5528620"/>
            <a:ext cx="5951781" cy="5847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lt-LT" sz="16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Lorem ipsum dolor sit amet, consectetur adipiscing elit, sed do eiusmod tempor incididunt ut labore et dolore magna aliqua</a:t>
            </a:r>
            <a:r>
              <a:rPr kumimoji="0" lang="en-US" sz="1600" b="0" i="0" u="none" strike="noStrike" kern="1200" cap="none" spc="0" normalizeH="0" baseline="0" noProof="0" dirty="0" err="1">
                <a:ln>
                  <a:noFill/>
                </a:ln>
                <a:solidFill>
                  <a:prstClr val="white"/>
                </a:solidFill>
                <a:effectLst/>
                <a:uLnTx/>
                <a:uFillTx/>
                <a:latin typeface="Calibri" panose="020F0502020204030204" pitchFamily="34" charset="0"/>
                <a:ea typeface="+mn-ea"/>
                <a:cs typeface="Calibri" panose="020F0502020204030204" pitchFamily="34" charset="0"/>
              </a:rPr>
              <a:t>sd</a:t>
            </a:r>
            <a:r>
              <a:rPr kumimoji="0" lang="lt-LT" sz="16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 </a:t>
            </a:r>
            <a:endParaRPr kumimoji="0" lang="ru-RU" sz="16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endParaRPr>
          </a:p>
        </p:txBody>
      </p:sp>
      <p:cxnSp>
        <p:nvCxnSpPr>
          <p:cNvPr id="59" name="Straight Connector 58">
            <a:extLst>
              <a:ext uri="{FF2B5EF4-FFF2-40B4-BE49-F238E27FC236}">
                <a16:creationId xmlns:a16="http://schemas.microsoft.com/office/drawing/2014/main" id="{D59F08DB-2A33-87C1-8084-3BE5C6770B22}"/>
              </a:ext>
            </a:extLst>
          </p:cNvPr>
          <p:cNvCxnSpPr>
            <a:cxnSpLocks/>
            <a:stCxn id="3" idx="1"/>
          </p:cNvCxnSpPr>
          <p:nvPr/>
        </p:nvCxnSpPr>
        <p:spPr>
          <a:xfrm flipH="1" flipV="1">
            <a:off x="4783823" y="3163695"/>
            <a:ext cx="510570" cy="1"/>
          </a:xfrm>
          <a:prstGeom prst="line">
            <a:avLst/>
          </a:prstGeom>
          <a:ln w="28575">
            <a:solidFill>
              <a:srgbClr val="EA8F44"/>
            </a:solidFill>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317D1C3A-5286-19F8-C2E0-0A49297BAC89}"/>
              </a:ext>
            </a:extLst>
          </p:cNvPr>
          <p:cNvCxnSpPr>
            <a:cxnSpLocks/>
          </p:cNvCxnSpPr>
          <p:nvPr/>
        </p:nvCxnSpPr>
        <p:spPr>
          <a:xfrm>
            <a:off x="4783823" y="3163695"/>
            <a:ext cx="0" cy="459812"/>
          </a:xfrm>
          <a:prstGeom prst="line">
            <a:avLst/>
          </a:prstGeom>
          <a:ln w="28575">
            <a:solidFill>
              <a:srgbClr val="EA8F44"/>
            </a:solidFill>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A0893AF8-D68C-9FE8-5E58-F9A685047186}"/>
              </a:ext>
            </a:extLst>
          </p:cNvPr>
          <p:cNvCxnSpPr>
            <a:cxnSpLocks/>
            <a:endCxn id="4" idx="1"/>
          </p:cNvCxnSpPr>
          <p:nvPr/>
        </p:nvCxnSpPr>
        <p:spPr>
          <a:xfrm>
            <a:off x="4783823" y="3623508"/>
            <a:ext cx="688298"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EBF4436E-CA31-6A5F-4222-7D3873A05ED5}"/>
              </a:ext>
            </a:extLst>
          </p:cNvPr>
          <p:cNvCxnSpPr>
            <a:cxnSpLocks/>
          </p:cNvCxnSpPr>
          <p:nvPr/>
        </p:nvCxnSpPr>
        <p:spPr>
          <a:xfrm flipH="1" flipV="1">
            <a:off x="4783823" y="4260592"/>
            <a:ext cx="510570" cy="1"/>
          </a:xfrm>
          <a:prstGeom prst="line">
            <a:avLst/>
          </a:prstGeom>
          <a:ln w="28575">
            <a:solidFill>
              <a:srgbClr val="EA8F44"/>
            </a:solidFill>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17CAC56A-CAE3-0048-161F-34221B6BEDED}"/>
              </a:ext>
            </a:extLst>
          </p:cNvPr>
          <p:cNvCxnSpPr>
            <a:cxnSpLocks/>
          </p:cNvCxnSpPr>
          <p:nvPr/>
        </p:nvCxnSpPr>
        <p:spPr>
          <a:xfrm>
            <a:off x="4783823" y="4260592"/>
            <a:ext cx="0" cy="459812"/>
          </a:xfrm>
          <a:prstGeom prst="line">
            <a:avLst/>
          </a:prstGeom>
          <a:ln w="28575">
            <a:solidFill>
              <a:srgbClr val="EA8F44"/>
            </a:solidFill>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D3F1265E-72B6-4EE4-CDB1-70D77871878A}"/>
              </a:ext>
            </a:extLst>
          </p:cNvPr>
          <p:cNvCxnSpPr>
            <a:cxnSpLocks/>
          </p:cNvCxnSpPr>
          <p:nvPr/>
        </p:nvCxnSpPr>
        <p:spPr>
          <a:xfrm>
            <a:off x="4783823" y="4720405"/>
            <a:ext cx="688298"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E7D028C3-C09D-B621-41E9-005BF35422E1}"/>
              </a:ext>
            </a:extLst>
          </p:cNvPr>
          <p:cNvCxnSpPr>
            <a:cxnSpLocks/>
          </p:cNvCxnSpPr>
          <p:nvPr/>
        </p:nvCxnSpPr>
        <p:spPr>
          <a:xfrm flipH="1" flipV="1">
            <a:off x="4783823" y="5360048"/>
            <a:ext cx="510570" cy="1"/>
          </a:xfrm>
          <a:prstGeom prst="line">
            <a:avLst/>
          </a:prstGeom>
          <a:ln w="28575">
            <a:solidFill>
              <a:srgbClr val="EA8F44"/>
            </a:solidFill>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3B139852-ADE0-E27A-E6CE-A1B40B7C01A5}"/>
              </a:ext>
            </a:extLst>
          </p:cNvPr>
          <p:cNvCxnSpPr>
            <a:cxnSpLocks/>
          </p:cNvCxnSpPr>
          <p:nvPr/>
        </p:nvCxnSpPr>
        <p:spPr>
          <a:xfrm>
            <a:off x="4783823" y="5360048"/>
            <a:ext cx="0" cy="459812"/>
          </a:xfrm>
          <a:prstGeom prst="line">
            <a:avLst/>
          </a:prstGeom>
          <a:ln w="28575">
            <a:solidFill>
              <a:srgbClr val="EA8F44"/>
            </a:solidFill>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6CD7D188-2781-BEBD-1B52-639CDDFCE0D3}"/>
              </a:ext>
            </a:extLst>
          </p:cNvPr>
          <p:cNvCxnSpPr>
            <a:cxnSpLocks/>
          </p:cNvCxnSpPr>
          <p:nvPr/>
        </p:nvCxnSpPr>
        <p:spPr>
          <a:xfrm>
            <a:off x="4783823" y="5819861"/>
            <a:ext cx="688298"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425126F7-301F-5350-4E93-25D5550D7E4C}"/>
              </a:ext>
            </a:extLst>
          </p:cNvPr>
          <p:cNvCxnSpPr>
            <a:cxnSpLocks/>
          </p:cNvCxnSpPr>
          <p:nvPr/>
        </p:nvCxnSpPr>
        <p:spPr>
          <a:xfrm>
            <a:off x="4783823" y="3623507"/>
            <a:ext cx="0" cy="637084"/>
          </a:xfrm>
          <a:prstGeom prst="line">
            <a:avLst/>
          </a:prstGeom>
          <a:ln w="28575">
            <a:solidFill>
              <a:srgbClr val="EA8F44"/>
            </a:solidFill>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11A287FF-1F61-34F7-464F-6C503E54C7FA}"/>
              </a:ext>
            </a:extLst>
          </p:cNvPr>
          <p:cNvCxnSpPr>
            <a:cxnSpLocks/>
          </p:cNvCxnSpPr>
          <p:nvPr/>
        </p:nvCxnSpPr>
        <p:spPr>
          <a:xfrm>
            <a:off x="4783823" y="4722964"/>
            <a:ext cx="0" cy="637084"/>
          </a:xfrm>
          <a:prstGeom prst="line">
            <a:avLst/>
          </a:prstGeom>
          <a:ln w="28575">
            <a:solidFill>
              <a:srgbClr val="EA8F44"/>
            </a:solidFill>
          </a:ln>
        </p:spPr>
        <p:style>
          <a:lnRef idx="1">
            <a:schemeClr val="accent1"/>
          </a:lnRef>
          <a:fillRef idx="0">
            <a:schemeClr val="accent1"/>
          </a:fillRef>
          <a:effectRef idx="0">
            <a:schemeClr val="accent1"/>
          </a:effectRef>
          <a:fontRef idx="minor">
            <a:schemeClr val="tx1"/>
          </a:fontRef>
        </p:style>
      </p:cxnSp>
      <p:sp>
        <p:nvSpPr>
          <p:cNvPr id="88" name="TextBox 87">
            <a:extLst>
              <a:ext uri="{FF2B5EF4-FFF2-40B4-BE49-F238E27FC236}">
                <a16:creationId xmlns:a16="http://schemas.microsoft.com/office/drawing/2014/main" id="{1145BDEF-64B1-8F6D-E0CE-C7E9B47E8AA1}"/>
              </a:ext>
            </a:extLst>
          </p:cNvPr>
          <p:cNvSpPr txBox="1"/>
          <p:nvPr/>
        </p:nvSpPr>
        <p:spPr>
          <a:xfrm>
            <a:off x="4824679" y="2136336"/>
            <a:ext cx="6435235"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white"/>
                </a:solidFill>
                <a:effectLst/>
                <a:uLnTx/>
                <a:uFillTx/>
                <a:latin typeface="Bahnschrift SemiLight" panose="020B0502040204020203" pitchFamily="34" charset="0"/>
                <a:ea typeface="+mn-ea"/>
                <a:cs typeface="Arial" panose="020B0604020202020204" pitchFamily="34" charset="0"/>
              </a:rPr>
              <a:t>7. Write your text here. Write your text here. Write your text here. Write your text here. </a:t>
            </a:r>
            <a:endParaRPr kumimoji="0" lang="ru-RU"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75507684"/>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59"/>
                                        </p:tgtEl>
                                        <p:attrNameLst>
                                          <p:attrName>style.visibility</p:attrName>
                                        </p:attrNameLst>
                                      </p:cBhvr>
                                      <p:to>
                                        <p:strVal val="visible"/>
                                      </p:to>
                                    </p:set>
                                    <p:animEffect transition="in" filter="wipe(left)">
                                      <p:cBhvr>
                                        <p:cTn id="7" dur="300"/>
                                        <p:tgtEl>
                                          <p:spTgt spid="59"/>
                                        </p:tgtEl>
                                      </p:cBhvr>
                                    </p:animEffect>
                                  </p:childTnLst>
                                </p:cTn>
                              </p:par>
                            </p:childTnLst>
                          </p:cTn>
                        </p:par>
                        <p:par>
                          <p:cTn id="8" fill="hold">
                            <p:stCondLst>
                              <p:cond delay="300"/>
                            </p:stCondLst>
                            <p:childTnLst>
                              <p:par>
                                <p:cTn id="9" presetID="22" presetClass="entr" presetSubtype="8" fill="hold" grpId="0"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wipe(left)">
                                      <p:cBhvr>
                                        <p:cTn id="11" dur="500"/>
                                        <p:tgtEl>
                                          <p:spTgt spid="3"/>
                                        </p:tgtEl>
                                      </p:cBhvr>
                                    </p:animEffect>
                                  </p:childTnLst>
                                </p:cTn>
                              </p:par>
                            </p:childTnLst>
                          </p:cTn>
                        </p:par>
                        <p:par>
                          <p:cTn id="12" fill="hold">
                            <p:stCondLst>
                              <p:cond delay="800"/>
                            </p:stCondLst>
                            <p:childTnLst>
                              <p:par>
                                <p:cTn id="13" presetID="22" presetClass="entr" presetSubtype="1" fill="hold" nodeType="afterEffect">
                                  <p:stCondLst>
                                    <p:cond delay="0"/>
                                  </p:stCondLst>
                                  <p:childTnLst>
                                    <p:set>
                                      <p:cBhvr>
                                        <p:cTn id="14" dur="1" fill="hold">
                                          <p:stCondLst>
                                            <p:cond delay="0"/>
                                          </p:stCondLst>
                                        </p:cTn>
                                        <p:tgtEl>
                                          <p:spTgt spid="62"/>
                                        </p:tgtEl>
                                        <p:attrNameLst>
                                          <p:attrName>style.visibility</p:attrName>
                                        </p:attrNameLst>
                                      </p:cBhvr>
                                      <p:to>
                                        <p:strVal val="visible"/>
                                      </p:to>
                                    </p:set>
                                    <p:animEffect transition="in" filter="wipe(up)">
                                      <p:cBhvr>
                                        <p:cTn id="15" dur="300"/>
                                        <p:tgtEl>
                                          <p:spTgt spid="62"/>
                                        </p:tgtEl>
                                      </p:cBhvr>
                                    </p:animEffect>
                                  </p:childTnLst>
                                </p:cTn>
                              </p:par>
                            </p:childTnLst>
                          </p:cTn>
                        </p:par>
                        <p:par>
                          <p:cTn id="16" fill="hold">
                            <p:stCondLst>
                              <p:cond delay="1100"/>
                            </p:stCondLst>
                            <p:childTnLst>
                              <p:par>
                                <p:cTn id="17" presetID="22" presetClass="entr" presetSubtype="8" fill="hold" nodeType="afterEffect">
                                  <p:stCondLst>
                                    <p:cond delay="0"/>
                                  </p:stCondLst>
                                  <p:childTnLst>
                                    <p:set>
                                      <p:cBhvr>
                                        <p:cTn id="18" dur="1" fill="hold">
                                          <p:stCondLst>
                                            <p:cond delay="0"/>
                                          </p:stCondLst>
                                        </p:cTn>
                                        <p:tgtEl>
                                          <p:spTgt spid="65"/>
                                        </p:tgtEl>
                                        <p:attrNameLst>
                                          <p:attrName>style.visibility</p:attrName>
                                        </p:attrNameLst>
                                      </p:cBhvr>
                                      <p:to>
                                        <p:strVal val="visible"/>
                                      </p:to>
                                    </p:set>
                                    <p:animEffect transition="in" filter="wipe(left)">
                                      <p:cBhvr>
                                        <p:cTn id="19" dur="300"/>
                                        <p:tgtEl>
                                          <p:spTgt spid="65"/>
                                        </p:tgtEl>
                                      </p:cBhvr>
                                    </p:animEffect>
                                  </p:childTnLst>
                                </p:cTn>
                              </p:par>
                            </p:childTnLst>
                          </p:cTn>
                        </p:par>
                        <p:par>
                          <p:cTn id="20" fill="hold">
                            <p:stCondLst>
                              <p:cond delay="1400"/>
                            </p:stCondLst>
                            <p:childTnLst>
                              <p:par>
                                <p:cTn id="21" presetID="22" presetClass="entr" presetSubtype="8" fill="hold" grpId="0" nodeType="afterEffect">
                                  <p:stCondLst>
                                    <p:cond delay="0"/>
                                  </p:stCondLst>
                                  <p:childTnLst>
                                    <p:set>
                                      <p:cBhvr>
                                        <p:cTn id="22" dur="1" fill="hold">
                                          <p:stCondLst>
                                            <p:cond delay="0"/>
                                          </p:stCondLst>
                                        </p:cTn>
                                        <p:tgtEl>
                                          <p:spTgt spid="4"/>
                                        </p:tgtEl>
                                        <p:attrNameLst>
                                          <p:attrName>style.visibility</p:attrName>
                                        </p:attrNameLst>
                                      </p:cBhvr>
                                      <p:to>
                                        <p:strVal val="visible"/>
                                      </p:to>
                                    </p:set>
                                    <p:animEffect transition="in" filter="wipe(left)">
                                      <p:cBhvr>
                                        <p:cTn id="23" dur="500"/>
                                        <p:tgtEl>
                                          <p:spTgt spid="4"/>
                                        </p:tgtEl>
                                      </p:cBhvr>
                                    </p:animEffect>
                                  </p:childTnLst>
                                </p:cTn>
                              </p:par>
                            </p:childTnLst>
                          </p:cTn>
                        </p:par>
                        <p:par>
                          <p:cTn id="24" fill="hold">
                            <p:stCondLst>
                              <p:cond delay="1900"/>
                            </p:stCondLst>
                            <p:childTnLst>
                              <p:par>
                                <p:cTn id="25" presetID="22" presetClass="entr" presetSubtype="1" fill="hold" nodeType="afterEffect">
                                  <p:stCondLst>
                                    <p:cond delay="0"/>
                                  </p:stCondLst>
                                  <p:childTnLst>
                                    <p:set>
                                      <p:cBhvr>
                                        <p:cTn id="26" dur="1" fill="hold">
                                          <p:stCondLst>
                                            <p:cond delay="0"/>
                                          </p:stCondLst>
                                        </p:cTn>
                                        <p:tgtEl>
                                          <p:spTgt spid="79"/>
                                        </p:tgtEl>
                                        <p:attrNameLst>
                                          <p:attrName>style.visibility</p:attrName>
                                        </p:attrNameLst>
                                      </p:cBhvr>
                                      <p:to>
                                        <p:strVal val="visible"/>
                                      </p:to>
                                    </p:set>
                                    <p:animEffect transition="in" filter="wipe(up)">
                                      <p:cBhvr>
                                        <p:cTn id="27" dur="300"/>
                                        <p:tgtEl>
                                          <p:spTgt spid="79"/>
                                        </p:tgtEl>
                                      </p:cBhvr>
                                    </p:animEffect>
                                  </p:childTnLst>
                                </p:cTn>
                              </p:par>
                            </p:childTnLst>
                          </p:cTn>
                        </p:par>
                        <p:par>
                          <p:cTn id="28" fill="hold">
                            <p:stCondLst>
                              <p:cond delay="2200"/>
                            </p:stCondLst>
                            <p:childTnLst>
                              <p:par>
                                <p:cTn id="29" presetID="22" presetClass="entr" presetSubtype="8" fill="hold" nodeType="afterEffect">
                                  <p:stCondLst>
                                    <p:cond delay="0"/>
                                  </p:stCondLst>
                                  <p:childTnLst>
                                    <p:set>
                                      <p:cBhvr>
                                        <p:cTn id="30" dur="1" fill="hold">
                                          <p:stCondLst>
                                            <p:cond delay="0"/>
                                          </p:stCondLst>
                                        </p:cTn>
                                        <p:tgtEl>
                                          <p:spTgt spid="72"/>
                                        </p:tgtEl>
                                        <p:attrNameLst>
                                          <p:attrName>style.visibility</p:attrName>
                                        </p:attrNameLst>
                                      </p:cBhvr>
                                      <p:to>
                                        <p:strVal val="visible"/>
                                      </p:to>
                                    </p:set>
                                    <p:animEffect transition="in" filter="wipe(left)">
                                      <p:cBhvr>
                                        <p:cTn id="31" dur="300"/>
                                        <p:tgtEl>
                                          <p:spTgt spid="72"/>
                                        </p:tgtEl>
                                      </p:cBhvr>
                                    </p:animEffect>
                                  </p:childTnLst>
                                </p:cTn>
                              </p:par>
                            </p:childTnLst>
                          </p:cTn>
                        </p:par>
                        <p:par>
                          <p:cTn id="32" fill="hold">
                            <p:stCondLst>
                              <p:cond delay="2500"/>
                            </p:stCondLst>
                            <p:childTnLst>
                              <p:par>
                                <p:cTn id="33" presetID="22" presetClass="entr" presetSubtype="8" fill="hold" grpId="0" nodeType="afterEffect">
                                  <p:stCondLst>
                                    <p:cond delay="0"/>
                                  </p:stCondLst>
                                  <p:childTnLst>
                                    <p:set>
                                      <p:cBhvr>
                                        <p:cTn id="34" dur="1" fill="hold">
                                          <p:stCondLst>
                                            <p:cond delay="0"/>
                                          </p:stCondLst>
                                        </p:cTn>
                                        <p:tgtEl>
                                          <p:spTgt spid="25"/>
                                        </p:tgtEl>
                                        <p:attrNameLst>
                                          <p:attrName>style.visibility</p:attrName>
                                        </p:attrNameLst>
                                      </p:cBhvr>
                                      <p:to>
                                        <p:strVal val="visible"/>
                                      </p:to>
                                    </p:set>
                                    <p:animEffect transition="in" filter="wipe(left)">
                                      <p:cBhvr>
                                        <p:cTn id="35" dur="500"/>
                                        <p:tgtEl>
                                          <p:spTgt spid="25"/>
                                        </p:tgtEl>
                                      </p:cBhvr>
                                    </p:animEffect>
                                  </p:childTnLst>
                                </p:cTn>
                              </p:par>
                            </p:childTnLst>
                          </p:cTn>
                        </p:par>
                        <p:par>
                          <p:cTn id="36" fill="hold">
                            <p:stCondLst>
                              <p:cond delay="3000"/>
                            </p:stCondLst>
                            <p:childTnLst>
                              <p:par>
                                <p:cTn id="37" presetID="22" presetClass="entr" presetSubtype="1" fill="hold" nodeType="afterEffect">
                                  <p:stCondLst>
                                    <p:cond delay="0"/>
                                  </p:stCondLst>
                                  <p:childTnLst>
                                    <p:set>
                                      <p:cBhvr>
                                        <p:cTn id="38" dur="1" fill="hold">
                                          <p:stCondLst>
                                            <p:cond delay="0"/>
                                          </p:stCondLst>
                                        </p:cTn>
                                        <p:tgtEl>
                                          <p:spTgt spid="73"/>
                                        </p:tgtEl>
                                        <p:attrNameLst>
                                          <p:attrName>style.visibility</p:attrName>
                                        </p:attrNameLst>
                                      </p:cBhvr>
                                      <p:to>
                                        <p:strVal val="visible"/>
                                      </p:to>
                                    </p:set>
                                    <p:animEffect transition="in" filter="wipe(up)">
                                      <p:cBhvr>
                                        <p:cTn id="39" dur="300"/>
                                        <p:tgtEl>
                                          <p:spTgt spid="73"/>
                                        </p:tgtEl>
                                      </p:cBhvr>
                                    </p:animEffect>
                                  </p:childTnLst>
                                </p:cTn>
                              </p:par>
                            </p:childTnLst>
                          </p:cTn>
                        </p:par>
                        <p:par>
                          <p:cTn id="40" fill="hold">
                            <p:stCondLst>
                              <p:cond delay="3300"/>
                            </p:stCondLst>
                            <p:childTnLst>
                              <p:par>
                                <p:cTn id="41" presetID="22" presetClass="entr" presetSubtype="8" fill="hold" nodeType="afterEffect">
                                  <p:stCondLst>
                                    <p:cond delay="0"/>
                                  </p:stCondLst>
                                  <p:childTnLst>
                                    <p:set>
                                      <p:cBhvr>
                                        <p:cTn id="42" dur="1" fill="hold">
                                          <p:stCondLst>
                                            <p:cond delay="0"/>
                                          </p:stCondLst>
                                        </p:cTn>
                                        <p:tgtEl>
                                          <p:spTgt spid="74"/>
                                        </p:tgtEl>
                                        <p:attrNameLst>
                                          <p:attrName>style.visibility</p:attrName>
                                        </p:attrNameLst>
                                      </p:cBhvr>
                                      <p:to>
                                        <p:strVal val="visible"/>
                                      </p:to>
                                    </p:set>
                                    <p:animEffect transition="in" filter="wipe(left)">
                                      <p:cBhvr>
                                        <p:cTn id="43" dur="300"/>
                                        <p:tgtEl>
                                          <p:spTgt spid="74"/>
                                        </p:tgtEl>
                                      </p:cBhvr>
                                    </p:animEffect>
                                  </p:childTnLst>
                                </p:cTn>
                              </p:par>
                            </p:childTnLst>
                          </p:cTn>
                        </p:par>
                        <p:par>
                          <p:cTn id="44" fill="hold">
                            <p:stCondLst>
                              <p:cond delay="3600"/>
                            </p:stCondLst>
                            <p:childTnLst>
                              <p:par>
                                <p:cTn id="45" presetID="22" presetClass="entr" presetSubtype="8" fill="hold" grpId="0" nodeType="afterEffect">
                                  <p:stCondLst>
                                    <p:cond delay="0"/>
                                  </p:stCondLst>
                                  <p:childTnLst>
                                    <p:set>
                                      <p:cBhvr>
                                        <p:cTn id="46" dur="1" fill="hold">
                                          <p:stCondLst>
                                            <p:cond delay="0"/>
                                          </p:stCondLst>
                                        </p:cTn>
                                        <p:tgtEl>
                                          <p:spTgt spid="26"/>
                                        </p:tgtEl>
                                        <p:attrNameLst>
                                          <p:attrName>style.visibility</p:attrName>
                                        </p:attrNameLst>
                                      </p:cBhvr>
                                      <p:to>
                                        <p:strVal val="visible"/>
                                      </p:to>
                                    </p:set>
                                    <p:animEffect transition="in" filter="wipe(left)">
                                      <p:cBhvr>
                                        <p:cTn id="47" dur="500"/>
                                        <p:tgtEl>
                                          <p:spTgt spid="26"/>
                                        </p:tgtEl>
                                      </p:cBhvr>
                                    </p:animEffect>
                                  </p:childTnLst>
                                </p:cTn>
                              </p:par>
                            </p:childTnLst>
                          </p:cTn>
                        </p:par>
                        <p:par>
                          <p:cTn id="48" fill="hold">
                            <p:stCondLst>
                              <p:cond delay="4100"/>
                            </p:stCondLst>
                            <p:childTnLst>
                              <p:par>
                                <p:cTn id="49" presetID="22" presetClass="entr" presetSubtype="1" fill="hold" nodeType="afterEffect">
                                  <p:stCondLst>
                                    <p:cond delay="0"/>
                                  </p:stCondLst>
                                  <p:childTnLst>
                                    <p:set>
                                      <p:cBhvr>
                                        <p:cTn id="50" dur="1" fill="hold">
                                          <p:stCondLst>
                                            <p:cond delay="0"/>
                                          </p:stCondLst>
                                        </p:cTn>
                                        <p:tgtEl>
                                          <p:spTgt spid="87"/>
                                        </p:tgtEl>
                                        <p:attrNameLst>
                                          <p:attrName>style.visibility</p:attrName>
                                        </p:attrNameLst>
                                      </p:cBhvr>
                                      <p:to>
                                        <p:strVal val="visible"/>
                                      </p:to>
                                    </p:set>
                                    <p:animEffect transition="in" filter="wipe(up)">
                                      <p:cBhvr>
                                        <p:cTn id="51" dur="300"/>
                                        <p:tgtEl>
                                          <p:spTgt spid="87"/>
                                        </p:tgtEl>
                                      </p:cBhvr>
                                    </p:animEffect>
                                  </p:childTnLst>
                                </p:cTn>
                              </p:par>
                            </p:childTnLst>
                          </p:cTn>
                        </p:par>
                        <p:par>
                          <p:cTn id="52" fill="hold">
                            <p:stCondLst>
                              <p:cond delay="4400"/>
                            </p:stCondLst>
                            <p:childTnLst>
                              <p:par>
                                <p:cTn id="53" presetID="22" presetClass="entr" presetSubtype="8" fill="hold" nodeType="afterEffect">
                                  <p:stCondLst>
                                    <p:cond delay="0"/>
                                  </p:stCondLst>
                                  <p:childTnLst>
                                    <p:set>
                                      <p:cBhvr>
                                        <p:cTn id="54" dur="1" fill="hold">
                                          <p:stCondLst>
                                            <p:cond delay="0"/>
                                          </p:stCondLst>
                                        </p:cTn>
                                        <p:tgtEl>
                                          <p:spTgt spid="75"/>
                                        </p:tgtEl>
                                        <p:attrNameLst>
                                          <p:attrName>style.visibility</p:attrName>
                                        </p:attrNameLst>
                                      </p:cBhvr>
                                      <p:to>
                                        <p:strVal val="visible"/>
                                      </p:to>
                                    </p:set>
                                    <p:animEffect transition="in" filter="wipe(left)">
                                      <p:cBhvr>
                                        <p:cTn id="55" dur="300"/>
                                        <p:tgtEl>
                                          <p:spTgt spid="75"/>
                                        </p:tgtEl>
                                      </p:cBhvr>
                                    </p:animEffect>
                                  </p:childTnLst>
                                </p:cTn>
                              </p:par>
                            </p:childTnLst>
                          </p:cTn>
                        </p:par>
                        <p:par>
                          <p:cTn id="56" fill="hold">
                            <p:stCondLst>
                              <p:cond delay="4700"/>
                            </p:stCondLst>
                            <p:childTnLst>
                              <p:par>
                                <p:cTn id="57" presetID="22" presetClass="entr" presetSubtype="8" fill="hold" grpId="0" nodeType="afterEffect">
                                  <p:stCondLst>
                                    <p:cond delay="0"/>
                                  </p:stCondLst>
                                  <p:childTnLst>
                                    <p:set>
                                      <p:cBhvr>
                                        <p:cTn id="58" dur="1" fill="hold">
                                          <p:stCondLst>
                                            <p:cond delay="0"/>
                                          </p:stCondLst>
                                        </p:cTn>
                                        <p:tgtEl>
                                          <p:spTgt spid="27"/>
                                        </p:tgtEl>
                                        <p:attrNameLst>
                                          <p:attrName>style.visibility</p:attrName>
                                        </p:attrNameLst>
                                      </p:cBhvr>
                                      <p:to>
                                        <p:strVal val="visible"/>
                                      </p:to>
                                    </p:set>
                                    <p:animEffect transition="in" filter="wipe(left)">
                                      <p:cBhvr>
                                        <p:cTn id="59" dur="500"/>
                                        <p:tgtEl>
                                          <p:spTgt spid="27"/>
                                        </p:tgtEl>
                                      </p:cBhvr>
                                    </p:animEffect>
                                  </p:childTnLst>
                                </p:cTn>
                              </p:par>
                            </p:childTnLst>
                          </p:cTn>
                        </p:par>
                        <p:par>
                          <p:cTn id="60" fill="hold">
                            <p:stCondLst>
                              <p:cond delay="5200"/>
                            </p:stCondLst>
                            <p:childTnLst>
                              <p:par>
                                <p:cTn id="61" presetID="22" presetClass="entr" presetSubtype="1" fill="hold" nodeType="afterEffect">
                                  <p:stCondLst>
                                    <p:cond delay="0"/>
                                  </p:stCondLst>
                                  <p:childTnLst>
                                    <p:set>
                                      <p:cBhvr>
                                        <p:cTn id="62" dur="1" fill="hold">
                                          <p:stCondLst>
                                            <p:cond delay="0"/>
                                          </p:stCondLst>
                                        </p:cTn>
                                        <p:tgtEl>
                                          <p:spTgt spid="76"/>
                                        </p:tgtEl>
                                        <p:attrNameLst>
                                          <p:attrName>style.visibility</p:attrName>
                                        </p:attrNameLst>
                                      </p:cBhvr>
                                      <p:to>
                                        <p:strVal val="visible"/>
                                      </p:to>
                                    </p:set>
                                    <p:animEffect transition="in" filter="wipe(up)">
                                      <p:cBhvr>
                                        <p:cTn id="63" dur="300"/>
                                        <p:tgtEl>
                                          <p:spTgt spid="76"/>
                                        </p:tgtEl>
                                      </p:cBhvr>
                                    </p:animEffect>
                                  </p:childTnLst>
                                </p:cTn>
                              </p:par>
                            </p:childTnLst>
                          </p:cTn>
                        </p:par>
                        <p:par>
                          <p:cTn id="64" fill="hold">
                            <p:stCondLst>
                              <p:cond delay="5500"/>
                            </p:stCondLst>
                            <p:childTnLst>
                              <p:par>
                                <p:cTn id="65" presetID="22" presetClass="entr" presetSubtype="8" fill="hold" nodeType="afterEffect">
                                  <p:stCondLst>
                                    <p:cond delay="0"/>
                                  </p:stCondLst>
                                  <p:childTnLst>
                                    <p:set>
                                      <p:cBhvr>
                                        <p:cTn id="66" dur="1" fill="hold">
                                          <p:stCondLst>
                                            <p:cond delay="0"/>
                                          </p:stCondLst>
                                        </p:cTn>
                                        <p:tgtEl>
                                          <p:spTgt spid="77"/>
                                        </p:tgtEl>
                                        <p:attrNameLst>
                                          <p:attrName>style.visibility</p:attrName>
                                        </p:attrNameLst>
                                      </p:cBhvr>
                                      <p:to>
                                        <p:strVal val="visible"/>
                                      </p:to>
                                    </p:set>
                                    <p:animEffect transition="in" filter="wipe(left)">
                                      <p:cBhvr>
                                        <p:cTn id="67" dur="300"/>
                                        <p:tgtEl>
                                          <p:spTgt spid="77"/>
                                        </p:tgtEl>
                                      </p:cBhvr>
                                    </p:animEffect>
                                  </p:childTnLst>
                                </p:cTn>
                              </p:par>
                            </p:childTnLst>
                          </p:cTn>
                        </p:par>
                        <p:par>
                          <p:cTn id="68" fill="hold">
                            <p:stCondLst>
                              <p:cond delay="5800"/>
                            </p:stCondLst>
                            <p:childTnLst>
                              <p:par>
                                <p:cTn id="69" presetID="22" presetClass="entr" presetSubtype="8" fill="hold" grpId="0" nodeType="afterEffect">
                                  <p:stCondLst>
                                    <p:cond delay="0"/>
                                  </p:stCondLst>
                                  <p:childTnLst>
                                    <p:set>
                                      <p:cBhvr>
                                        <p:cTn id="70" dur="1" fill="hold">
                                          <p:stCondLst>
                                            <p:cond delay="0"/>
                                          </p:stCondLst>
                                        </p:cTn>
                                        <p:tgtEl>
                                          <p:spTgt spid="28"/>
                                        </p:tgtEl>
                                        <p:attrNameLst>
                                          <p:attrName>style.visibility</p:attrName>
                                        </p:attrNameLst>
                                      </p:cBhvr>
                                      <p:to>
                                        <p:strVal val="visible"/>
                                      </p:to>
                                    </p:set>
                                    <p:animEffect transition="in" filter="wipe(left)">
                                      <p:cBhvr>
                                        <p:cTn id="71"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72" restart="whenNotActive" fill="hold" evtFilter="cancelBubble" nodeType="interactiveSeq">
                <p:stCondLst>
                  <p:cond evt="onClick" delay="0">
                    <p:tgtEl>
                      <p:spTgt spid="12"/>
                    </p:tgtEl>
                  </p:cond>
                </p:stCondLst>
                <p:endSync evt="end" delay="0">
                  <p:rtn val="all"/>
                </p:endSync>
                <p:childTnLst>
                  <p:par>
                    <p:cTn id="73" fill="hold">
                      <p:stCondLst>
                        <p:cond delay="0"/>
                      </p:stCondLst>
                      <p:childTnLst>
                        <p:par>
                          <p:cTn id="74" fill="hold">
                            <p:stCondLst>
                              <p:cond delay="0"/>
                            </p:stCondLst>
                            <p:childTnLst>
                              <p:par>
                                <p:cTn id="75" presetID="10" presetClass="exit" presetSubtype="0" fill="hold" nodeType="clickEffect">
                                  <p:stCondLst>
                                    <p:cond delay="0"/>
                                  </p:stCondLst>
                                  <p:childTnLst>
                                    <p:animEffect transition="out" filter="fade">
                                      <p:cBhvr>
                                        <p:cTn id="76" dur="400"/>
                                        <p:tgtEl>
                                          <p:spTgt spid="8"/>
                                        </p:tgtEl>
                                      </p:cBhvr>
                                    </p:animEffect>
                                    <p:set>
                                      <p:cBhvr>
                                        <p:cTn id="77" dur="1" fill="hold">
                                          <p:stCondLst>
                                            <p:cond delay="399"/>
                                          </p:stCondLst>
                                        </p:cTn>
                                        <p:tgtEl>
                                          <p:spTgt spid="8"/>
                                        </p:tgtEl>
                                        <p:attrNameLst>
                                          <p:attrName>style.visibility</p:attrName>
                                        </p:attrNameLst>
                                      </p:cBhvr>
                                      <p:to>
                                        <p:strVal val="hidden"/>
                                      </p:to>
                                    </p:set>
                                  </p:childTnLst>
                                </p:cTn>
                              </p:par>
                            </p:childTnLst>
                          </p:cTn>
                        </p:par>
                        <p:par>
                          <p:cTn id="78" fill="hold">
                            <p:stCondLst>
                              <p:cond delay="400"/>
                            </p:stCondLst>
                            <p:childTnLst>
                              <p:par>
                                <p:cTn id="79" presetID="1" presetClass="exit" presetSubtype="0" fill="hold" nodeType="afterEffect">
                                  <p:stCondLst>
                                    <p:cond delay="0"/>
                                  </p:stCondLst>
                                  <p:childTnLst>
                                    <p:set>
                                      <p:cBhvr>
                                        <p:cTn id="80" dur="1" fill="hold">
                                          <p:stCondLst>
                                            <p:cond delay="0"/>
                                          </p:stCondLst>
                                        </p:cTn>
                                        <p:tgtEl>
                                          <p:spTgt spid="12"/>
                                        </p:tgtEl>
                                        <p:attrNameLst>
                                          <p:attrName>style.visibility</p:attrName>
                                        </p:attrNameLst>
                                      </p:cBhvr>
                                      <p:to>
                                        <p:strVal val="hidden"/>
                                      </p:to>
                                    </p:set>
                                  </p:childTnLst>
                                </p:cTn>
                              </p:par>
                            </p:childTnLst>
                          </p:cTn>
                        </p:par>
                        <p:par>
                          <p:cTn id="81" fill="hold">
                            <p:stCondLst>
                              <p:cond delay="400"/>
                            </p:stCondLst>
                            <p:childTnLst>
                              <p:par>
                                <p:cTn id="82" presetID="53" presetClass="exit" presetSubtype="32" fill="hold" nodeType="afterEffect">
                                  <p:stCondLst>
                                    <p:cond delay="0"/>
                                  </p:stCondLst>
                                  <p:childTnLst>
                                    <p:anim calcmode="lin" valueType="num">
                                      <p:cBhvr>
                                        <p:cTn id="83" dur="250"/>
                                        <p:tgtEl>
                                          <p:spTgt spid="13"/>
                                        </p:tgtEl>
                                        <p:attrNameLst>
                                          <p:attrName>ppt_w</p:attrName>
                                        </p:attrNameLst>
                                      </p:cBhvr>
                                      <p:tavLst>
                                        <p:tav tm="0">
                                          <p:val>
                                            <p:strVal val="ppt_w"/>
                                          </p:val>
                                        </p:tav>
                                        <p:tav tm="100000">
                                          <p:val>
                                            <p:fltVal val="0"/>
                                          </p:val>
                                        </p:tav>
                                      </p:tavLst>
                                    </p:anim>
                                    <p:anim calcmode="lin" valueType="num">
                                      <p:cBhvr>
                                        <p:cTn id="84" dur="250"/>
                                        <p:tgtEl>
                                          <p:spTgt spid="13"/>
                                        </p:tgtEl>
                                        <p:attrNameLst>
                                          <p:attrName>ppt_h</p:attrName>
                                        </p:attrNameLst>
                                      </p:cBhvr>
                                      <p:tavLst>
                                        <p:tav tm="0">
                                          <p:val>
                                            <p:strVal val="ppt_h"/>
                                          </p:val>
                                        </p:tav>
                                        <p:tav tm="100000">
                                          <p:val>
                                            <p:fltVal val="0"/>
                                          </p:val>
                                        </p:tav>
                                      </p:tavLst>
                                    </p:anim>
                                    <p:animEffect transition="out" filter="fade">
                                      <p:cBhvr>
                                        <p:cTn id="85" dur="250"/>
                                        <p:tgtEl>
                                          <p:spTgt spid="13"/>
                                        </p:tgtEl>
                                      </p:cBhvr>
                                    </p:animEffect>
                                    <p:set>
                                      <p:cBhvr>
                                        <p:cTn id="86" dur="1" fill="hold">
                                          <p:stCondLst>
                                            <p:cond delay="249"/>
                                          </p:stCondLst>
                                        </p:cTn>
                                        <p:tgtEl>
                                          <p:spTgt spid="13"/>
                                        </p:tgtEl>
                                        <p:attrNameLst>
                                          <p:attrName>style.visibility</p:attrName>
                                        </p:attrNameLst>
                                      </p:cBhvr>
                                      <p:to>
                                        <p:strVal val="hidden"/>
                                      </p:to>
                                    </p:set>
                                  </p:childTnLst>
                                </p:cTn>
                              </p:par>
                              <p:par>
                                <p:cTn id="87" presetID="53" presetClass="exit" presetSubtype="32" fill="hold" nodeType="withEffect">
                                  <p:stCondLst>
                                    <p:cond delay="0"/>
                                  </p:stCondLst>
                                  <p:childTnLst>
                                    <p:anim calcmode="lin" valueType="num">
                                      <p:cBhvr>
                                        <p:cTn id="88" dur="250"/>
                                        <p:tgtEl>
                                          <p:spTgt spid="19"/>
                                        </p:tgtEl>
                                        <p:attrNameLst>
                                          <p:attrName>ppt_w</p:attrName>
                                        </p:attrNameLst>
                                      </p:cBhvr>
                                      <p:tavLst>
                                        <p:tav tm="0">
                                          <p:val>
                                            <p:strVal val="ppt_w"/>
                                          </p:val>
                                        </p:tav>
                                        <p:tav tm="100000">
                                          <p:val>
                                            <p:fltVal val="0"/>
                                          </p:val>
                                        </p:tav>
                                      </p:tavLst>
                                    </p:anim>
                                    <p:anim calcmode="lin" valueType="num">
                                      <p:cBhvr>
                                        <p:cTn id="89" dur="250"/>
                                        <p:tgtEl>
                                          <p:spTgt spid="19"/>
                                        </p:tgtEl>
                                        <p:attrNameLst>
                                          <p:attrName>ppt_h</p:attrName>
                                        </p:attrNameLst>
                                      </p:cBhvr>
                                      <p:tavLst>
                                        <p:tav tm="0">
                                          <p:val>
                                            <p:strVal val="ppt_h"/>
                                          </p:val>
                                        </p:tav>
                                        <p:tav tm="100000">
                                          <p:val>
                                            <p:fltVal val="0"/>
                                          </p:val>
                                        </p:tav>
                                      </p:tavLst>
                                    </p:anim>
                                    <p:animEffect transition="out" filter="fade">
                                      <p:cBhvr>
                                        <p:cTn id="90" dur="250"/>
                                        <p:tgtEl>
                                          <p:spTgt spid="19"/>
                                        </p:tgtEl>
                                      </p:cBhvr>
                                    </p:animEffect>
                                    <p:set>
                                      <p:cBhvr>
                                        <p:cTn id="91" dur="1" fill="hold">
                                          <p:stCondLst>
                                            <p:cond delay="249"/>
                                          </p:stCondLst>
                                        </p:cTn>
                                        <p:tgtEl>
                                          <p:spTgt spid="19"/>
                                        </p:tgtEl>
                                        <p:attrNameLst>
                                          <p:attrName>style.visibility</p:attrName>
                                        </p:attrNameLst>
                                      </p:cBhvr>
                                      <p:to>
                                        <p:strVal val="hidden"/>
                                      </p:to>
                                    </p:set>
                                  </p:childTnLst>
                                </p:cTn>
                              </p:par>
                              <p:par>
                                <p:cTn id="92" presetID="53" presetClass="exit" presetSubtype="32" fill="hold" nodeType="withEffect">
                                  <p:stCondLst>
                                    <p:cond delay="0"/>
                                  </p:stCondLst>
                                  <p:childTnLst>
                                    <p:anim calcmode="lin" valueType="num">
                                      <p:cBhvr>
                                        <p:cTn id="93" dur="250"/>
                                        <p:tgtEl>
                                          <p:spTgt spid="17"/>
                                        </p:tgtEl>
                                        <p:attrNameLst>
                                          <p:attrName>ppt_w</p:attrName>
                                        </p:attrNameLst>
                                      </p:cBhvr>
                                      <p:tavLst>
                                        <p:tav tm="0">
                                          <p:val>
                                            <p:strVal val="ppt_w"/>
                                          </p:val>
                                        </p:tav>
                                        <p:tav tm="100000">
                                          <p:val>
                                            <p:fltVal val="0"/>
                                          </p:val>
                                        </p:tav>
                                      </p:tavLst>
                                    </p:anim>
                                    <p:anim calcmode="lin" valueType="num">
                                      <p:cBhvr>
                                        <p:cTn id="94" dur="250"/>
                                        <p:tgtEl>
                                          <p:spTgt spid="17"/>
                                        </p:tgtEl>
                                        <p:attrNameLst>
                                          <p:attrName>ppt_h</p:attrName>
                                        </p:attrNameLst>
                                      </p:cBhvr>
                                      <p:tavLst>
                                        <p:tav tm="0">
                                          <p:val>
                                            <p:strVal val="ppt_h"/>
                                          </p:val>
                                        </p:tav>
                                        <p:tav tm="100000">
                                          <p:val>
                                            <p:fltVal val="0"/>
                                          </p:val>
                                        </p:tav>
                                      </p:tavLst>
                                    </p:anim>
                                    <p:animEffect transition="out" filter="fade">
                                      <p:cBhvr>
                                        <p:cTn id="95" dur="250"/>
                                        <p:tgtEl>
                                          <p:spTgt spid="17"/>
                                        </p:tgtEl>
                                      </p:cBhvr>
                                    </p:animEffect>
                                    <p:set>
                                      <p:cBhvr>
                                        <p:cTn id="96" dur="1" fill="hold">
                                          <p:stCondLst>
                                            <p:cond delay="249"/>
                                          </p:stCondLst>
                                        </p:cTn>
                                        <p:tgtEl>
                                          <p:spTgt spid="17"/>
                                        </p:tgtEl>
                                        <p:attrNameLst>
                                          <p:attrName>style.visibility</p:attrName>
                                        </p:attrNameLst>
                                      </p:cBhvr>
                                      <p:to>
                                        <p:strVal val="hidden"/>
                                      </p:to>
                                    </p:set>
                                  </p:childTnLst>
                                </p:cTn>
                              </p:par>
                              <p:par>
                                <p:cTn id="97" presetID="53" presetClass="exit" presetSubtype="32" fill="hold" nodeType="withEffect">
                                  <p:stCondLst>
                                    <p:cond delay="0"/>
                                  </p:stCondLst>
                                  <p:childTnLst>
                                    <p:anim calcmode="lin" valueType="num">
                                      <p:cBhvr>
                                        <p:cTn id="98" dur="250"/>
                                        <p:tgtEl>
                                          <p:spTgt spid="16"/>
                                        </p:tgtEl>
                                        <p:attrNameLst>
                                          <p:attrName>ppt_w</p:attrName>
                                        </p:attrNameLst>
                                      </p:cBhvr>
                                      <p:tavLst>
                                        <p:tav tm="0">
                                          <p:val>
                                            <p:strVal val="ppt_w"/>
                                          </p:val>
                                        </p:tav>
                                        <p:tav tm="100000">
                                          <p:val>
                                            <p:fltVal val="0"/>
                                          </p:val>
                                        </p:tav>
                                      </p:tavLst>
                                    </p:anim>
                                    <p:anim calcmode="lin" valueType="num">
                                      <p:cBhvr>
                                        <p:cTn id="99" dur="250"/>
                                        <p:tgtEl>
                                          <p:spTgt spid="16"/>
                                        </p:tgtEl>
                                        <p:attrNameLst>
                                          <p:attrName>ppt_h</p:attrName>
                                        </p:attrNameLst>
                                      </p:cBhvr>
                                      <p:tavLst>
                                        <p:tav tm="0">
                                          <p:val>
                                            <p:strVal val="ppt_h"/>
                                          </p:val>
                                        </p:tav>
                                        <p:tav tm="100000">
                                          <p:val>
                                            <p:fltVal val="0"/>
                                          </p:val>
                                        </p:tav>
                                      </p:tavLst>
                                    </p:anim>
                                    <p:animEffect transition="out" filter="fade">
                                      <p:cBhvr>
                                        <p:cTn id="100" dur="250"/>
                                        <p:tgtEl>
                                          <p:spTgt spid="16"/>
                                        </p:tgtEl>
                                      </p:cBhvr>
                                    </p:animEffect>
                                    <p:set>
                                      <p:cBhvr>
                                        <p:cTn id="101" dur="1" fill="hold">
                                          <p:stCondLst>
                                            <p:cond delay="249"/>
                                          </p:stCondLst>
                                        </p:cTn>
                                        <p:tgtEl>
                                          <p:spTgt spid="16"/>
                                        </p:tgtEl>
                                        <p:attrNameLst>
                                          <p:attrName>style.visibility</p:attrName>
                                        </p:attrNameLst>
                                      </p:cBhvr>
                                      <p:to>
                                        <p:strVal val="hidden"/>
                                      </p:to>
                                    </p:set>
                                  </p:childTnLst>
                                </p:cTn>
                              </p:par>
                              <p:par>
                                <p:cTn id="102" presetID="53" presetClass="exit" presetSubtype="32" fill="hold" nodeType="withEffect">
                                  <p:stCondLst>
                                    <p:cond delay="0"/>
                                  </p:stCondLst>
                                  <p:childTnLst>
                                    <p:anim calcmode="lin" valueType="num">
                                      <p:cBhvr>
                                        <p:cTn id="103" dur="250"/>
                                        <p:tgtEl>
                                          <p:spTgt spid="14"/>
                                        </p:tgtEl>
                                        <p:attrNameLst>
                                          <p:attrName>ppt_w</p:attrName>
                                        </p:attrNameLst>
                                      </p:cBhvr>
                                      <p:tavLst>
                                        <p:tav tm="0">
                                          <p:val>
                                            <p:strVal val="ppt_w"/>
                                          </p:val>
                                        </p:tav>
                                        <p:tav tm="100000">
                                          <p:val>
                                            <p:fltVal val="0"/>
                                          </p:val>
                                        </p:tav>
                                      </p:tavLst>
                                    </p:anim>
                                    <p:anim calcmode="lin" valueType="num">
                                      <p:cBhvr>
                                        <p:cTn id="104" dur="250"/>
                                        <p:tgtEl>
                                          <p:spTgt spid="14"/>
                                        </p:tgtEl>
                                        <p:attrNameLst>
                                          <p:attrName>ppt_h</p:attrName>
                                        </p:attrNameLst>
                                      </p:cBhvr>
                                      <p:tavLst>
                                        <p:tav tm="0">
                                          <p:val>
                                            <p:strVal val="ppt_h"/>
                                          </p:val>
                                        </p:tav>
                                        <p:tav tm="100000">
                                          <p:val>
                                            <p:fltVal val="0"/>
                                          </p:val>
                                        </p:tav>
                                      </p:tavLst>
                                    </p:anim>
                                    <p:animEffect transition="out" filter="fade">
                                      <p:cBhvr>
                                        <p:cTn id="105" dur="250"/>
                                        <p:tgtEl>
                                          <p:spTgt spid="14"/>
                                        </p:tgtEl>
                                      </p:cBhvr>
                                    </p:animEffect>
                                    <p:set>
                                      <p:cBhvr>
                                        <p:cTn id="106" dur="1" fill="hold">
                                          <p:stCondLst>
                                            <p:cond delay="249"/>
                                          </p:stCondLst>
                                        </p:cTn>
                                        <p:tgtEl>
                                          <p:spTgt spid="14"/>
                                        </p:tgtEl>
                                        <p:attrNameLst>
                                          <p:attrName>style.visibility</p:attrName>
                                        </p:attrNameLst>
                                      </p:cBhvr>
                                      <p:to>
                                        <p:strVal val="hidden"/>
                                      </p:to>
                                    </p:set>
                                  </p:childTnLst>
                                </p:cTn>
                              </p:par>
                              <p:par>
                                <p:cTn id="107" presetID="53" presetClass="exit" presetSubtype="32" fill="hold" nodeType="withEffect">
                                  <p:stCondLst>
                                    <p:cond delay="0"/>
                                  </p:stCondLst>
                                  <p:childTnLst>
                                    <p:anim calcmode="lin" valueType="num">
                                      <p:cBhvr>
                                        <p:cTn id="108" dur="250"/>
                                        <p:tgtEl>
                                          <p:spTgt spid="15"/>
                                        </p:tgtEl>
                                        <p:attrNameLst>
                                          <p:attrName>ppt_w</p:attrName>
                                        </p:attrNameLst>
                                      </p:cBhvr>
                                      <p:tavLst>
                                        <p:tav tm="0">
                                          <p:val>
                                            <p:strVal val="ppt_w"/>
                                          </p:val>
                                        </p:tav>
                                        <p:tav tm="100000">
                                          <p:val>
                                            <p:fltVal val="0"/>
                                          </p:val>
                                        </p:tav>
                                      </p:tavLst>
                                    </p:anim>
                                    <p:anim calcmode="lin" valueType="num">
                                      <p:cBhvr>
                                        <p:cTn id="109" dur="250"/>
                                        <p:tgtEl>
                                          <p:spTgt spid="15"/>
                                        </p:tgtEl>
                                        <p:attrNameLst>
                                          <p:attrName>ppt_h</p:attrName>
                                        </p:attrNameLst>
                                      </p:cBhvr>
                                      <p:tavLst>
                                        <p:tav tm="0">
                                          <p:val>
                                            <p:strVal val="ppt_h"/>
                                          </p:val>
                                        </p:tav>
                                        <p:tav tm="100000">
                                          <p:val>
                                            <p:fltVal val="0"/>
                                          </p:val>
                                        </p:tav>
                                      </p:tavLst>
                                    </p:anim>
                                    <p:animEffect transition="out" filter="fade">
                                      <p:cBhvr>
                                        <p:cTn id="110" dur="250"/>
                                        <p:tgtEl>
                                          <p:spTgt spid="15"/>
                                        </p:tgtEl>
                                      </p:cBhvr>
                                    </p:animEffect>
                                    <p:set>
                                      <p:cBhvr>
                                        <p:cTn id="111" dur="1" fill="hold">
                                          <p:stCondLst>
                                            <p:cond delay="249"/>
                                          </p:stCondLst>
                                        </p:cTn>
                                        <p:tgtEl>
                                          <p:spTgt spid="15"/>
                                        </p:tgtEl>
                                        <p:attrNameLst>
                                          <p:attrName>style.visibility</p:attrName>
                                        </p:attrNameLst>
                                      </p:cBhvr>
                                      <p:to>
                                        <p:strVal val="hidden"/>
                                      </p:to>
                                    </p:set>
                                  </p:childTnLst>
                                </p:cTn>
                              </p:par>
                              <p:par>
                                <p:cTn id="112" presetID="53" presetClass="exit" presetSubtype="32" fill="hold" nodeType="withEffect">
                                  <p:stCondLst>
                                    <p:cond delay="0"/>
                                  </p:stCondLst>
                                  <p:childTnLst>
                                    <p:anim calcmode="lin" valueType="num">
                                      <p:cBhvr>
                                        <p:cTn id="113" dur="250"/>
                                        <p:tgtEl>
                                          <p:spTgt spid="18"/>
                                        </p:tgtEl>
                                        <p:attrNameLst>
                                          <p:attrName>ppt_w</p:attrName>
                                        </p:attrNameLst>
                                      </p:cBhvr>
                                      <p:tavLst>
                                        <p:tav tm="0">
                                          <p:val>
                                            <p:strVal val="ppt_w"/>
                                          </p:val>
                                        </p:tav>
                                        <p:tav tm="100000">
                                          <p:val>
                                            <p:fltVal val="0"/>
                                          </p:val>
                                        </p:tav>
                                      </p:tavLst>
                                    </p:anim>
                                    <p:anim calcmode="lin" valueType="num">
                                      <p:cBhvr>
                                        <p:cTn id="114" dur="250"/>
                                        <p:tgtEl>
                                          <p:spTgt spid="18"/>
                                        </p:tgtEl>
                                        <p:attrNameLst>
                                          <p:attrName>ppt_h</p:attrName>
                                        </p:attrNameLst>
                                      </p:cBhvr>
                                      <p:tavLst>
                                        <p:tav tm="0">
                                          <p:val>
                                            <p:strVal val="ppt_h"/>
                                          </p:val>
                                        </p:tav>
                                        <p:tav tm="100000">
                                          <p:val>
                                            <p:fltVal val="0"/>
                                          </p:val>
                                        </p:tav>
                                      </p:tavLst>
                                    </p:anim>
                                    <p:animEffect transition="out" filter="fade">
                                      <p:cBhvr>
                                        <p:cTn id="115" dur="250"/>
                                        <p:tgtEl>
                                          <p:spTgt spid="18"/>
                                        </p:tgtEl>
                                      </p:cBhvr>
                                    </p:animEffect>
                                    <p:set>
                                      <p:cBhvr>
                                        <p:cTn id="116" dur="1" fill="hold">
                                          <p:stCondLst>
                                            <p:cond delay="249"/>
                                          </p:stCondLst>
                                        </p:cTn>
                                        <p:tgtEl>
                                          <p:spTgt spid="18"/>
                                        </p:tgtEl>
                                        <p:attrNameLst>
                                          <p:attrName>style.visibility</p:attrName>
                                        </p:attrNameLst>
                                      </p:cBhvr>
                                      <p:to>
                                        <p:strVal val="hidden"/>
                                      </p:to>
                                    </p:set>
                                  </p:childTnLst>
                                </p:cTn>
                              </p:par>
                              <p:par>
                                <p:cTn id="117" presetID="53" presetClass="exit" presetSubtype="32" fill="hold" nodeType="withEffect">
                                  <p:stCondLst>
                                    <p:cond delay="0"/>
                                  </p:stCondLst>
                                  <p:childTnLst>
                                    <p:anim calcmode="lin" valueType="num">
                                      <p:cBhvr>
                                        <p:cTn id="118" dur="250"/>
                                        <p:tgtEl>
                                          <p:spTgt spid="20"/>
                                        </p:tgtEl>
                                        <p:attrNameLst>
                                          <p:attrName>ppt_w</p:attrName>
                                        </p:attrNameLst>
                                      </p:cBhvr>
                                      <p:tavLst>
                                        <p:tav tm="0">
                                          <p:val>
                                            <p:strVal val="ppt_w"/>
                                          </p:val>
                                        </p:tav>
                                        <p:tav tm="100000">
                                          <p:val>
                                            <p:fltVal val="0"/>
                                          </p:val>
                                        </p:tav>
                                      </p:tavLst>
                                    </p:anim>
                                    <p:anim calcmode="lin" valueType="num">
                                      <p:cBhvr>
                                        <p:cTn id="119" dur="250"/>
                                        <p:tgtEl>
                                          <p:spTgt spid="20"/>
                                        </p:tgtEl>
                                        <p:attrNameLst>
                                          <p:attrName>ppt_h</p:attrName>
                                        </p:attrNameLst>
                                      </p:cBhvr>
                                      <p:tavLst>
                                        <p:tav tm="0">
                                          <p:val>
                                            <p:strVal val="ppt_h"/>
                                          </p:val>
                                        </p:tav>
                                        <p:tav tm="100000">
                                          <p:val>
                                            <p:fltVal val="0"/>
                                          </p:val>
                                        </p:tav>
                                      </p:tavLst>
                                    </p:anim>
                                    <p:animEffect transition="out" filter="fade">
                                      <p:cBhvr>
                                        <p:cTn id="120" dur="250"/>
                                        <p:tgtEl>
                                          <p:spTgt spid="20"/>
                                        </p:tgtEl>
                                      </p:cBhvr>
                                    </p:animEffect>
                                    <p:set>
                                      <p:cBhvr>
                                        <p:cTn id="121" dur="1" fill="hold">
                                          <p:stCondLst>
                                            <p:cond delay="249"/>
                                          </p:stCondLst>
                                        </p:cTn>
                                        <p:tgtEl>
                                          <p:spTgt spid="20"/>
                                        </p:tgtEl>
                                        <p:attrNameLst>
                                          <p:attrName>style.visibility</p:attrName>
                                        </p:attrNameLst>
                                      </p:cBhvr>
                                      <p:to>
                                        <p:strVal val="hidden"/>
                                      </p:to>
                                    </p:set>
                                  </p:childTnLst>
                                </p:cTn>
                              </p:par>
                            </p:childTnLst>
                          </p:cTn>
                        </p:par>
                        <p:par>
                          <p:cTn id="122" fill="hold">
                            <p:stCondLst>
                              <p:cond delay="650"/>
                            </p:stCondLst>
                            <p:childTnLst>
                              <p:par>
                                <p:cTn id="123" presetID="53" presetClass="exit" presetSubtype="32" fill="hold" grpId="0" nodeType="afterEffect">
                                  <p:stCondLst>
                                    <p:cond delay="0"/>
                                  </p:stCondLst>
                                  <p:childTnLst>
                                    <p:anim calcmode="lin" valueType="num">
                                      <p:cBhvr>
                                        <p:cTn id="124" dur="500"/>
                                        <p:tgtEl>
                                          <p:spTgt spid="2"/>
                                        </p:tgtEl>
                                        <p:attrNameLst>
                                          <p:attrName>ppt_w</p:attrName>
                                        </p:attrNameLst>
                                      </p:cBhvr>
                                      <p:tavLst>
                                        <p:tav tm="0">
                                          <p:val>
                                            <p:strVal val="ppt_w"/>
                                          </p:val>
                                        </p:tav>
                                        <p:tav tm="100000">
                                          <p:val>
                                            <p:fltVal val="0"/>
                                          </p:val>
                                        </p:tav>
                                      </p:tavLst>
                                    </p:anim>
                                    <p:anim calcmode="lin" valueType="num">
                                      <p:cBhvr>
                                        <p:cTn id="125" dur="500"/>
                                        <p:tgtEl>
                                          <p:spTgt spid="2"/>
                                        </p:tgtEl>
                                        <p:attrNameLst>
                                          <p:attrName>ppt_h</p:attrName>
                                        </p:attrNameLst>
                                      </p:cBhvr>
                                      <p:tavLst>
                                        <p:tav tm="0">
                                          <p:val>
                                            <p:strVal val="ppt_h"/>
                                          </p:val>
                                        </p:tav>
                                        <p:tav tm="100000">
                                          <p:val>
                                            <p:fltVal val="0"/>
                                          </p:val>
                                        </p:tav>
                                      </p:tavLst>
                                    </p:anim>
                                    <p:animEffect transition="out" filter="fade">
                                      <p:cBhvr>
                                        <p:cTn id="126" dur="500"/>
                                        <p:tgtEl>
                                          <p:spTgt spid="2"/>
                                        </p:tgtEl>
                                      </p:cBhvr>
                                    </p:animEffect>
                                    <p:set>
                                      <p:cBhvr>
                                        <p:cTn id="127" dur="1" fill="hold">
                                          <p:stCondLst>
                                            <p:cond delay="499"/>
                                          </p:stCondLst>
                                        </p:cTn>
                                        <p:tgtEl>
                                          <p:spTgt spid="2"/>
                                        </p:tgtEl>
                                        <p:attrNameLst>
                                          <p:attrName>style.visibility</p:attrName>
                                        </p:attrNameLst>
                                      </p:cBhvr>
                                      <p:to>
                                        <p:strVal val="hidden"/>
                                      </p:to>
                                    </p:set>
                                  </p:childTnLst>
                                </p:cTn>
                              </p:par>
                            </p:childTnLst>
                          </p:cTn>
                        </p:par>
                        <p:par>
                          <p:cTn id="128" fill="hold">
                            <p:stCondLst>
                              <p:cond delay="1150"/>
                            </p:stCondLst>
                            <p:childTnLst>
                              <p:par>
                                <p:cTn id="129" presetID="1" presetClass="entr" presetSubtype="0" fill="hold" nodeType="afterEffect">
                                  <p:stCondLst>
                                    <p:cond delay="0"/>
                                  </p:stCondLst>
                                  <p:childTnLst>
                                    <p:set>
                                      <p:cBhvr>
                                        <p:cTn id="130" dur="1" fill="hold">
                                          <p:stCondLst>
                                            <p:cond delay="0"/>
                                          </p:stCondLst>
                                        </p:cTn>
                                        <p:tgtEl>
                                          <p:spTgt spid="11"/>
                                        </p:tgtEl>
                                        <p:attrNameLst>
                                          <p:attrName>style.visibility</p:attrName>
                                        </p:attrNameLst>
                                      </p:cBhvr>
                                      <p:to>
                                        <p:strVal val="visible"/>
                                      </p:to>
                                    </p:set>
                                  </p:childTnLst>
                                </p:cTn>
                              </p:par>
                            </p:childTnLst>
                          </p:cTn>
                        </p:par>
                      </p:childTnLst>
                    </p:cTn>
                  </p:par>
                </p:childTnLst>
              </p:cTn>
              <p:nextCondLst>
                <p:cond evt="onClick" delay="0">
                  <p:tgtEl>
                    <p:spTgt spid="12"/>
                  </p:tgtEl>
                </p:cond>
              </p:nextCondLst>
            </p:seq>
          </p:childTnLst>
        </p:cTn>
      </p:par>
    </p:tnLst>
    <p:bldLst>
      <p:bldP spid="2" grpId="0" animBg="1"/>
      <p:bldP spid="3" grpId="0"/>
      <p:bldP spid="4" grpId="0"/>
      <p:bldP spid="25" grpId="0"/>
      <p:bldP spid="26" grpId="0"/>
      <p:bldP spid="27" grpId="0"/>
      <p:bldP spid="28"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a:extLst>
              <a:ext uri="{FF2B5EF4-FFF2-40B4-BE49-F238E27FC236}">
                <a16:creationId xmlns:a16="http://schemas.microsoft.com/office/drawing/2014/main" id="{F6FDA83F-AF61-2D6E-F6BC-675FB3C50FFE}"/>
              </a:ext>
            </a:extLst>
          </p:cNvPr>
          <p:cNvSpPr txBox="1"/>
          <p:nvPr/>
        </p:nvSpPr>
        <p:spPr>
          <a:xfrm>
            <a:off x="1054100" y="1120676"/>
            <a:ext cx="10604500" cy="3108543"/>
          </a:xfrm>
          <a:prstGeom prst="rect">
            <a:avLst/>
          </a:prstGeom>
          <a:noFill/>
        </p:spPr>
        <p:txBody>
          <a:bodyPr wrap="square">
            <a:spAutoFit/>
          </a:bodyPr>
          <a:lstStyle/>
          <a:p>
            <a:pPr algn="just"/>
            <a:r>
              <a:rPr lang="fr-FR" sz="2800" b="0" i="0" dirty="0">
                <a:solidFill>
                  <a:srgbClr val="393939"/>
                </a:solidFill>
                <a:effectLst/>
                <a:latin typeface="Adella" panose="02000603000000000000" pitchFamily="50" charset="0"/>
                <a:ea typeface="Adella" panose="02000603000000000000" pitchFamily="50" charset="0"/>
              </a:rPr>
              <a:t>La </a:t>
            </a:r>
            <a:r>
              <a:rPr lang="fr-FR" sz="2800" b="1" i="0" dirty="0">
                <a:solidFill>
                  <a:srgbClr val="393939"/>
                </a:solidFill>
                <a:effectLst/>
                <a:latin typeface="Adella" panose="02000603000000000000" pitchFamily="50" charset="0"/>
                <a:ea typeface="Adella" panose="02000603000000000000" pitchFamily="50" charset="0"/>
              </a:rPr>
              <a:t>discrimination est directe</a:t>
            </a:r>
            <a:r>
              <a:rPr lang="fr-FR" sz="2800" b="0" i="0" dirty="0">
                <a:solidFill>
                  <a:srgbClr val="393939"/>
                </a:solidFill>
                <a:effectLst/>
                <a:latin typeface="Adella" panose="02000603000000000000" pitchFamily="50" charset="0"/>
                <a:ea typeface="Adella" panose="02000603000000000000" pitchFamily="50" charset="0"/>
              </a:rPr>
              <a:t> lorsqu’elle est nettement visible, voire affichée ou revendiquée. Par exemple, si une annonce d’emploi refuse les femmes avec enfants.</a:t>
            </a:r>
          </a:p>
          <a:p>
            <a:pPr algn="just"/>
            <a:endParaRPr lang="fr-FR" sz="2800" b="0" i="0" dirty="0">
              <a:solidFill>
                <a:srgbClr val="393939"/>
              </a:solidFill>
              <a:effectLst/>
              <a:latin typeface="Adella" panose="02000603000000000000" pitchFamily="50" charset="0"/>
              <a:ea typeface="Adella" panose="02000603000000000000" pitchFamily="50" charset="0"/>
            </a:endParaRPr>
          </a:p>
          <a:p>
            <a:pPr algn="just"/>
            <a:r>
              <a:rPr lang="fr-FR" sz="2800" b="0" i="0" dirty="0">
                <a:solidFill>
                  <a:srgbClr val="393939"/>
                </a:solidFill>
                <a:effectLst/>
                <a:latin typeface="Adella" panose="02000603000000000000" pitchFamily="50" charset="0"/>
                <a:ea typeface="Adella" panose="02000603000000000000" pitchFamily="50" charset="0"/>
              </a:rPr>
              <a:t>La </a:t>
            </a:r>
            <a:r>
              <a:rPr lang="fr-FR" sz="2800" b="1" i="0" dirty="0">
                <a:solidFill>
                  <a:srgbClr val="393939"/>
                </a:solidFill>
                <a:effectLst/>
                <a:latin typeface="Adella" panose="02000603000000000000" pitchFamily="50" charset="0"/>
                <a:ea typeface="Adella" panose="02000603000000000000" pitchFamily="50" charset="0"/>
              </a:rPr>
              <a:t>discrimination peut être indirecte </a:t>
            </a:r>
            <a:r>
              <a:rPr lang="fr-FR" sz="2800" b="0" i="0" dirty="0">
                <a:solidFill>
                  <a:srgbClr val="393939"/>
                </a:solidFill>
                <a:effectLst/>
                <a:latin typeface="Adella" panose="02000603000000000000" pitchFamily="50" charset="0"/>
                <a:ea typeface="Adella" panose="02000603000000000000" pitchFamily="50" charset="0"/>
              </a:rPr>
              <a:t>lorsque des mesures apparemment neutres défavorisent, de fait, de façon importante, une catégorie de personnes. Par exemple, si une banque n’accepte que la carte d’identité française comme pièce d’identité, ce qui discrimine les étrangers.</a:t>
            </a:r>
          </a:p>
        </p:txBody>
      </p:sp>
      <p:sp>
        <p:nvSpPr>
          <p:cNvPr id="5" name="ZoneTexte 4">
            <a:extLst>
              <a:ext uri="{FF2B5EF4-FFF2-40B4-BE49-F238E27FC236}">
                <a16:creationId xmlns:a16="http://schemas.microsoft.com/office/drawing/2014/main" id="{C378D9AE-7712-06B2-191E-6A5E8D1D6C57}"/>
              </a:ext>
            </a:extLst>
          </p:cNvPr>
          <p:cNvSpPr txBox="1"/>
          <p:nvPr/>
        </p:nvSpPr>
        <p:spPr>
          <a:xfrm>
            <a:off x="584200" y="275167"/>
            <a:ext cx="8229600" cy="629483"/>
          </a:xfrm>
          <a:prstGeom prst="roundRect">
            <a:avLst>
              <a:gd name="adj" fmla="val 29099"/>
            </a:avLst>
          </a:prstGeom>
          <a:solidFill>
            <a:srgbClr val="E32199"/>
          </a:solidFill>
        </p:spPr>
        <p:txBody>
          <a:bodyPr wrap="square">
            <a:spAutoFit/>
          </a:bodyPr>
          <a:lstStyle/>
          <a:p>
            <a:pPr algn="l" rtl="0"/>
            <a:r>
              <a:rPr lang="fr-FR" sz="2800" b="0" i="0" dirty="0">
                <a:solidFill>
                  <a:schemeClr val="bg1"/>
                </a:solidFill>
                <a:effectLst/>
                <a:latin typeface="Adella" panose="02000603000000000000" pitchFamily="50" charset="0"/>
                <a:ea typeface="Adella" panose="02000603000000000000" pitchFamily="50" charset="0"/>
              </a:rPr>
              <a:t>Quels sont les différentes formes de discrimination ?</a:t>
            </a:r>
          </a:p>
        </p:txBody>
      </p:sp>
      <p:sp>
        <p:nvSpPr>
          <p:cNvPr id="7" name="Rectangle 5">
            <a:extLst>
              <a:ext uri="{FF2B5EF4-FFF2-40B4-BE49-F238E27FC236}">
                <a16:creationId xmlns:a16="http://schemas.microsoft.com/office/drawing/2014/main" id="{9E11C589-A45D-26A8-462F-293A0537462D}"/>
              </a:ext>
            </a:extLst>
          </p:cNvPr>
          <p:cNvSpPr>
            <a:spLocks noChangeArrowheads="1"/>
          </p:cNvSpPr>
          <p:nvPr/>
        </p:nvSpPr>
        <p:spPr bwMode="auto">
          <a:xfrm>
            <a:off x="1054100" y="4767828"/>
            <a:ext cx="10604500"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R="0" lvl="0" defTabSz="914400" rtl="0" eaLnBrk="0" fontAlgn="base" latinLnBrk="0" hangingPunct="0">
              <a:lnSpc>
                <a:spcPct val="100000"/>
              </a:lnSpc>
              <a:spcBef>
                <a:spcPct val="0"/>
              </a:spcBef>
              <a:spcAft>
                <a:spcPct val="0"/>
              </a:spcAft>
              <a:buClrTx/>
              <a:buSzTx/>
              <a:tabLst/>
            </a:pPr>
            <a:r>
              <a:rPr kumimoji="0" lang="fr-FR" altLang="fr-FR" sz="2400" b="0" i="0" u="none" strike="noStrike" cap="none" normalizeH="0" baseline="0" dirty="0">
                <a:ln>
                  <a:noFill/>
                </a:ln>
                <a:solidFill>
                  <a:srgbClr val="393939"/>
                </a:solidFill>
                <a:effectLst/>
                <a:latin typeface="Adella" panose="02000603000000000000" pitchFamily="50" charset="0"/>
                <a:ea typeface="Adella" panose="02000603000000000000" pitchFamily="50" charset="0"/>
                <a:cs typeface="Arial" panose="020B0604020202020204" pitchFamily="34" charset="0"/>
              </a:rPr>
              <a:t>- L’accès à l’emploi</a:t>
            </a:r>
            <a:br>
              <a:rPr kumimoji="0" lang="fr-FR" altLang="fr-FR" sz="2400" b="0" i="0" u="none" strike="noStrike" cap="none" normalizeH="0" baseline="0" dirty="0">
                <a:ln>
                  <a:noFill/>
                </a:ln>
                <a:solidFill>
                  <a:schemeClr val="tx1"/>
                </a:solidFill>
                <a:effectLst/>
                <a:latin typeface="Adella" panose="02000603000000000000" pitchFamily="50" charset="0"/>
                <a:ea typeface="Adella" panose="02000603000000000000" pitchFamily="50" charset="0"/>
              </a:rPr>
            </a:br>
            <a:r>
              <a:rPr kumimoji="0" lang="fr-FR" altLang="fr-FR" sz="2400" b="0" i="0" u="none" strike="noStrike" cap="none" normalizeH="0" baseline="0" dirty="0">
                <a:ln>
                  <a:noFill/>
                </a:ln>
                <a:solidFill>
                  <a:srgbClr val="393939"/>
                </a:solidFill>
                <a:effectLst/>
                <a:latin typeface="Adella" panose="02000603000000000000" pitchFamily="50" charset="0"/>
                <a:ea typeface="Adella" panose="02000603000000000000" pitchFamily="50" charset="0"/>
                <a:cs typeface="Arial" panose="020B0604020202020204" pitchFamily="34" charset="0"/>
              </a:rPr>
              <a:t>- L’accès au logement</a:t>
            </a:r>
            <a:br>
              <a:rPr kumimoji="0" lang="fr-FR" altLang="fr-FR" sz="2400" b="0" i="0" u="none" strike="noStrike" cap="none" normalizeH="0" baseline="0" dirty="0">
                <a:ln>
                  <a:noFill/>
                </a:ln>
                <a:solidFill>
                  <a:schemeClr val="tx1"/>
                </a:solidFill>
                <a:effectLst/>
                <a:latin typeface="Adella" panose="02000603000000000000" pitchFamily="50" charset="0"/>
                <a:ea typeface="Adella" panose="02000603000000000000" pitchFamily="50" charset="0"/>
              </a:rPr>
            </a:br>
            <a:r>
              <a:rPr kumimoji="0" lang="fr-FR" altLang="fr-FR" sz="2400" b="0" i="0" u="none" strike="noStrike" cap="none" normalizeH="0" baseline="0" dirty="0">
                <a:ln>
                  <a:noFill/>
                </a:ln>
                <a:solidFill>
                  <a:srgbClr val="393939"/>
                </a:solidFill>
                <a:effectLst/>
                <a:latin typeface="Adella" panose="02000603000000000000" pitchFamily="50" charset="0"/>
                <a:ea typeface="Adella" panose="02000603000000000000" pitchFamily="50" charset="0"/>
                <a:cs typeface="Arial" panose="020B0604020202020204" pitchFamily="34" charset="0"/>
              </a:rPr>
              <a:t>- L’éducation : conditions d’inscription, d’admission, d’évaluation</a:t>
            </a:r>
            <a:br>
              <a:rPr kumimoji="0" lang="fr-FR" altLang="fr-FR" sz="2400" b="0" i="0" u="none" strike="noStrike" cap="none" normalizeH="0" baseline="0" dirty="0">
                <a:ln>
                  <a:noFill/>
                </a:ln>
                <a:solidFill>
                  <a:schemeClr val="tx1"/>
                </a:solidFill>
                <a:effectLst/>
                <a:latin typeface="Adella" panose="02000603000000000000" pitchFamily="50" charset="0"/>
                <a:ea typeface="Adella" panose="02000603000000000000" pitchFamily="50" charset="0"/>
              </a:rPr>
            </a:br>
            <a:r>
              <a:rPr kumimoji="0" lang="fr-FR" altLang="fr-FR" sz="2400" b="0" i="0" u="none" strike="noStrike" cap="none" normalizeH="0" baseline="0" dirty="0">
                <a:ln>
                  <a:noFill/>
                </a:ln>
                <a:solidFill>
                  <a:srgbClr val="393939"/>
                </a:solidFill>
                <a:effectLst/>
                <a:latin typeface="Adella" panose="02000603000000000000" pitchFamily="50" charset="0"/>
                <a:ea typeface="Adella" panose="02000603000000000000" pitchFamily="50" charset="0"/>
                <a:cs typeface="Arial" panose="020B0604020202020204" pitchFamily="34" charset="0"/>
              </a:rPr>
              <a:t>- La fourniture de biens et services : accès à une boîte de nuit, à un restaurant, à un bâtiment public, souscription d’un crédit…</a:t>
            </a:r>
            <a:r>
              <a:rPr kumimoji="0" lang="fr-FR" altLang="fr-FR" sz="2400" b="0" i="0" u="none" strike="noStrike" cap="none" normalizeH="0" baseline="0" dirty="0">
                <a:ln>
                  <a:noFill/>
                </a:ln>
                <a:solidFill>
                  <a:schemeClr val="tx1"/>
                </a:solidFill>
                <a:effectLst/>
                <a:latin typeface="Adella" panose="02000603000000000000" pitchFamily="50" charset="0"/>
                <a:ea typeface="Adella" panose="02000603000000000000" pitchFamily="50" charset="0"/>
              </a:rPr>
              <a:t> </a:t>
            </a:r>
          </a:p>
        </p:txBody>
      </p:sp>
      <p:pic>
        <p:nvPicPr>
          <p:cNvPr id="4102" name="Picture 6" descr="-">
            <a:extLst>
              <a:ext uri="{FF2B5EF4-FFF2-40B4-BE49-F238E27FC236}">
                <a16:creationId xmlns:a16="http://schemas.microsoft.com/office/drawing/2014/main" id="{36717BAB-1EA9-ED1B-F92B-2D18FC687EE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7000" y="-342900"/>
            <a:ext cx="76200" cy="104775"/>
          </a:xfrm>
          <a:prstGeom prst="rect">
            <a:avLst/>
          </a:prstGeom>
          <a:noFill/>
          <a:extLst>
            <a:ext uri="{909E8E84-426E-40DD-AFC4-6F175D3DCCD1}">
              <a14:hiddenFill xmlns:a14="http://schemas.microsoft.com/office/drawing/2010/main">
                <a:solidFill>
                  <a:srgbClr val="FFFFFF"/>
                </a:solidFill>
              </a14:hiddenFill>
            </a:ext>
          </a:extLst>
        </p:spPr>
      </p:pic>
      <p:sp>
        <p:nvSpPr>
          <p:cNvPr id="9" name="ZoneTexte 8">
            <a:extLst>
              <a:ext uri="{FF2B5EF4-FFF2-40B4-BE49-F238E27FC236}">
                <a16:creationId xmlns:a16="http://schemas.microsoft.com/office/drawing/2014/main" id="{DD8D593A-1AA4-4747-4E9E-D3199EFB2221}"/>
              </a:ext>
            </a:extLst>
          </p:cNvPr>
          <p:cNvSpPr txBox="1"/>
          <p:nvPr/>
        </p:nvSpPr>
        <p:spPr>
          <a:xfrm>
            <a:off x="1054100" y="4398496"/>
            <a:ext cx="6096000" cy="369332"/>
          </a:xfrm>
          <a:prstGeom prst="rect">
            <a:avLst/>
          </a:prstGeom>
          <a:noFill/>
        </p:spPr>
        <p:txBody>
          <a:bodyPr wrap="square">
            <a:spAutoFit/>
          </a:bodyPr>
          <a:lstStyle/>
          <a:p>
            <a:pPr algn="l"/>
            <a:r>
              <a:rPr lang="fr-FR" b="1" i="0" dirty="0">
                <a:solidFill>
                  <a:srgbClr val="4D73AC"/>
                </a:solidFill>
                <a:effectLst/>
                <a:latin typeface="Arial" panose="020B0604020202020204" pitchFamily="34" charset="0"/>
              </a:rPr>
              <a:t>Les cas de discrimination peuvent concerner :</a:t>
            </a:r>
          </a:p>
        </p:txBody>
      </p:sp>
      <p:pic>
        <p:nvPicPr>
          <p:cNvPr id="2" name="Caméra 1">
            <a:extLst>
              <a:ext uri="{FF2B5EF4-FFF2-40B4-BE49-F238E27FC236}">
                <a16:creationId xmlns:a16="http://schemas.microsoft.com/office/drawing/2014/main" id="{B4263B02-902F-57ED-ECCB-C65CF1388A62}"/>
              </a:ext>
            </a:extLst>
          </p:cNvPr>
          <p:cNvPicPr>
            <a:picLocks noChangeAspect="1"/>
            <a:extLst>
              <a:ext uri="{51228E76-BA90-4043-B771-695A4F85340A}">
                <alf:liveFeedProps xmlns:alf="http://schemas.microsoft.com/office/drawing/2021/livefeed"/>
              </a:ext>
            </a:extLst>
          </p:cNvPicPr>
          <p:nvPr/>
        </p:nvPicPr>
        <p:blipFill>
          <a:blip r:embed="rId3">
            <a:extLst>
              <a:ext uri="{96DAC541-7B7A-43D3-8B79-37D633B846F1}">
                <asvg:svgBlip xmlns:asvg="http://schemas.microsoft.com/office/drawing/2016/SVG/main" r:embed="rId4"/>
              </a:ext>
            </a:extLst>
          </a:blip>
          <a:stretch>
            <a:fillRect/>
          </a:stretch>
        </p:blipFill>
        <p:spPr>
          <a:xfrm>
            <a:off x="10052304" y="4718304"/>
            <a:ext cx="2057400" cy="2057400"/>
          </a:xfrm>
          <a:prstGeom prst="ellipse">
            <a:avLst/>
          </a:prstGeom>
        </p:spPr>
      </p:pic>
      <p:pic>
        <p:nvPicPr>
          <p:cNvPr id="3" name="Caméra 2">
            <a:extLst>
              <a:ext uri="{FF2B5EF4-FFF2-40B4-BE49-F238E27FC236}">
                <a16:creationId xmlns:a16="http://schemas.microsoft.com/office/drawing/2014/main" id="{7B2F922E-4010-C241-2DBB-758445E10966}"/>
              </a:ext>
            </a:extLst>
          </p:cNvPr>
          <p:cNvPicPr>
            <a:picLocks noChangeAspect="1"/>
            <a:extLst>
              <a:ext uri="{51228E76-BA90-4043-B771-695A4F85340A}">
                <alf:liveFeedProps xmlns:alf="http://schemas.microsoft.com/office/drawing/2021/livefeed"/>
              </a:ext>
            </a:extLst>
          </p:cNvPicPr>
          <p:nvPr/>
        </p:nvPicPr>
        <p:blipFill>
          <a:blip r:embed="rId3">
            <a:extLst>
              <a:ext uri="{96DAC541-7B7A-43D3-8B79-37D633B846F1}">
                <asvg:svgBlip xmlns:asvg="http://schemas.microsoft.com/office/drawing/2016/SVG/main" r:embed="rId4"/>
              </a:ext>
            </a:extLst>
          </a:blip>
          <a:stretch>
            <a:fillRect/>
          </a:stretch>
        </p:blipFill>
        <p:spPr>
          <a:xfrm>
            <a:off x="10052305" y="4718304"/>
            <a:ext cx="2057400" cy="2057400"/>
          </a:xfrm>
          <a:prstGeom prst="ellipse">
            <a:avLst/>
          </a:prstGeom>
          <a:ln>
            <a:noFill/>
          </a:ln>
          <a:effectLst>
            <a:softEdge rad="127000"/>
          </a:effectLst>
        </p:spPr>
      </p:pic>
      <p:pic>
        <p:nvPicPr>
          <p:cNvPr id="6" name="Caméra 5">
            <a:extLst>
              <a:ext uri="{FF2B5EF4-FFF2-40B4-BE49-F238E27FC236}">
                <a16:creationId xmlns:a16="http://schemas.microsoft.com/office/drawing/2014/main" id="{0E7CC6FB-B560-8EEB-47B0-4316F7CE7673}"/>
              </a:ext>
            </a:extLst>
          </p:cNvPr>
          <p:cNvPicPr>
            <a:picLocks noChangeAspect="1"/>
            <a:extLst>
              <a:ext uri="{51228E76-BA90-4043-B771-695A4F85340A}">
                <alf:liveFeedProps xmlns:alf="http://schemas.microsoft.com/office/drawing/2021/livefeed"/>
              </a:ext>
            </a:extLst>
          </p:cNvPicPr>
          <p:nvPr/>
        </p:nvPicPr>
        <p:blipFill>
          <a:blip r:embed="rId3">
            <a:extLst>
              <a:ext uri="{96DAC541-7B7A-43D3-8B79-37D633B846F1}">
                <asvg:svgBlip xmlns:asvg="http://schemas.microsoft.com/office/drawing/2016/SVG/main" r:embed="rId4"/>
              </a:ext>
            </a:extLst>
          </a:blip>
          <a:stretch>
            <a:fillRect/>
          </a:stretch>
        </p:blipFill>
        <p:spPr>
          <a:xfrm>
            <a:off x="10895685" y="5668780"/>
            <a:ext cx="1124680" cy="1124680"/>
          </a:xfrm>
          <a:prstGeom prst="ellipse">
            <a:avLst/>
          </a:prstGeom>
          <a:ln w="19050" cap="rnd">
            <a:solidFill>
              <a:srgbClr val="404040"/>
            </a:solidFill>
          </a:ln>
          <a:effectLst/>
        </p:spPr>
      </p:pic>
    </p:spTree>
    <p:extLst>
      <p:ext uri="{BB962C8B-B14F-4D97-AF65-F5344CB8AC3E}">
        <p14:creationId xmlns:p14="http://schemas.microsoft.com/office/powerpoint/2010/main" val="28259042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ZoneTexte 29">
            <a:extLst>
              <a:ext uri="{FF2B5EF4-FFF2-40B4-BE49-F238E27FC236}">
                <a16:creationId xmlns:a16="http://schemas.microsoft.com/office/drawing/2014/main" id="{58DE0EF9-E6D6-E1DE-6593-E324DBB6F53F}"/>
              </a:ext>
            </a:extLst>
          </p:cNvPr>
          <p:cNvSpPr txBox="1"/>
          <p:nvPr/>
        </p:nvSpPr>
        <p:spPr>
          <a:xfrm>
            <a:off x="584200" y="275167"/>
            <a:ext cx="8229600" cy="629483"/>
          </a:xfrm>
          <a:prstGeom prst="roundRect">
            <a:avLst>
              <a:gd name="adj" fmla="val 29099"/>
            </a:avLst>
          </a:prstGeom>
          <a:solidFill>
            <a:srgbClr val="E32199"/>
          </a:solidFill>
        </p:spPr>
        <p:txBody>
          <a:bodyPr wrap="square">
            <a:spAutoFit/>
          </a:bodyPr>
          <a:lstStyle/>
          <a:p>
            <a:pPr algn="l" rtl="0"/>
            <a:r>
              <a:rPr lang="fr-FR" sz="2800" b="0" i="0" dirty="0">
                <a:solidFill>
                  <a:schemeClr val="bg1"/>
                </a:solidFill>
                <a:effectLst/>
                <a:latin typeface="Adella" panose="02000603000000000000" pitchFamily="50" charset="0"/>
                <a:ea typeface="Adella" panose="02000603000000000000" pitchFamily="50" charset="0"/>
              </a:rPr>
              <a:t>Qu’est-ce que l’intersectionnalité ?</a:t>
            </a:r>
          </a:p>
        </p:txBody>
      </p:sp>
      <p:sp>
        <p:nvSpPr>
          <p:cNvPr id="32" name="ZoneTexte 31">
            <a:extLst>
              <a:ext uri="{FF2B5EF4-FFF2-40B4-BE49-F238E27FC236}">
                <a16:creationId xmlns:a16="http://schemas.microsoft.com/office/drawing/2014/main" id="{3AB06B1D-6325-9D0D-5A3D-66A47A88AD11}"/>
              </a:ext>
            </a:extLst>
          </p:cNvPr>
          <p:cNvSpPr txBox="1"/>
          <p:nvPr/>
        </p:nvSpPr>
        <p:spPr>
          <a:xfrm>
            <a:off x="2705100" y="1224340"/>
            <a:ext cx="9258300" cy="5509200"/>
          </a:xfrm>
          <a:prstGeom prst="rect">
            <a:avLst/>
          </a:prstGeom>
          <a:noFill/>
        </p:spPr>
        <p:txBody>
          <a:bodyPr wrap="square">
            <a:spAutoFit/>
          </a:bodyPr>
          <a:lstStyle/>
          <a:p>
            <a:pPr algn="just"/>
            <a:r>
              <a:rPr lang="fr-FR" sz="3200" dirty="0">
                <a:effectLst/>
                <a:latin typeface="Adella" panose="02000603000000000000" pitchFamily="50" charset="0"/>
                <a:ea typeface="Adella" panose="02000603000000000000" pitchFamily="50" charset="0"/>
              </a:rPr>
              <a:t>Le terme "intersectionnalité" a été inventé par </a:t>
            </a:r>
            <a:r>
              <a:rPr lang="fr-FR" sz="3200" dirty="0" err="1">
                <a:effectLst/>
                <a:latin typeface="Adella" panose="02000603000000000000" pitchFamily="50" charset="0"/>
                <a:ea typeface="Adella" panose="02000603000000000000" pitchFamily="50" charset="0"/>
              </a:rPr>
              <a:t>Kimberlé</a:t>
            </a:r>
            <a:r>
              <a:rPr lang="fr-FR" sz="3200" dirty="0">
                <a:effectLst/>
                <a:latin typeface="Adella" panose="02000603000000000000" pitchFamily="50" charset="0"/>
                <a:ea typeface="Adella" panose="02000603000000000000" pitchFamily="50" charset="0"/>
              </a:rPr>
              <a:t> </a:t>
            </a:r>
            <a:r>
              <a:rPr lang="fr-FR" sz="3200" dirty="0" err="1">
                <a:effectLst/>
                <a:latin typeface="Adella" panose="02000603000000000000" pitchFamily="50" charset="0"/>
                <a:ea typeface="Adella" panose="02000603000000000000" pitchFamily="50" charset="0"/>
              </a:rPr>
              <a:t>Crenshaw</a:t>
            </a:r>
            <a:r>
              <a:rPr lang="fr-FR" sz="3200" dirty="0">
                <a:effectLst/>
                <a:latin typeface="Adella" panose="02000603000000000000" pitchFamily="50" charset="0"/>
                <a:ea typeface="Adella" panose="02000603000000000000" pitchFamily="50" charset="0"/>
              </a:rPr>
              <a:t>, militante des droits civiques et professeure, et peut être défini comme "la nature interconnectée des catégorisations sociales telles que la race, la classe et le genre telles qu'elles s'appliquent à un individu ou à un groupe donné, considérées comme créant des systèmes de discrimination ou de désavantage qui se chevauchent et sont interdépendants". </a:t>
            </a:r>
          </a:p>
          <a:p>
            <a:pPr algn="just"/>
            <a:r>
              <a:rPr lang="fr-FR" sz="3200" dirty="0">
                <a:effectLst/>
                <a:latin typeface="Adella" panose="02000603000000000000" pitchFamily="50" charset="0"/>
                <a:ea typeface="Adella" panose="02000603000000000000" pitchFamily="50" charset="0"/>
              </a:rPr>
              <a:t>En ajoutant l'idée d'intersectionnalité au féminisme, le mouvement devient véritablement inclusif et permet aux femmes de toutes races, situations économiques, religions, identités et orientations de faire entendre leur voix</a:t>
            </a:r>
            <a:endParaRPr lang="fr-FR" sz="3200" dirty="0">
              <a:latin typeface="Adella" panose="02000603000000000000" pitchFamily="50" charset="0"/>
              <a:ea typeface="Adella" panose="02000603000000000000" pitchFamily="50" charset="0"/>
            </a:endParaRPr>
          </a:p>
        </p:txBody>
      </p:sp>
      <p:pic>
        <p:nvPicPr>
          <p:cNvPr id="5124" name="Picture 4" descr="Big Thinker: Kimberlé Crenshaw - The Ethics Centre">
            <a:extLst>
              <a:ext uri="{FF2B5EF4-FFF2-40B4-BE49-F238E27FC236}">
                <a16:creationId xmlns:a16="http://schemas.microsoft.com/office/drawing/2014/main" id="{CAB62ABE-E599-9F95-D817-ADD259D718C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8769" r="11436"/>
          <a:stretch/>
        </p:blipFill>
        <p:spPr bwMode="auto">
          <a:xfrm>
            <a:off x="104777" y="2108200"/>
            <a:ext cx="2600323" cy="3258760"/>
          </a:xfrm>
          <a:prstGeom prst="rect">
            <a:avLst/>
          </a:prstGeom>
          <a:noFill/>
          <a:extLst>
            <a:ext uri="{909E8E84-426E-40DD-AFC4-6F175D3DCCD1}">
              <a14:hiddenFill xmlns:a14="http://schemas.microsoft.com/office/drawing/2010/main">
                <a:solidFill>
                  <a:srgbClr val="FFFFFF"/>
                </a:solidFill>
              </a14:hiddenFill>
            </a:ext>
          </a:extLst>
        </p:spPr>
      </p:pic>
      <p:pic>
        <p:nvPicPr>
          <p:cNvPr id="2" name="Caméra 1">
            <a:extLst>
              <a:ext uri="{FF2B5EF4-FFF2-40B4-BE49-F238E27FC236}">
                <a16:creationId xmlns:a16="http://schemas.microsoft.com/office/drawing/2014/main" id="{39679AC4-4E13-1935-8B00-0A10E52C5D8C}"/>
              </a:ext>
            </a:extLst>
          </p:cNvPr>
          <p:cNvPicPr>
            <a:picLocks noChangeAspect="1"/>
            <a:extLst>
              <a:ext uri="{51228E76-BA90-4043-B771-695A4F85340A}">
                <alf:liveFeedProps xmlns:alf="http://schemas.microsoft.com/office/drawing/2021/livefeed"/>
              </a:ext>
            </a:extLst>
          </p:cNvPicPr>
          <p:nvPr/>
        </p:nvPicPr>
        <p:blipFill>
          <a:blip r:embed="rId3">
            <a:extLst>
              <a:ext uri="{96DAC541-7B7A-43D3-8B79-37D633B846F1}">
                <asvg:svgBlip xmlns:asvg="http://schemas.microsoft.com/office/drawing/2016/SVG/main" r:embed="rId4"/>
              </a:ext>
            </a:extLst>
          </a:blip>
          <a:stretch>
            <a:fillRect/>
          </a:stretch>
        </p:blipFill>
        <p:spPr>
          <a:xfrm>
            <a:off x="10052304" y="4718304"/>
            <a:ext cx="2057400" cy="2057400"/>
          </a:xfrm>
          <a:prstGeom prst="ellipse">
            <a:avLst/>
          </a:prstGeom>
        </p:spPr>
      </p:pic>
      <p:pic>
        <p:nvPicPr>
          <p:cNvPr id="3" name="Caméra 2">
            <a:extLst>
              <a:ext uri="{FF2B5EF4-FFF2-40B4-BE49-F238E27FC236}">
                <a16:creationId xmlns:a16="http://schemas.microsoft.com/office/drawing/2014/main" id="{EFBD8FEA-FD41-065C-9D34-37934C9DB4BC}"/>
              </a:ext>
            </a:extLst>
          </p:cNvPr>
          <p:cNvPicPr>
            <a:picLocks noChangeAspect="1"/>
            <a:extLst>
              <a:ext uri="{51228E76-BA90-4043-B771-695A4F85340A}">
                <alf:liveFeedProps xmlns:alf="http://schemas.microsoft.com/office/drawing/2021/livefeed"/>
              </a:ext>
            </a:extLst>
          </p:cNvPicPr>
          <p:nvPr/>
        </p:nvPicPr>
        <p:blipFill>
          <a:blip r:embed="rId3">
            <a:extLst>
              <a:ext uri="{96DAC541-7B7A-43D3-8B79-37D633B846F1}">
                <asvg:svgBlip xmlns:asvg="http://schemas.microsoft.com/office/drawing/2016/SVG/main" r:embed="rId4"/>
              </a:ext>
            </a:extLst>
          </a:blip>
          <a:stretch>
            <a:fillRect/>
          </a:stretch>
        </p:blipFill>
        <p:spPr>
          <a:xfrm>
            <a:off x="10052305" y="4718304"/>
            <a:ext cx="2057400" cy="2057400"/>
          </a:xfrm>
          <a:prstGeom prst="ellipse">
            <a:avLst/>
          </a:prstGeom>
          <a:ln>
            <a:noFill/>
          </a:ln>
          <a:effectLst>
            <a:softEdge rad="127000"/>
          </a:effectLst>
        </p:spPr>
      </p:pic>
      <p:pic>
        <p:nvPicPr>
          <p:cNvPr id="4" name="Caméra 3">
            <a:extLst>
              <a:ext uri="{FF2B5EF4-FFF2-40B4-BE49-F238E27FC236}">
                <a16:creationId xmlns:a16="http://schemas.microsoft.com/office/drawing/2014/main" id="{F1CB168E-0B74-CF04-3AB2-1D7BBC528790}"/>
              </a:ext>
            </a:extLst>
          </p:cNvPr>
          <p:cNvPicPr>
            <a:picLocks noChangeAspect="1"/>
            <a:extLst>
              <a:ext uri="{51228E76-BA90-4043-B771-695A4F85340A}">
                <alf:liveFeedProps xmlns:alf="http://schemas.microsoft.com/office/drawing/2021/livefeed"/>
              </a:ext>
            </a:extLst>
          </p:cNvPicPr>
          <p:nvPr/>
        </p:nvPicPr>
        <p:blipFill>
          <a:blip r:embed="rId3">
            <a:extLst>
              <a:ext uri="{96DAC541-7B7A-43D3-8B79-37D633B846F1}">
                <asvg:svgBlip xmlns:asvg="http://schemas.microsoft.com/office/drawing/2016/SVG/main" r:embed="rId4"/>
              </a:ext>
            </a:extLst>
          </a:blip>
          <a:stretch>
            <a:fillRect/>
          </a:stretch>
        </p:blipFill>
        <p:spPr>
          <a:xfrm>
            <a:off x="10895685" y="5668780"/>
            <a:ext cx="1124680" cy="1124680"/>
          </a:xfrm>
          <a:prstGeom prst="ellipse">
            <a:avLst/>
          </a:prstGeom>
          <a:ln w="19050" cap="rnd">
            <a:solidFill>
              <a:srgbClr val="404040"/>
            </a:solidFill>
          </a:ln>
          <a:effectLst/>
        </p:spPr>
      </p:pic>
    </p:spTree>
    <p:extLst>
      <p:ext uri="{BB962C8B-B14F-4D97-AF65-F5344CB8AC3E}">
        <p14:creationId xmlns:p14="http://schemas.microsoft.com/office/powerpoint/2010/main" val="15012168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ZoneTexte 4">
            <a:extLst>
              <a:ext uri="{FF2B5EF4-FFF2-40B4-BE49-F238E27FC236}">
                <a16:creationId xmlns:a16="http://schemas.microsoft.com/office/drawing/2014/main" id="{80ED340F-4981-4A10-F9B2-8E025B479F37}"/>
              </a:ext>
            </a:extLst>
          </p:cNvPr>
          <p:cNvSpPr txBox="1"/>
          <p:nvPr/>
        </p:nvSpPr>
        <p:spPr>
          <a:xfrm>
            <a:off x="584200" y="275167"/>
            <a:ext cx="8229600" cy="629483"/>
          </a:xfrm>
          <a:prstGeom prst="roundRect">
            <a:avLst>
              <a:gd name="adj" fmla="val 29099"/>
            </a:avLst>
          </a:prstGeom>
          <a:solidFill>
            <a:srgbClr val="E32199"/>
          </a:solidFill>
        </p:spPr>
        <p:txBody>
          <a:bodyPr wrap="square">
            <a:spAutoFit/>
          </a:bodyPr>
          <a:lstStyle/>
          <a:p>
            <a:pPr algn="l" rtl="0"/>
            <a:r>
              <a:rPr lang="fr-FR" sz="2800" b="0" i="0" dirty="0">
                <a:solidFill>
                  <a:schemeClr val="bg1"/>
                </a:solidFill>
                <a:effectLst/>
                <a:latin typeface="Adella" panose="02000603000000000000" pitchFamily="50" charset="0"/>
                <a:ea typeface="Adella" panose="02000603000000000000" pitchFamily="50" charset="0"/>
              </a:rPr>
              <a:t>Quels sont les 3 points essentiels à savoir sur l’intersectionnalité ?</a:t>
            </a:r>
          </a:p>
        </p:txBody>
      </p:sp>
      <p:graphicFrame>
        <p:nvGraphicFramePr>
          <p:cNvPr id="10" name="Diagramme 9">
            <a:extLst>
              <a:ext uri="{FF2B5EF4-FFF2-40B4-BE49-F238E27FC236}">
                <a16:creationId xmlns:a16="http://schemas.microsoft.com/office/drawing/2014/main" id="{266E1075-F340-5D45-EFAD-862DF9434078}"/>
              </a:ext>
            </a:extLst>
          </p:cNvPr>
          <p:cNvGraphicFramePr/>
          <p:nvPr>
            <p:extLst>
              <p:ext uri="{D42A27DB-BD31-4B8C-83A1-F6EECF244321}">
                <p14:modId xmlns:p14="http://schemas.microsoft.com/office/powerpoint/2010/main" val="606552220"/>
              </p:ext>
            </p:extLst>
          </p:nvPr>
        </p:nvGraphicFramePr>
        <p:xfrm>
          <a:off x="2247900" y="1164166"/>
          <a:ext cx="8877300" cy="54186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2" name="Caméra 1">
            <a:extLst>
              <a:ext uri="{FF2B5EF4-FFF2-40B4-BE49-F238E27FC236}">
                <a16:creationId xmlns:a16="http://schemas.microsoft.com/office/drawing/2014/main" id="{BCA80D4A-7D99-0FFA-D68D-CEA6E39B368C}"/>
              </a:ext>
            </a:extLst>
          </p:cNvPr>
          <p:cNvPicPr>
            <a:picLocks noChangeAspect="1"/>
            <a:extLst>
              <a:ext uri="{51228E76-BA90-4043-B771-695A4F85340A}">
                <alf:liveFeedProps xmlns:alf="http://schemas.microsoft.com/office/drawing/2021/livefeed"/>
              </a:ext>
            </a:extLst>
          </p:cNvPicPr>
          <p:nvPr/>
        </p:nvPicPr>
        <p:blipFill>
          <a:blip r:embed="rId7">
            <a:extLst>
              <a:ext uri="{96DAC541-7B7A-43D3-8B79-37D633B846F1}">
                <asvg:svgBlip xmlns:asvg="http://schemas.microsoft.com/office/drawing/2016/SVG/main" r:embed="rId8"/>
              </a:ext>
            </a:extLst>
          </a:blip>
          <a:stretch>
            <a:fillRect/>
          </a:stretch>
        </p:blipFill>
        <p:spPr>
          <a:xfrm>
            <a:off x="10052304" y="4718304"/>
            <a:ext cx="2057400" cy="2057400"/>
          </a:xfrm>
          <a:prstGeom prst="ellipse">
            <a:avLst/>
          </a:prstGeom>
        </p:spPr>
      </p:pic>
      <p:pic>
        <p:nvPicPr>
          <p:cNvPr id="3" name="Caméra 2">
            <a:extLst>
              <a:ext uri="{FF2B5EF4-FFF2-40B4-BE49-F238E27FC236}">
                <a16:creationId xmlns:a16="http://schemas.microsoft.com/office/drawing/2014/main" id="{D0DD69BF-3D91-0286-1A4D-AD5216882444}"/>
              </a:ext>
            </a:extLst>
          </p:cNvPr>
          <p:cNvPicPr>
            <a:picLocks noChangeAspect="1"/>
            <a:extLst>
              <a:ext uri="{51228E76-BA90-4043-B771-695A4F85340A}">
                <alf:liveFeedProps xmlns:alf="http://schemas.microsoft.com/office/drawing/2021/livefeed"/>
              </a:ext>
            </a:extLst>
          </p:cNvPicPr>
          <p:nvPr/>
        </p:nvPicPr>
        <p:blipFill>
          <a:blip r:embed="rId7">
            <a:extLst>
              <a:ext uri="{96DAC541-7B7A-43D3-8B79-37D633B846F1}">
                <asvg:svgBlip xmlns:asvg="http://schemas.microsoft.com/office/drawing/2016/SVG/main" r:embed="rId8"/>
              </a:ext>
            </a:extLst>
          </a:blip>
          <a:stretch>
            <a:fillRect/>
          </a:stretch>
        </p:blipFill>
        <p:spPr>
          <a:xfrm>
            <a:off x="10052305" y="4718304"/>
            <a:ext cx="2057400" cy="2057400"/>
          </a:xfrm>
          <a:prstGeom prst="ellipse">
            <a:avLst/>
          </a:prstGeom>
          <a:ln>
            <a:noFill/>
          </a:ln>
          <a:effectLst>
            <a:softEdge rad="127000"/>
          </a:effectLst>
        </p:spPr>
      </p:pic>
      <p:pic>
        <p:nvPicPr>
          <p:cNvPr id="4" name="Caméra 3">
            <a:extLst>
              <a:ext uri="{FF2B5EF4-FFF2-40B4-BE49-F238E27FC236}">
                <a16:creationId xmlns:a16="http://schemas.microsoft.com/office/drawing/2014/main" id="{57A4DB83-5AA8-C43E-92CB-2CE3BF98A975}"/>
              </a:ext>
            </a:extLst>
          </p:cNvPr>
          <p:cNvPicPr>
            <a:picLocks noChangeAspect="1"/>
            <a:extLst>
              <a:ext uri="{51228E76-BA90-4043-B771-695A4F85340A}">
                <alf:liveFeedProps xmlns:alf="http://schemas.microsoft.com/office/drawing/2021/livefeed"/>
              </a:ext>
            </a:extLst>
          </p:cNvPicPr>
          <p:nvPr/>
        </p:nvPicPr>
        <p:blipFill>
          <a:blip r:embed="rId7">
            <a:extLst>
              <a:ext uri="{96DAC541-7B7A-43D3-8B79-37D633B846F1}">
                <asvg:svgBlip xmlns:asvg="http://schemas.microsoft.com/office/drawing/2016/SVG/main" r:embed="rId8"/>
              </a:ext>
            </a:extLst>
          </a:blip>
          <a:stretch>
            <a:fillRect/>
          </a:stretch>
        </p:blipFill>
        <p:spPr>
          <a:xfrm>
            <a:off x="10895685" y="5668780"/>
            <a:ext cx="1124680" cy="1124680"/>
          </a:xfrm>
          <a:prstGeom prst="ellipse">
            <a:avLst/>
          </a:prstGeom>
          <a:ln w="19050" cap="rnd">
            <a:solidFill>
              <a:srgbClr val="404040"/>
            </a:solidFill>
          </a:ln>
          <a:effectLst/>
        </p:spPr>
      </p:pic>
    </p:spTree>
    <p:extLst>
      <p:ext uri="{BB962C8B-B14F-4D97-AF65-F5344CB8AC3E}">
        <p14:creationId xmlns:p14="http://schemas.microsoft.com/office/powerpoint/2010/main" val="34044262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Image 20" descr="Une image contenant texte, argent, devise, Espèces">
            <a:extLst>
              <a:ext uri="{FF2B5EF4-FFF2-40B4-BE49-F238E27FC236}">
                <a16:creationId xmlns:a16="http://schemas.microsoft.com/office/drawing/2014/main" id="{5639A0BB-3A2E-5425-871B-4F4ACE2043B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73416" y="1530514"/>
            <a:ext cx="2299970" cy="988206"/>
          </a:xfrm>
          <a:prstGeom prst="rect">
            <a:avLst/>
          </a:prstGeom>
        </p:spPr>
      </p:pic>
      <p:pic>
        <p:nvPicPr>
          <p:cNvPr id="23" name="Graphique 22" descr="Pièces contour">
            <a:extLst>
              <a:ext uri="{FF2B5EF4-FFF2-40B4-BE49-F238E27FC236}">
                <a16:creationId xmlns:a16="http://schemas.microsoft.com/office/drawing/2014/main" id="{B0D527A9-C075-FBD1-F62B-C5A076BC6F9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581739" y="1530514"/>
            <a:ext cx="914400" cy="914400"/>
          </a:xfrm>
          <a:prstGeom prst="rect">
            <a:avLst/>
          </a:prstGeom>
        </p:spPr>
      </p:pic>
      <p:sp>
        <p:nvSpPr>
          <p:cNvPr id="24" name="ZoneTexte 23">
            <a:extLst>
              <a:ext uri="{FF2B5EF4-FFF2-40B4-BE49-F238E27FC236}">
                <a16:creationId xmlns:a16="http://schemas.microsoft.com/office/drawing/2014/main" id="{E62B67E6-ADA9-FE4D-E8A0-9317CD6884FB}"/>
              </a:ext>
              <a:ext uri="{C183D7F6-B498-43B3-948B-1728B52AA6E4}">
                <adec:decorative xmlns:adec="http://schemas.microsoft.com/office/drawing/2017/decorative" val="0"/>
              </a:ext>
            </a:extLst>
          </p:cNvPr>
          <p:cNvSpPr txBox="1"/>
          <p:nvPr/>
        </p:nvSpPr>
        <p:spPr>
          <a:xfrm>
            <a:off x="7137399" y="2939017"/>
            <a:ext cx="1803085" cy="923330"/>
          </a:xfrm>
          <a:prstGeom prst="rect">
            <a:avLst/>
          </a:prstGeom>
          <a:noFill/>
        </p:spPr>
        <p:txBody>
          <a:bodyPr wrap="square" rtlCol="0">
            <a:spAutoFit/>
          </a:bodyPr>
          <a:lstStyle/>
          <a:p>
            <a:pPr algn="ctr"/>
            <a:r>
              <a:rPr lang="fr-FR" dirty="0"/>
              <a:t>Femme blanche</a:t>
            </a:r>
          </a:p>
          <a:p>
            <a:pPr algn="ctr"/>
            <a:r>
              <a:rPr lang="fr-FR" dirty="0"/>
              <a:t>= </a:t>
            </a:r>
          </a:p>
          <a:p>
            <a:pPr algn="ctr"/>
            <a:r>
              <a:rPr lang="fr-FR" dirty="0"/>
              <a:t>83 cents</a:t>
            </a:r>
          </a:p>
        </p:txBody>
      </p:sp>
      <p:sp>
        <p:nvSpPr>
          <p:cNvPr id="25" name="ZoneTexte 24">
            <a:extLst>
              <a:ext uri="{FF2B5EF4-FFF2-40B4-BE49-F238E27FC236}">
                <a16:creationId xmlns:a16="http://schemas.microsoft.com/office/drawing/2014/main" id="{9350BB70-EE52-0A3A-C806-D51B1EB4169E}"/>
              </a:ext>
            </a:extLst>
          </p:cNvPr>
          <p:cNvSpPr txBox="1"/>
          <p:nvPr/>
        </p:nvSpPr>
        <p:spPr>
          <a:xfrm>
            <a:off x="7137398" y="4031217"/>
            <a:ext cx="1803085" cy="923330"/>
          </a:xfrm>
          <a:prstGeom prst="rect">
            <a:avLst/>
          </a:prstGeom>
          <a:noFill/>
        </p:spPr>
        <p:txBody>
          <a:bodyPr wrap="square" rtlCol="0">
            <a:spAutoFit/>
          </a:bodyPr>
          <a:lstStyle/>
          <a:p>
            <a:pPr algn="ctr"/>
            <a:r>
              <a:rPr lang="fr-FR" dirty="0"/>
              <a:t>Femme noire</a:t>
            </a:r>
          </a:p>
          <a:p>
            <a:pPr algn="ctr"/>
            <a:r>
              <a:rPr lang="fr-FR" dirty="0"/>
              <a:t>= </a:t>
            </a:r>
          </a:p>
          <a:p>
            <a:pPr algn="ctr"/>
            <a:r>
              <a:rPr lang="fr-FR" dirty="0"/>
              <a:t>64 cents</a:t>
            </a:r>
          </a:p>
        </p:txBody>
      </p:sp>
      <p:sp>
        <p:nvSpPr>
          <p:cNvPr id="26" name="ZoneTexte 25">
            <a:extLst>
              <a:ext uri="{FF2B5EF4-FFF2-40B4-BE49-F238E27FC236}">
                <a16:creationId xmlns:a16="http://schemas.microsoft.com/office/drawing/2014/main" id="{1990DD75-4D84-CE05-8B25-BCB91CA78891}"/>
              </a:ext>
            </a:extLst>
          </p:cNvPr>
          <p:cNvSpPr txBox="1"/>
          <p:nvPr/>
        </p:nvSpPr>
        <p:spPr>
          <a:xfrm>
            <a:off x="6908798" y="5371261"/>
            <a:ext cx="2260283" cy="923330"/>
          </a:xfrm>
          <a:prstGeom prst="rect">
            <a:avLst/>
          </a:prstGeom>
          <a:noFill/>
        </p:spPr>
        <p:txBody>
          <a:bodyPr wrap="square" rtlCol="0">
            <a:spAutoFit/>
          </a:bodyPr>
          <a:lstStyle/>
          <a:p>
            <a:pPr algn="ctr"/>
            <a:r>
              <a:rPr lang="fr-FR" dirty="0"/>
              <a:t>Femme hispanique</a:t>
            </a:r>
          </a:p>
          <a:p>
            <a:pPr algn="ctr"/>
            <a:r>
              <a:rPr lang="fr-FR" dirty="0"/>
              <a:t>= </a:t>
            </a:r>
          </a:p>
          <a:p>
            <a:pPr algn="ctr"/>
            <a:r>
              <a:rPr lang="fr-FR" dirty="0"/>
              <a:t>56 cents</a:t>
            </a:r>
          </a:p>
        </p:txBody>
      </p:sp>
      <p:cxnSp>
        <p:nvCxnSpPr>
          <p:cNvPr id="28" name="Connecteur droit 27">
            <a:extLst>
              <a:ext uri="{FF2B5EF4-FFF2-40B4-BE49-F238E27FC236}">
                <a16:creationId xmlns:a16="http://schemas.microsoft.com/office/drawing/2014/main" id="{F6273002-E0DA-400B-42C4-529928584ED4}"/>
              </a:ext>
            </a:extLst>
          </p:cNvPr>
          <p:cNvCxnSpPr/>
          <p:nvPr/>
        </p:nvCxnSpPr>
        <p:spPr>
          <a:xfrm>
            <a:off x="7251539" y="3863934"/>
            <a:ext cx="1574800"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9" name="Connecteur droit 28">
            <a:extLst>
              <a:ext uri="{FF2B5EF4-FFF2-40B4-BE49-F238E27FC236}">
                <a16:creationId xmlns:a16="http://schemas.microsoft.com/office/drawing/2014/main" id="{C6E464A2-6FFE-70DB-FB52-B99DB4B17F5B}"/>
              </a:ext>
            </a:extLst>
          </p:cNvPr>
          <p:cNvCxnSpPr/>
          <p:nvPr/>
        </p:nvCxnSpPr>
        <p:spPr>
          <a:xfrm>
            <a:off x="7251539" y="5135522"/>
            <a:ext cx="1574800"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0" name="Connecteur droit 29">
            <a:extLst>
              <a:ext uri="{FF2B5EF4-FFF2-40B4-BE49-F238E27FC236}">
                <a16:creationId xmlns:a16="http://schemas.microsoft.com/office/drawing/2014/main" id="{C608A749-9ECA-8681-5601-8D81418CE9A5}"/>
              </a:ext>
            </a:extLst>
          </p:cNvPr>
          <p:cNvCxnSpPr/>
          <p:nvPr/>
        </p:nvCxnSpPr>
        <p:spPr>
          <a:xfrm>
            <a:off x="7251539" y="6407109"/>
            <a:ext cx="1574800"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pic>
        <p:nvPicPr>
          <p:cNvPr id="31" name="Graphique 30" descr="Homme en polo">
            <a:extLst>
              <a:ext uri="{FF2B5EF4-FFF2-40B4-BE49-F238E27FC236}">
                <a16:creationId xmlns:a16="http://schemas.microsoft.com/office/drawing/2014/main" id="{7D057A29-5809-D0B8-93D1-506F6EDF2E72}"/>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57173" y="1728990"/>
            <a:ext cx="1381125" cy="4333875"/>
          </a:xfrm>
          <a:prstGeom prst="rect">
            <a:avLst/>
          </a:prstGeom>
        </p:spPr>
      </p:pic>
      <p:pic>
        <p:nvPicPr>
          <p:cNvPr id="32" name="Graphique 31" descr="Femme en jupe noire">
            <a:extLst>
              <a:ext uri="{FF2B5EF4-FFF2-40B4-BE49-F238E27FC236}">
                <a16:creationId xmlns:a16="http://schemas.microsoft.com/office/drawing/2014/main" id="{C71E7926-012B-E463-0D97-49A261AC197E}"/>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flipH="1">
            <a:off x="9451941" y="1728990"/>
            <a:ext cx="1930291" cy="4333875"/>
          </a:xfrm>
          <a:prstGeom prst="rect">
            <a:avLst/>
          </a:prstGeom>
        </p:spPr>
      </p:pic>
      <p:pic>
        <p:nvPicPr>
          <p:cNvPr id="2" name="Caméra 1">
            <a:extLst>
              <a:ext uri="{FF2B5EF4-FFF2-40B4-BE49-F238E27FC236}">
                <a16:creationId xmlns:a16="http://schemas.microsoft.com/office/drawing/2014/main" id="{9A976519-87FB-5D72-644F-0BA38A18BDDF}"/>
              </a:ext>
            </a:extLst>
          </p:cNvPr>
          <p:cNvPicPr>
            <a:picLocks noChangeAspect="1"/>
            <a:extLst>
              <a:ext uri="{51228E76-BA90-4043-B771-695A4F85340A}">
                <alf:liveFeedProps xmlns:alf="http://schemas.microsoft.com/office/drawing/2021/livefeed"/>
              </a:ext>
            </a:extLst>
          </p:cNvPicPr>
          <p:nvPr/>
        </p:nvPicPr>
        <p:blipFill>
          <a:blip r:embed="rId9">
            <a:extLst>
              <a:ext uri="{96DAC541-7B7A-43D3-8B79-37D633B846F1}">
                <asvg:svgBlip xmlns:asvg="http://schemas.microsoft.com/office/drawing/2016/SVG/main" r:embed="rId10"/>
              </a:ext>
            </a:extLst>
          </a:blip>
          <a:stretch>
            <a:fillRect/>
          </a:stretch>
        </p:blipFill>
        <p:spPr>
          <a:xfrm>
            <a:off x="10052304" y="4718304"/>
            <a:ext cx="2057400" cy="2057400"/>
          </a:xfrm>
          <a:prstGeom prst="ellipse">
            <a:avLst/>
          </a:prstGeom>
        </p:spPr>
      </p:pic>
      <p:pic>
        <p:nvPicPr>
          <p:cNvPr id="3" name="Caméra 2">
            <a:extLst>
              <a:ext uri="{FF2B5EF4-FFF2-40B4-BE49-F238E27FC236}">
                <a16:creationId xmlns:a16="http://schemas.microsoft.com/office/drawing/2014/main" id="{B1563D34-2B4A-CDF1-F636-973111FC7BBE}"/>
              </a:ext>
            </a:extLst>
          </p:cNvPr>
          <p:cNvPicPr>
            <a:picLocks noChangeAspect="1"/>
            <a:extLst>
              <a:ext uri="{51228E76-BA90-4043-B771-695A4F85340A}">
                <alf:liveFeedProps xmlns:alf="http://schemas.microsoft.com/office/drawing/2021/livefeed"/>
              </a:ext>
            </a:extLst>
          </p:cNvPicPr>
          <p:nvPr/>
        </p:nvPicPr>
        <p:blipFill>
          <a:blip r:embed="rId9">
            <a:extLst>
              <a:ext uri="{96DAC541-7B7A-43D3-8B79-37D633B846F1}">
                <asvg:svgBlip xmlns:asvg="http://schemas.microsoft.com/office/drawing/2016/SVG/main" r:embed="rId10"/>
              </a:ext>
            </a:extLst>
          </a:blip>
          <a:stretch>
            <a:fillRect/>
          </a:stretch>
        </p:blipFill>
        <p:spPr>
          <a:xfrm>
            <a:off x="10052305" y="4718304"/>
            <a:ext cx="2057400" cy="2057400"/>
          </a:xfrm>
          <a:prstGeom prst="ellipse">
            <a:avLst/>
          </a:prstGeom>
          <a:ln>
            <a:noFill/>
          </a:ln>
          <a:effectLst>
            <a:softEdge rad="127000"/>
          </a:effectLst>
        </p:spPr>
      </p:pic>
      <p:pic>
        <p:nvPicPr>
          <p:cNvPr id="4" name="Caméra 3">
            <a:extLst>
              <a:ext uri="{FF2B5EF4-FFF2-40B4-BE49-F238E27FC236}">
                <a16:creationId xmlns:a16="http://schemas.microsoft.com/office/drawing/2014/main" id="{3651479A-C7E5-758F-E65C-252D4DF305AC}"/>
              </a:ext>
            </a:extLst>
          </p:cNvPr>
          <p:cNvPicPr>
            <a:picLocks noChangeAspect="1"/>
            <a:extLst>
              <a:ext uri="{51228E76-BA90-4043-B771-695A4F85340A}">
                <alf:liveFeedProps xmlns:alf="http://schemas.microsoft.com/office/drawing/2021/livefeed"/>
              </a:ext>
            </a:extLst>
          </p:cNvPicPr>
          <p:nvPr/>
        </p:nvPicPr>
        <p:blipFill>
          <a:blip r:embed="rId9">
            <a:extLst>
              <a:ext uri="{96DAC541-7B7A-43D3-8B79-37D633B846F1}">
                <asvg:svgBlip xmlns:asvg="http://schemas.microsoft.com/office/drawing/2016/SVG/main" r:embed="rId10"/>
              </a:ext>
            </a:extLst>
          </a:blip>
          <a:stretch>
            <a:fillRect/>
          </a:stretch>
        </p:blipFill>
        <p:spPr>
          <a:xfrm>
            <a:off x="10895685" y="5668780"/>
            <a:ext cx="1124680" cy="1124680"/>
          </a:xfrm>
          <a:prstGeom prst="ellipse">
            <a:avLst/>
          </a:prstGeom>
          <a:ln w="19050" cap="rnd">
            <a:solidFill>
              <a:srgbClr val="404040"/>
            </a:solidFill>
          </a:ln>
          <a:effectLst/>
        </p:spPr>
      </p:pic>
    </p:spTree>
    <p:extLst>
      <p:ext uri="{BB962C8B-B14F-4D97-AF65-F5344CB8AC3E}">
        <p14:creationId xmlns:p14="http://schemas.microsoft.com/office/powerpoint/2010/main" val="24187519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500"/>
                                        <p:tgtEl>
                                          <p:spTgt spid="24"/>
                                        </p:tgtEl>
                                      </p:cBhvr>
                                    </p:animEffect>
                                  </p:childTnLst>
                                </p:cTn>
                              </p:par>
                              <p:par>
                                <p:cTn id="8" presetID="10" presetClass="entr" presetSubtype="0" fill="hold" nodeType="withEffect">
                                  <p:stCondLst>
                                    <p:cond delay="0"/>
                                  </p:stCondLst>
                                  <p:childTnLst>
                                    <p:set>
                                      <p:cBhvr>
                                        <p:cTn id="9" dur="1" fill="hold">
                                          <p:stCondLst>
                                            <p:cond delay="0"/>
                                          </p:stCondLst>
                                        </p:cTn>
                                        <p:tgtEl>
                                          <p:spTgt spid="28"/>
                                        </p:tgtEl>
                                        <p:attrNameLst>
                                          <p:attrName>style.visibility</p:attrName>
                                        </p:attrNameLst>
                                      </p:cBhvr>
                                      <p:to>
                                        <p:strVal val="visible"/>
                                      </p:to>
                                    </p:set>
                                    <p:animEffect transition="in" filter="fade">
                                      <p:cBhvr>
                                        <p:cTn id="10" dur="500"/>
                                        <p:tgtEl>
                                          <p:spTgt spid="28"/>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25"/>
                                        </p:tgtEl>
                                        <p:attrNameLst>
                                          <p:attrName>style.visibility</p:attrName>
                                        </p:attrNameLst>
                                      </p:cBhvr>
                                      <p:to>
                                        <p:strVal val="visible"/>
                                      </p:to>
                                    </p:set>
                                    <p:animEffect transition="in" filter="fade">
                                      <p:cBhvr>
                                        <p:cTn id="15" dur="500"/>
                                        <p:tgtEl>
                                          <p:spTgt spid="25"/>
                                        </p:tgtEl>
                                      </p:cBhvr>
                                    </p:animEffect>
                                  </p:childTnLst>
                                </p:cTn>
                              </p:par>
                              <p:par>
                                <p:cTn id="16" presetID="10" presetClass="entr" presetSubtype="0" fill="hold" nodeType="withEffect">
                                  <p:stCondLst>
                                    <p:cond delay="0"/>
                                  </p:stCondLst>
                                  <p:childTnLst>
                                    <p:set>
                                      <p:cBhvr>
                                        <p:cTn id="17" dur="1" fill="hold">
                                          <p:stCondLst>
                                            <p:cond delay="0"/>
                                          </p:stCondLst>
                                        </p:cTn>
                                        <p:tgtEl>
                                          <p:spTgt spid="29"/>
                                        </p:tgtEl>
                                        <p:attrNameLst>
                                          <p:attrName>style.visibility</p:attrName>
                                        </p:attrNameLst>
                                      </p:cBhvr>
                                      <p:to>
                                        <p:strVal val="visible"/>
                                      </p:to>
                                    </p:set>
                                    <p:animEffect transition="in" filter="fade">
                                      <p:cBhvr>
                                        <p:cTn id="18" dur="500"/>
                                        <p:tgtEl>
                                          <p:spTgt spid="29"/>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26"/>
                                        </p:tgtEl>
                                        <p:attrNameLst>
                                          <p:attrName>style.visibility</p:attrName>
                                        </p:attrNameLst>
                                      </p:cBhvr>
                                      <p:to>
                                        <p:strVal val="visible"/>
                                      </p:to>
                                    </p:set>
                                    <p:animEffect transition="in" filter="fade">
                                      <p:cBhvr>
                                        <p:cTn id="23" dur="500"/>
                                        <p:tgtEl>
                                          <p:spTgt spid="26"/>
                                        </p:tgtEl>
                                      </p:cBhvr>
                                    </p:animEffect>
                                  </p:childTnLst>
                                </p:cTn>
                              </p:par>
                              <p:par>
                                <p:cTn id="24" presetID="10" presetClass="entr" presetSubtype="0" fill="hold" nodeType="withEffect">
                                  <p:stCondLst>
                                    <p:cond delay="0"/>
                                  </p:stCondLst>
                                  <p:childTnLst>
                                    <p:set>
                                      <p:cBhvr>
                                        <p:cTn id="25" dur="1" fill="hold">
                                          <p:stCondLst>
                                            <p:cond delay="0"/>
                                          </p:stCondLst>
                                        </p:cTn>
                                        <p:tgtEl>
                                          <p:spTgt spid="30"/>
                                        </p:tgtEl>
                                        <p:attrNameLst>
                                          <p:attrName>style.visibility</p:attrName>
                                        </p:attrNameLst>
                                      </p:cBhvr>
                                      <p:to>
                                        <p:strVal val="visible"/>
                                      </p:to>
                                    </p:set>
                                    <p:animEffect transition="in" filter="fade">
                                      <p:cBhvr>
                                        <p:cTn id="26"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25" grpId="0"/>
      <p:bldP spid="26"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ZoneTexte 34">
            <a:extLst>
              <a:ext uri="{FF2B5EF4-FFF2-40B4-BE49-F238E27FC236}">
                <a16:creationId xmlns:a16="http://schemas.microsoft.com/office/drawing/2014/main" id="{D9C61C16-B12C-8226-220B-4543A004920E}"/>
              </a:ext>
            </a:extLst>
          </p:cNvPr>
          <p:cNvSpPr txBox="1"/>
          <p:nvPr/>
        </p:nvSpPr>
        <p:spPr>
          <a:xfrm>
            <a:off x="444501" y="4673438"/>
            <a:ext cx="11302997" cy="1938992"/>
          </a:xfrm>
          <a:prstGeom prst="rect">
            <a:avLst/>
          </a:prstGeom>
          <a:noFill/>
        </p:spPr>
        <p:txBody>
          <a:bodyPr wrap="square">
            <a:spAutoFit/>
          </a:bodyPr>
          <a:lstStyle/>
          <a:p>
            <a:pPr algn="just"/>
            <a:r>
              <a:rPr lang="fr-FR" sz="2000" dirty="0">
                <a:latin typeface="Adella" panose="02000603000000000000" pitchFamily="50" charset="0"/>
                <a:ea typeface="Adella" panose="02000603000000000000" pitchFamily="50" charset="0"/>
              </a:rPr>
              <a:t>Oui, les femmes noires sont mises à distance tout à fait intentionnellement parce que, pour conserver le soutien de nombreuses femmes blanches du Sud, il est nécessaire de maintenir l'organisation éloignée des femmes afro-américaines. En outre, la promesse implicite est que l'amendement n'interférera pas avec la privation du droit de vote des femmes afro-américaines. Il ne s'agit donc pas d'une campagne axée sur le droit de vote universel des femmes, mais d'une campagne axée sur le processus de sélection du droit de vote des femmes américaines de race blanche.</a:t>
            </a:r>
          </a:p>
          <a:p>
            <a:pPr algn="r"/>
            <a:r>
              <a:rPr lang="fr-FR" sz="2000" dirty="0">
                <a:latin typeface="Adella" panose="02000603000000000000" pitchFamily="50" charset="0"/>
                <a:ea typeface="Adella" panose="02000603000000000000" pitchFamily="50" charset="0"/>
              </a:rPr>
              <a:t>Time Magazine</a:t>
            </a:r>
          </a:p>
        </p:txBody>
      </p:sp>
      <p:cxnSp>
        <p:nvCxnSpPr>
          <p:cNvPr id="9" name="Connecteur droit 8">
            <a:extLst>
              <a:ext uri="{FF2B5EF4-FFF2-40B4-BE49-F238E27FC236}">
                <a16:creationId xmlns:a16="http://schemas.microsoft.com/office/drawing/2014/main" id="{CE1274AE-3921-573E-330F-5AEDC83EDE3A}"/>
              </a:ext>
            </a:extLst>
          </p:cNvPr>
          <p:cNvCxnSpPr/>
          <p:nvPr/>
        </p:nvCxnSpPr>
        <p:spPr>
          <a:xfrm>
            <a:off x="2968700" y="1872353"/>
            <a:ext cx="0" cy="998499"/>
          </a:xfrm>
          <a:prstGeom prst="line">
            <a:avLst/>
          </a:prstGeom>
          <a:ln w="38100">
            <a:solidFill>
              <a:schemeClr val="bg1"/>
            </a:solidFill>
          </a:ln>
          <a:effectLst>
            <a:outerShdw blurRad="50800" dist="38100" algn="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4" name="Connecteur droit 3">
            <a:extLst>
              <a:ext uri="{FF2B5EF4-FFF2-40B4-BE49-F238E27FC236}">
                <a16:creationId xmlns:a16="http://schemas.microsoft.com/office/drawing/2014/main" id="{D7B356EC-F32A-7725-AC63-0CCE56C7754D}"/>
              </a:ext>
            </a:extLst>
          </p:cNvPr>
          <p:cNvCxnSpPr>
            <a:cxnSpLocks/>
          </p:cNvCxnSpPr>
          <p:nvPr/>
        </p:nvCxnSpPr>
        <p:spPr>
          <a:xfrm>
            <a:off x="1199836" y="2883365"/>
            <a:ext cx="2916214" cy="0"/>
          </a:xfrm>
          <a:prstGeom prst="line">
            <a:avLst/>
          </a:prstGeom>
          <a:ln w="38100">
            <a:solidFill>
              <a:schemeClr val="bg1"/>
            </a:solidFill>
          </a:ln>
          <a:effectLst>
            <a:outerShdw blurRad="50800" dist="38100" algn="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10" name="Connecteur droit 9">
            <a:extLst>
              <a:ext uri="{FF2B5EF4-FFF2-40B4-BE49-F238E27FC236}">
                <a16:creationId xmlns:a16="http://schemas.microsoft.com/office/drawing/2014/main" id="{78AC2D5D-252C-4C29-2641-BBDFA00A3E8C}"/>
              </a:ext>
            </a:extLst>
          </p:cNvPr>
          <p:cNvCxnSpPr>
            <a:cxnSpLocks/>
          </p:cNvCxnSpPr>
          <p:nvPr/>
        </p:nvCxnSpPr>
        <p:spPr>
          <a:xfrm>
            <a:off x="4116050" y="2883365"/>
            <a:ext cx="2916214" cy="0"/>
          </a:xfrm>
          <a:prstGeom prst="line">
            <a:avLst/>
          </a:prstGeom>
          <a:ln w="38100">
            <a:solidFill>
              <a:schemeClr val="bg1"/>
            </a:solidFill>
          </a:ln>
          <a:effectLst>
            <a:outerShdw blurRad="50800" dist="38100" algn="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11" name="Connecteur droit 10">
            <a:extLst>
              <a:ext uri="{FF2B5EF4-FFF2-40B4-BE49-F238E27FC236}">
                <a16:creationId xmlns:a16="http://schemas.microsoft.com/office/drawing/2014/main" id="{959B5937-C6CA-FC84-3EF6-A13D02B65B55}"/>
              </a:ext>
            </a:extLst>
          </p:cNvPr>
          <p:cNvCxnSpPr>
            <a:cxnSpLocks/>
          </p:cNvCxnSpPr>
          <p:nvPr/>
        </p:nvCxnSpPr>
        <p:spPr>
          <a:xfrm>
            <a:off x="7032264" y="2883365"/>
            <a:ext cx="0" cy="651402"/>
          </a:xfrm>
          <a:prstGeom prst="line">
            <a:avLst/>
          </a:prstGeom>
          <a:ln w="38100">
            <a:solidFill>
              <a:schemeClr val="bg1"/>
            </a:solidFill>
          </a:ln>
          <a:effectLst>
            <a:outerShdw blurRad="50800" dist="38100" algn="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12" name="Connecteur droit 11">
            <a:extLst>
              <a:ext uri="{FF2B5EF4-FFF2-40B4-BE49-F238E27FC236}">
                <a16:creationId xmlns:a16="http://schemas.microsoft.com/office/drawing/2014/main" id="{9DEA7227-B6F2-06C3-B347-1270C7793A7E}"/>
              </a:ext>
            </a:extLst>
          </p:cNvPr>
          <p:cNvCxnSpPr/>
          <p:nvPr/>
        </p:nvCxnSpPr>
        <p:spPr>
          <a:xfrm>
            <a:off x="7032264" y="1884865"/>
            <a:ext cx="0" cy="998499"/>
          </a:xfrm>
          <a:prstGeom prst="line">
            <a:avLst/>
          </a:prstGeom>
          <a:ln w="38100">
            <a:solidFill>
              <a:schemeClr val="bg1"/>
            </a:solidFill>
          </a:ln>
          <a:effectLst>
            <a:outerShdw blurRad="50800" dist="38100" algn="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13" name="Connecteur droit 12">
            <a:extLst>
              <a:ext uri="{FF2B5EF4-FFF2-40B4-BE49-F238E27FC236}">
                <a16:creationId xmlns:a16="http://schemas.microsoft.com/office/drawing/2014/main" id="{1F0633D9-212C-C982-057E-AF7218625A12}"/>
              </a:ext>
            </a:extLst>
          </p:cNvPr>
          <p:cNvCxnSpPr>
            <a:cxnSpLocks/>
          </p:cNvCxnSpPr>
          <p:nvPr/>
        </p:nvCxnSpPr>
        <p:spPr>
          <a:xfrm>
            <a:off x="7032264" y="2883365"/>
            <a:ext cx="2916214" cy="0"/>
          </a:xfrm>
          <a:prstGeom prst="line">
            <a:avLst/>
          </a:prstGeom>
          <a:ln w="38100">
            <a:solidFill>
              <a:schemeClr val="bg1"/>
            </a:solidFill>
          </a:ln>
          <a:effectLst>
            <a:outerShdw blurRad="50800" dist="38100" algn="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14" name="Connecteur droit 13">
            <a:extLst>
              <a:ext uri="{FF2B5EF4-FFF2-40B4-BE49-F238E27FC236}">
                <a16:creationId xmlns:a16="http://schemas.microsoft.com/office/drawing/2014/main" id="{5FC1308A-DA29-350C-75E5-3445A3D9559D}"/>
              </a:ext>
            </a:extLst>
          </p:cNvPr>
          <p:cNvCxnSpPr>
            <a:cxnSpLocks/>
          </p:cNvCxnSpPr>
          <p:nvPr/>
        </p:nvCxnSpPr>
        <p:spPr>
          <a:xfrm>
            <a:off x="9948478" y="2883365"/>
            <a:ext cx="0" cy="622873"/>
          </a:xfrm>
          <a:prstGeom prst="line">
            <a:avLst/>
          </a:prstGeom>
          <a:ln w="38100">
            <a:solidFill>
              <a:schemeClr val="bg1"/>
            </a:solidFill>
          </a:ln>
          <a:effectLst>
            <a:outerShdw blurRad="50800" dist="38100" algn="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25" name="Connecteur droit 24">
            <a:extLst>
              <a:ext uri="{FF2B5EF4-FFF2-40B4-BE49-F238E27FC236}">
                <a16:creationId xmlns:a16="http://schemas.microsoft.com/office/drawing/2014/main" id="{FC549F8D-F4EA-C7F3-C0D1-391368D46758}"/>
              </a:ext>
            </a:extLst>
          </p:cNvPr>
          <p:cNvCxnSpPr>
            <a:cxnSpLocks/>
          </p:cNvCxnSpPr>
          <p:nvPr/>
        </p:nvCxnSpPr>
        <p:spPr>
          <a:xfrm>
            <a:off x="2968700" y="2883365"/>
            <a:ext cx="0" cy="622873"/>
          </a:xfrm>
          <a:prstGeom prst="line">
            <a:avLst/>
          </a:prstGeom>
          <a:ln w="38100">
            <a:solidFill>
              <a:schemeClr val="bg1"/>
            </a:solidFill>
          </a:ln>
          <a:effectLst>
            <a:outerShdw blurRad="50800" dist="38100" algn="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15" name="Connecteur droit 14">
            <a:extLst>
              <a:ext uri="{FF2B5EF4-FFF2-40B4-BE49-F238E27FC236}">
                <a16:creationId xmlns:a16="http://schemas.microsoft.com/office/drawing/2014/main" id="{DE9ABB93-11F8-C1FD-689F-499C94957DBF}"/>
              </a:ext>
            </a:extLst>
          </p:cNvPr>
          <p:cNvCxnSpPr/>
          <p:nvPr/>
        </p:nvCxnSpPr>
        <p:spPr>
          <a:xfrm>
            <a:off x="9948478" y="1884865"/>
            <a:ext cx="0" cy="998499"/>
          </a:xfrm>
          <a:prstGeom prst="line">
            <a:avLst/>
          </a:prstGeom>
          <a:ln w="38100">
            <a:solidFill>
              <a:schemeClr val="bg1"/>
            </a:solidFill>
          </a:ln>
          <a:effectLst>
            <a:outerShdw blurRad="50800" dist="38100" algn="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26" name="ZoneTexte 25">
            <a:extLst>
              <a:ext uri="{FF2B5EF4-FFF2-40B4-BE49-F238E27FC236}">
                <a16:creationId xmlns:a16="http://schemas.microsoft.com/office/drawing/2014/main" id="{FEBE2AC3-2F01-E30B-F145-CC30BA73DD4B}"/>
              </a:ext>
            </a:extLst>
          </p:cNvPr>
          <p:cNvSpPr txBox="1"/>
          <p:nvPr/>
        </p:nvSpPr>
        <p:spPr>
          <a:xfrm>
            <a:off x="1873725" y="1133691"/>
            <a:ext cx="2189950" cy="523220"/>
          </a:xfrm>
          <a:prstGeom prst="rect">
            <a:avLst/>
          </a:prstGeom>
          <a:noFill/>
        </p:spPr>
        <p:txBody>
          <a:bodyPr wrap="square" rtlCol="0">
            <a:spAutoFit/>
          </a:bodyPr>
          <a:lstStyle/>
          <a:p>
            <a:pPr algn="ctr"/>
            <a:r>
              <a:rPr lang="fr-FR" sz="2800" dirty="0">
                <a:latin typeface="Adella" panose="02000603000000000000" pitchFamily="50" charset="0"/>
                <a:ea typeface="Adella" panose="02000603000000000000" pitchFamily="50" charset="0"/>
              </a:rPr>
              <a:t>15</a:t>
            </a:r>
            <a:r>
              <a:rPr lang="fr-FR" sz="2800" baseline="30000" dirty="0">
                <a:latin typeface="Adella" panose="02000603000000000000" pitchFamily="50" charset="0"/>
                <a:ea typeface="Adella" panose="02000603000000000000" pitchFamily="50" charset="0"/>
              </a:rPr>
              <a:t>e</a:t>
            </a:r>
            <a:r>
              <a:rPr lang="fr-FR" sz="2800" dirty="0">
                <a:latin typeface="Adella" panose="02000603000000000000" pitchFamily="50" charset="0"/>
                <a:ea typeface="Adella" panose="02000603000000000000" pitchFamily="50" charset="0"/>
              </a:rPr>
              <a:t> AMENDEMENT</a:t>
            </a:r>
          </a:p>
        </p:txBody>
      </p:sp>
      <p:sp>
        <p:nvSpPr>
          <p:cNvPr id="27" name="ZoneTexte 26">
            <a:extLst>
              <a:ext uri="{FF2B5EF4-FFF2-40B4-BE49-F238E27FC236}">
                <a16:creationId xmlns:a16="http://schemas.microsoft.com/office/drawing/2014/main" id="{5C81FC9C-9785-F477-EA67-8F939536EC68}"/>
              </a:ext>
            </a:extLst>
          </p:cNvPr>
          <p:cNvSpPr txBox="1"/>
          <p:nvPr/>
        </p:nvSpPr>
        <p:spPr>
          <a:xfrm>
            <a:off x="5937287" y="1142354"/>
            <a:ext cx="2189950" cy="523220"/>
          </a:xfrm>
          <a:prstGeom prst="rect">
            <a:avLst/>
          </a:prstGeom>
          <a:noFill/>
        </p:spPr>
        <p:txBody>
          <a:bodyPr wrap="square" rtlCol="0">
            <a:spAutoFit/>
          </a:bodyPr>
          <a:lstStyle/>
          <a:p>
            <a:pPr algn="ctr"/>
            <a:r>
              <a:rPr lang="fr-FR" sz="2800" dirty="0">
                <a:latin typeface="Adella" panose="02000603000000000000" pitchFamily="50" charset="0"/>
                <a:ea typeface="Adella" panose="02000603000000000000" pitchFamily="50" charset="0"/>
              </a:rPr>
              <a:t>19</a:t>
            </a:r>
            <a:r>
              <a:rPr lang="fr-FR" sz="2800" baseline="30000" dirty="0">
                <a:latin typeface="Adella" panose="02000603000000000000" pitchFamily="50" charset="0"/>
                <a:ea typeface="Adella" panose="02000603000000000000" pitchFamily="50" charset="0"/>
              </a:rPr>
              <a:t>e</a:t>
            </a:r>
            <a:r>
              <a:rPr lang="fr-FR" sz="2800" dirty="0">
                <a:latin typeface="Adella" panose="02000603000000000000" pitchFamily="50" charset="0"/>
                <a:ea typeface="Adella" panose="02000603000000000000" pitchFamily="50" charset="0"/>
              </a:rPr>
              <a:t> AMENDEMENT</a:t>
            </a:r>
          </a:p>
        </p:txBody>
      </p:sp>
      <p:sp>
        <p:nvSpPr>
          <p:cNvPr id="29" name="ZoneTexte 28">
            <a:extLst>
              <a:ext uri="{FF2B5EF4-FFF2-40B4-BE49-F238E27FC236}">
                <a16:creationId xmlns:a16="http://schemas.microsoft.com/office/drawing/2014/main" id="{0F0E8E4B-AC97-ED6E-E5DD-B19B92DBDCE3}"/>
              </a:ext>
            </a:extLst>
          </p:cNvPr>
          <p:cNvSpPr txBox="1"/>
          <p:nvPr/>
        </p:nvSpPr>
        <p:spPr>
          <a:xfrm>
            <a:off x="5361866" y="3717882"/>
            <a:ext cx="3340797" cy="707886"/>
          </a:xfrm>
          <a:prstGeom prst="rect">
            <a:avLst/>
          </a:prstGeom>
          <a:noFill/>
        </p:spPr>
        <p:txBody>
          <a:bodyPr wrap="square">
            <a:spAutoFit/>
          </a:bodyPr>
          <a:lstStyle/>
          <a:p>
            <a:pPr algn="ctr"/>
            <a:r>
              <a:rPr lang="fr-FR" sz="2000" b="0" i="0" dirty="0">
                <a:solidFill>
                  <a:srgbClr val="292C32"/>
                </a:solidFill>
                <a:effectLst/>
                <a:latin typeface="Adella" panose="02000603000000000000" pitchFamily="50" charset="0"/>
                <a:ea typeface="Adella" panose="02000603000000000000" pitchFamily="50" charset="0"/>
              </a:rPr>
              <a:t>Adoptée par le Congrès le 4 juin 1919 </a:t>
            </a:r>
          </a:p>
          <a:p>
            <a:pPr algn="ctr"/>
            <a:r>
              <a:rPr lang="fr-FR" sz="2000" b="0" i="0" dirty="0">
                <a:solidFill>
                  <a:srgbClr val="292C32"/>
                </a:solidFill>
                <a:effectLst/>
                <a:latin typeface="Adella" panose="02000603000000000000" pitchFamily="50" charset="0"/>
                <a:ea typeface="Adella" panose="02000603000000000000" pitchFamily="50" charset="0"/>
              </a:rPr>
              <a:t>Ratifiée le 18 août 1920</a:t>
            </a:r>
            <a:endParaRPr lang="fr-FR" sz="2000" dirty="0">
              <a:latin typeface="Adella" panose="02000603000000000000" pitchFamily="50" charset="0"/>
              <a:ea typeface="Adella" panose="02000603000000000000" pitchFamily="50" charset="0"/>
            </a:endParaRPr>
          </a:p>
        </p:txBody>
      </p:sp>
      <p:sp>
        <p:nvSpPr>
          <p:cNvPr id="31" name="ZoneTexte 30">
            <a:extLst>
              <a:ext uri="{FF2B5EF4-FFF2-40B4-BE49-F238E27FC236}">
                <a16:creationId xmlns:a16="http://schemas.microsoft.com/office/drawing/2014/main" id="{1F001F0D-50FC-7A17-1BCC-AC2C6FA7686D}"/>
              </a:ext>
            </a:extLst>
          </p:cNvPr>
          <p:cNvSpPr txBox="1"/>
          <p:nvPr/>
        </p:nvSpPr>
        <p:spPr>
          <a:xfrm>
            <a:off x="5789245" y="1495521"/>
            <a:ext cx="2486037" cy="400110"/>
          </a:xfrm>
          <a:prstGeom prst="rect">
            <a:avLst/>
          </a:prstGeom>
          <a:noFill/>
        </p:spPr>
        <p:txBody>
          <a:bodyPr wrap="square">
            <a:spAutoFit/>
          </a:bodyPr>
          <a:lstStyle>
            <a:defPPr>
              <a:defRPr lang="en-US"/>
            </a:defPPr>
            <a:lvl1pPr algn="ctr">
              <a:defRPr sz="1100" b="0" i="0">
                <a:solidFill>
                  <a:srgbClr val="292C32"/>
                </a:solidFill>
                <a:effectLst/>
                <a:latin typeface="Adella" panose="02000603000000000000" pitchFamily="50" charset="0"/>
                <a:ea typeface="Adella" panose="02000603000000000000" pitchFamily="50" charset="0"/>
              </a:defRPr>
            </a:lvl1pPr>
          </a:lstStyle>
          <a:p>
            <a:r>
              <a:rPr lang="fr-FR" sz="2000" dirty="0"/>
              <a:t>droit de vote aux femmes</a:t>
            </a:r>
          </a:p>
        </p:txBody>
      </p:sp>
      <p:sp>
        <p:nvSpPr>
          <p:cNvPr id="32" name="ZoneTexte 31">
            <a:extLst>
              <a:ext uri="{FF2B5EF4-FFF2-40B4-BE49-F238E27FC236}">
                <a16:creationId xmlns:a16="http://schemas.microsoft.com/office/drawing/2014/main" id="{C17A4EF6-D39D-4143-99B7-4622192FA29E}"/>
              </a:ext>
            </a:extLst>
          </p:cNvPr>
          <p:cNvSpPr txBox="1"/>
          <p:nvPr/>
        </p:nvSpPr>
        <p:spPr>
          <a:xfrm>
            <a:off x="1458218" y="1494840"/>
            <a:ext cx="3020964" cy="400110"/>
          </a:xfrm>
          <a:prstGeom prst="rect">
            <a:avLst/>
          </a:prstGeom>
          <a:noFill/>
        </p:spPr>
        <p:txBody>
          <a:bodyPr wrap="square">
            <a:spAutoFit/>
          </a:bodyPr>
          <a:lstStyle>
            <a:defPPr>
              <a:defRPr lang="en-US"/>
            </a:defPPr>
            <a:lvl1pPr algn="ctr">
              <a:defRPr sz="1100" b="0" i="0">
                <a:solidFill>
                  <a:srgbClr val="292C32"/>
                </a:solidFill>
                <a:effectLst/>
                <a:latin typeface="Adella" panose="02000603000000000000" pitchFamily="50" charset="0"/>
                <a:ea typeface="Adella" panose="02000603000000000000" pitchFamily="50" charset="0"/>
              </a:defRPr>
            </a:lvl1pPr>
          </a:lstStyle>
          <a:p>
            <a:r>
              <a:rPr lang="fr-FR" sz="2000" dirty="0"/>
              <a:t>droit de vote aux hommes noirs</a:t>
            </a:r>
          </a:p>
        </p:txBody>
      </p:sp>
      <p:sp>
        <p:nvSpPr>
          <p:cNvPr id="33" name="ZoneTexte 32">
            <a:extLst>
              <a:ext uri="{FF2B5EF4-FFF2-40B4-BE49-F238E27FC236}">
                <a16:creationId xmlns:a16="http://schemas.microsoft.com/office/drawing/2014/main" id="{0170D880-27A0-DA54-FAF0-86D86479713D}"/>
              </a:ext>
            </a:extLst>
          </p:cNvPr>
          <p:cNvSpPr txBox="1"/>
          <p:nvPr/>
        </p:nvSpPr>
        <p:spPr>
          <a:xfrm>
            <a:off x="8702660" y="1208737"/>
            <a:ext cx="2486037" cy="707886"/>
          </a:xfrm>
          <a:prstGeom prst="rect">
            <a:avLst/>
          </a:prstGeom>
          <a:noFill/>
        </p:spPr>
        <p:txBody>
          <a:bodyPr wrap="square">
            <a:spAutoFit/>
          </a:bodyPr>
          <a:lstStyle>
            <a:defPPr>
              <a:defRPr lang="en-US"/>
            </a:defPPr>
            <a:lvl1pPr algn="ctr">
              <a:defRPr sz="1100" b="0" i="0">
                <a:solidFill>
                  <a:srgbClr val="292C32"/>
                </a:solidFill>
                <a:effectLst/>
                <a:latin typeface="Adella" panose="02000603000000000000" pitchFamily="50" charset="0"/>
                <a:ea typeface="Adella" panose="02000603000000000000" pitchFamily="50" charset="0"/>
              </a:defRPr>
            </a:lvl1pPr>
          </a:lstStyle>
          <a:p>
            <a:r>
              <a:rPr lang="fr-FR" sz="2000" dirty="0"/>
              <a:t>droit de vote aux femmes noires</a:t>
            </a:r>
          </a:p>
        </p:txBody>
      </p:sp>
      <p:sp>
        <p:nvSpPr>
          <p:cNvPr id="36" name="ZoneTexte 35">
            <a:extLst>
              <a:ext uri="{FF2B5EF4-FFF2-40B4-BE49-F238E27FC236}">
                <a16:creationId xmlns:a16="http://schemas.microsoft.com/office/drawing/2014/main" id="{FA549F08-C49B-7770-161B-07DD01E7AD88}"/>
              </a:ext>
            </a:extLst>
          </p:cNvPr>
          <p:cNvSpPr txBox="1"/>
          <p:nvPr/>
        </p:nvSpPr>
        <p:spPr>
          <a:xfrm>
            <a:off x="8819978" y="3721020"/>
            <a:ext cx="2251403" cy="400110"/>
          </a:xfrm>
          <a:prstGeom prst="rect">
            <a:avLst/>
          </a:prstGeom>
          <a:noFill/>
        </p:spPr>
        <p:txBody>
          <a:bodyPr wrap="square">
            <a:spAutoFit/>
          </a:bodyPr>
          <a:lstStyle/>
          <a:p>
            <a:pPr algn="ctr"/>
            <a:r>
              <a:rPr lang="fr-FR" sz="2000" b="0" i="0" dirty="0">
                <a:solidFill>
                  <a:srgbClr val="292C32"/>
                </a:solidFill>
                <a:effectLst/>
                <a:latin typeface="Adella" panose="02000603000000000000" pitchFamily="50" charset="0"/>
                <a:ea typeface="Adella" panose="02000603000000000000" pitchFamily="50" charset="0"/>
              </a:rPr>
              <a:t>1965</a:t>
            </a:r>
            <a:endParaRPr lang="fr-FR" sz="2000" dirty="0">
              <a:latin typeface="Adella" panose="02000603000000000000" pitchFamily="50" charset="0"/>
              <a:ea typeface="Adella" panose="02000603000000000000" pitchFamily="50" charset="0"/>
            </a:endParaRPr>
          </a:p>
        </p:txBody>
      </p:sp>
      <p:sp>
        <p:nvSpPr>
          <p:cNvPr id="38" name="ZoneTexte 37">
            <a:extLst>
              <a:ext uri="{FF2B5EF4-FFF2-40B4-BE49-F238E27FC236}">
                <a16:creationId xmlns:a16="http://schemas.microsoft.com/office/drawing/2014/main" id="{C7878D8C-07BB-8695-105A-DEED1F5BF2A5}"/>
              </a:ext>
            </a:extLst>
          </p:cNvPr>
          <p:cNvSpPr txBox="1"/>
          <p:nvPr/>
        </p:nvSpPr>
        <p:spPr>
          <a:xfrm>
            <a:off x="965202" y="3717882"/>
            <a:ext cx="4033528" cy="707886"/>
          </a:xfrm>
          <a:prstGeom prst="rect">
            <a:avLst/>
          </a:prstGeom>
          <a:noFill/>
        </p:spPr>
        <p:txBody>
          <a:bodyPr wrap="square">
            <a:spAutoFit/>
          </a:bodyPr>
          <a:lstStyle>
            <a:defPPr>
              <a:defRPr lang="en-US"/>
            </a:defPPr>
            <a:lvl1pPr algn="ctr">
              <a:defRPr sz="1100" b="0" i="0">
                <a:solidFill>
                  <a:srgbClr val="292C32"/>
                </a:solidFill>
                <a:effectLst/>
                <a:latin typeface="Adella" panose="02000603000000000000" pitchFamily="50" charset="0"/>
                <a:ea typeface="Adella" panose="02000603000000000000" pitchFamily="50" charset="0"/>
              </a:defRPr>
            </a:lvl1pPr>
          </a:lstStyle>
          <a:p>
            <a:r>
              <a:rPr lang="fr-FR" sz="2000" b="0" i="0" dirty="0">
                <a:solidFill>
                  <a:srgbClr val="292C32"/>
                </a:solidFill>
                <a:effectLst/>
                <a:latin typeface="Adella" panose="02000603000000000000" pitchFamily="50" charset="0"/>
                <a:ea typeface="Adella" panose="02000603000000000000" pitchFamily="50" charset="0"/>
              </a:rPr>
              <a:t>Adoptée par le Congrès le </a:t>
            </a:r>
            <a:r>
              <a:rPr lang="en-US" sz="2000" dirty="0"/>
              <a:t>26 </a:t>
            </a:r>
            <a:r>
              <a:rPr lang="en-US" sz="2000" dirty="0" err="1"/>
              <a:t>février</a:t>
            </a:r>
            <a:r>
              <a:rPr lang="en-US" sz="2000" dirty="0"/>
              <a:t> 1869</a:t>
            </a:r>
          </a:p>
          <a:p>
            <a:r>
              <a:rPr lang="fr-FR" sz="2000" b="0" i="0" dirty="0">
                <a:solidFill>
                  <a:srgbClr val="292C32"/>
                </a:solidFill>
                <a:effectLst/>
                <a:latin typeface="Adella" panose="02000603000000000000" pitchFamily="50" charset="0"/>
                <a:ea typeface="Adella" panose="02000603000000000000" pitchFamily="50" charset="0"/>
              </a:rPr>
              <a:t>Ratifiée le </a:t>
            </a:r>
            <a:r>
              <a:rPr lang="en-US" sz="2000" dirty="0"/>
              <a:t>3 </a:t>
            </a:r>
            <a:r>
              <a:rPr lang="en-US" sz="2000" dirty="0" err="1"/>
              <a:t>février</a:t>
            </a:r>
            <a:r>
              <a:rPr lang="en-US" sz="2000" dirty="0"/>
              <a:t> 1870</a:t>
            </a:r>
            <a:endParaRPr lang="fr-FR" sz="2000" dirty="0"/>
          </a:p>
        </p:txBody>
      </p:sp>
      <p:sp>
        <p:nvSpPr>
          <p:cNvPr id="2" name="ZoneTexte 1">
            <a:extLst>
              <a:ext uri="{FF2B5EF4-FFF2-40B4-BE49-F238E27FC236}">
                <a16:creationId xmlns:a16="http://schemas.microsoft.com/office/drawing/2014/main" id="{7841691B-CA7D-4098-364A-E3837DC10CEA}"/>
              </a:ext>
            </a:extLst>
          </p:cNvPr>
          <p:cNvSpPr txBox="1"/>
          <p:nvPr/>
        </p:nvSpPr>
        <p:spPr>
          <a:xfrm>
            <a:off x="444501" y="172955"/>
            <a:ext cx="9359900" cy="629483"/>
          </a:xfrm>
          <a:prstGeom prst="roundRect">
            <a:avLst>
              <a:gd name="adj" fmla="val 29099"/>
            </a:avLst>
          </a:prstGeom>
          <a:solidFill>
            <a:srgbClr val="E32199"/>
          </a:solidFill>
        </p:spPr>
        <p:txBody>
          <a:bodyPr wrap="square">
            <a:spAutoFit/>
          </a:bodyPr>
          <a:lstStyle>
            <a:defPPr>
              <a:defRPr lang="en-US"/>
            </a:defPPr>
            <a:lvl1pPr>
              <a:defRPr sz="2800" b="0" i="0">
                <a:solidFill>
                  <a:schemeClr val="bg1"/>
                </a:solidFill>
                <a:effectLst/>
                <a:latin typeface="Adella" panose="02000603000000000000" pitchFamily="50" charset="0"/>
                <a:ea typeface="Adella" panose="02000603000000000000" pitchFamily="50" charset="0"/>
              </a:defRPr>
            </a:lvl1pPr>
          </a:lstStyle>
          <a:p>
            <a:r>
              <a:rPr lang="fr-FR" dirty="0"/>
              <a:t>Lutte pour le droit de vote aux USA</a:t>
            </a:r>
          </a:p>
        </p:txBody>
      </p:sp>
      <p:pic>
        <p:nvPicPr>
          <p:cNvPr id="3" name="Caméra 2">
            <a:extLst>
              <a:ext uri="{FF2B5EF4-FFF2-40B4-BE49-F238E27FC236}">
                <a16:creationId xmlns:a16="http://schemas.microsoft.com/office/drawing/2014/main" id="{1413E4EE-92C2-3528-17CF-9037145778CA}"/>
              </a:ext>
            </a:extLst>
          </p:cNvPr>
          <p:cNvPicPr>
            <a:picLocks noChangeAspect="1"/>
            <a:extLst>
              <a:ext uri="{51228E76-BA90-4043-B771-695A4F85340A}">
                <alf:liveFeedProps xmlns:alf="http://schemas.microsoft.com/office/drawing/2021/livefeed"/>
              </a:ext>
            </a:extLst>
          </p:cNvPicPr>
          <p:nvPr/>
        </p:nvPicPr>
        <p:blipFill>
          <a:blip r:embed="rId2">
            <a:extLst>
              <a:ext uri="{96DAC541-7B7A-43D3-8B79-37D633B846F1}">
                <asvg:svgBlip xmlns:asvg="http://schemas.microsoft.com/office/drawing/2016/SVG/main" r:embed="rId3"/>
              </a:ext>
            </a:extLst>
          </a:blip>
          <a:stretch>
            <a:fillRect/>
          </a:stretch>
        </p:blipFill>
        <p:spPr>
          <a:xfrm>
            <a:off x="10052304" y="4718304"/>
            <a:ext cx="2057400" cy="2057400"/>
          </a:xfrm>
          <a:prstGeom prst="ellipse">
            <a:avLst/>
          </a:prstGeom>
        </p:spPr>
      </p:pic>
      <p:pic>
        <p:nvPicPr>
          <p:cNvPr id="5" name="Caméra 4">
            <a:extLst>
              <a:ext uri="{FF2B5EF4-FFF2-40B4-BE49-F238E27FC236}">
                <a16:creationId xmlns:a16="http://schemas.microsoft.com/office/drawing/2014/main" id="{283CAA42-F6D3-83F6-DA99-AAE33BFCA322}"/>
              </a:ext>
            </a:extLst>
          </p:cNvPr>
          <p:cNvPicPr>
            <a:picLocks noChangeAspect="1"/>
            <a:extLst>
              <a:ext uri="{51228E76-BA90-4043-B771-695A4F85340A}">
                <alf:liveFeedProps xmlns:alf="http://schemas.microsoft.com/office/drawing/2021/livefeed"/>
              </a:ext>
            </a:extLst>
          </p:cNvPicPr>
          <p:nvPr/>
        </p:nvPicPr>
        <p:blipFill>
          <a:blip r:embed="rId2">
            <a:extLst>
              <a:ext uri="{96DAC541-7B7A-43D3-8B79-37D633B846F1}">
                <asvg:svgBlip xmlns:asvg="http://schemas.microsoft.com/office/drawing/2016/SVG/main" r:embed="rId3"/>
              </a:ext>
            </a:extLst>
          </a:blip>
          <a:stretch>
            <a:fillRect/>
          </a:stretch>
        </p:blipFill>
        <p:spPr>
          <a:xfrm>
            <a:off x="10052305" y="4718304"/>
            <a:ext cx="2057400" cy="2057400"/>
          </a:xfrm>
          <a:prstGeom prst="ellipse">
            <a:avLst/>
          </a:prstGeom>
          <a:ln>
            <a:noFill/>
          </a:ln>
          <a:effectLst>
            <a:softEdge rad="127000"/>
          </a:effectLst>
        </p:spPr>
      </p:pic>
      <p:pic>
        <p:nvPicPr>
          <p:cNvPr id="6" name="Caméra 5">
            <a:extLst>
              <a:ext uri="{FF2B5EF4-FFF2-40B4-BE49-F238E27FC236}">
                <a16:creationId xmlns:a16="http://schemas.microsoft.com/office/drawing/2014/main" id="{D78B068C-1C59-6C18-2444-1A9DA7FB570C}"/>
              </a:ext>
            </a:extLst>
          </p:cNvPr>
          <p:cNvPicPr>
            <a:picLocks noChangeAspect="1"/>
            <a:extLst>
              <a:ext uri="{51228E76-BA90-4043-B771-695A4F85340A}">
                <alf:liveFeedProps xmlns:alf="http://schemas.microsoft.com/office/drawing/2021/livefeed"/>
              </a:ext>
            </a:extLst>
          </p:cNvPicPr>
          <p:nvPr/>
        </p:nvPicPr>
        <p:blipFill>
          <a:blip r:embed="rId2">
            <a:extLst>
              <a:ext uri="{96DAC541-7B7A-43D3-8B79-37D633B846F1}">
                <asvg:svgBlip xmlns:asvg="http://schemas.microsoft.com/office/drawing/2016/SVG/main" r:embed="rId3"/>
              </a:ext>
            </a:extLst>
          </a:blip>
          <a:stretch>
            <a:fillRect/>
          </a:stretch>
        </p:blipFill>
        <p:spPr>
          <a:xfrm>
            <a:off x="10895685" y="5668780"/>
            <a:ext cx="1124680" cy="1124680"/>
          </a:xfrm>
          <a:prstGeom prst="ellipse">
            <a:avLst/>
          </a:prstGeom>
          <a:ln w="19050" cap="rnd">
            <a:solidFill>
              <a:srgbClr val="404040"/>
            </a:solidFill>
          </a:ln>
          <a:effectLst/>
        </p:spPr>
      </p:pic>
    </p:spTree>
    <p:extLst>
      <p:ext uri="{BB962C8B-B14F-4D97-AF65-F5344CB8AC3E}">
        <p14:creationId xmlns:p14="http://schemas.microsoft.com/office/powerpoint/2010/main" val="51342126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ZoneTexte 4">
            <a:extLst>
              <a:ext uri="{FF2B5EF4-FFF2-40B4-BE49-F238E27FC236}">
                <a16:creationId xmlns:a16="http://schemas.microsoft.com/office/drawing/2014/main" id="{80ED340F-4981-4A10-F9B2-8E025B479F37}"/>
              </a:ext>
            </a:extLst>
          </p:cNvPr>
          <p:cNvSpPr txBox="1"/>
          <p:nvPr/>
        </p:nvSpPr>
        <p:spPr>
          <a:xfrm>
            <a:off x="584200" y="275167"/>
            <a:ext cx="9359900" cy="629483"/>
          </a:xfrm>
          <a:prstGeom prst="roundRect">
            <a:avLst>
              <a:gd name="adj" fmla="val 29099"/>
            </a:avLst>
          </a:prstGeom>
          <a:solidFill>
            <a:srgbClr val="E32199"/>
          </a:solidFill>
        </p:spPr>
        <p:txBody>
          <a:bodyPr wrap="square">
            <a:spAutoFit/>
          </a:bodyPr>
          <a:lstStyle>
            <a:defPPr>
              <a:defRPr lang="en-US"/>
            </a:defPPr>
            <a:lvl1pPr>
              <a:defRPr sz="2800" b="0" i="0">
                <a:solidFill>
                  <a:schemeClr val="bg1"/>
                </a:solidFill>
                <a:effectLst/>
                <a:latin typeface="Adella" panose="02000603000000000000" pitchFamily="50" charset="0"/>
                <a:ea typeface="Adella" panose="02000603000000000000" pitchFamily="50" charset="0"/>
              </a:defRPr>
            </a:lvl1pPr>
          </a:lstStyle>
          <a:p>
            <a:r>
              <a:rPr lang="fr-FR" dirty="0"/>
              <a:t>comment pouvons-nous intégrer l’intersectionnalité dans notre féminisme ? </a:t>
            </a:r>
          </a:p>
        </p:txBody>
      </p:sp>
      <p:graphicFrame>
        <p:nvGraphicFramePr>
          <p:cNvPr id="10" name="Diagramme 9">
            <a:extLst>
              <a:ext uri="{FF2B5EF4-FFF2-40B4-BE49-F238E27FC236}">
                <a16:creationId xmlns:a16="http://schemas.microsoft.com/office/drawing/2014/main" id="{266E1075-F340-5D45-EFAD-862DF9434078}"/>
              </a:ext>
            </a:extLst>
          </p:cNvPr>
          <p:cNvGraphicFramePr/>
          <p:nvPr>
            <p:extLst>
              <p:ext uri="{D42A27DB-BD31-4B8C-83A1-F6EECF244321}">
                <p14:modId xmlns:p14="http://schemas.microsoft.com/office/powerpoint/2010/main" val="1607701147"/>
              </p:ext>
            </p:extLst>
          </p:nvPr>
        </p:nvGraphicFramePr>
        <p:xfrm>
          <a:off x="2364631" y="1856407"/>
          <a:ext cx="8919453" cy="291987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2" name="Caméra 1">
            <a:extLst>
              <a:ext uri="{FF2B5EF4-FFF2-40B4-BE49-F238E27FC236}">
                <a16:creationId xmlns:a16="http://schemas.microsoft.com/office/drawing/2014/main" id="{E6797179-BD66-A6F5-3CEB-62EE840077B7}"/>
              </a:ext>
            </a:extLst>
          </p:cNvPr>
          <p:cNvPicPr>
            <a:picLocks noChangeAspect="1"/>
            <a:extLst>
              <a:ext uri="{51228E76-BA90-4043-B771-695A4F85340A}">
                <alf:liveFeedProps xmlns:alf="http://schemas.microsoft.com/office/drawing/2021/livefeed"/>
              </a:ext>
            </a:extLst>
          </p:cNvPicPr>
          <p:nvPr/>
        </p:nvPicPr>
        <p:blipFill>
          <a:blip r:embed="rId7">
            <a:extLst>
              <a:ext uri="{96DAC541-7B7A-43D3-8B79-37D633B846F1}">
                <asvg:svgBlip xmlns:asvg="http://schemas.microsoft.com/office/drawing/2016/SVG/main" r:embed="rId8"/>
              </a:ext>
            </a:extLst>
          </a:blip>
          <a:stretch>
            <a:fillRect/>
          </a:stretch>
        </p:blipFill>
        <p:spPr>
          <a:xfrm>
            <a:off x="10052304" y="4718304"/>
            <a:ext cx="2057400" cy="2057400"/>
          </a:xfrm>
          <a:prstGeom prst="ellipse">
            <a:avLst/>
          </a:prstGeom>
        </p:spPr>
      </p:pic>
      <p:pic>
        <p:nvPicPr>
          <p:cNvPr id="3" name="Caméra 2">
            <a:extLst>
              <a:ext uri="{FF2B5EF4-FFF2-40B4-BE49-F238E27FC236}">
                <a16:creationId xmlns:a16="http://schemas.microsoft.com/office/drawing/2014/main" id="{DBBFBEC8-B3FB-F905-F270-17F3963EEC80}"/>
              </a:ext>
            </a:extLst>
          </p:cNvPr>
          <p:cNvPicPr>
            <a:picLocks noChangeAspect="1"/>
            <a:extLst>
              <a:ext uri="{51228E76-BA90-4043-B771-695A4F85340A}">
                <alf:liveFeedProps xmlns:alf="http://schemas.microsoft.com/office/drawing/2021/livefeed"/>
              </a:ext>
            </a:extLst>
          </p:cNvPicPr>
          <p:nvPr/>
        </p:nvPicPr>
        <p:blipFill>
          <a:blip r:embed="rId7">
            <a:extLst>
              <a:ext uri="{96DAC541-7B7A-43D3-8B79-37D633B846F1}">
                <asvg:svgBlip xmlns:asvg="http://schemas.microsoft.com/office/drawing/2016/SVG/main" r:embed="rId8"/>
              </a:ext>
            </a:extLst>
          </a:blip>
          <a:stretch>
            <a:fillRect/>
          </a:stretch>
        </p:blipFill>
        <p:spPr>
          <a:xfrm>
            <a:off x="10052305" y="4718304"/>
            <a:ext cx="2057400" cy="2057400"/>
          </a:xfrm>
          <a:prstGeom prst="ellipse">
            <a:avLst/>
          </a:prstGeom>
          <a:ln>
            <a:noFill/>
          </a:ln>
          <a:effectLst>
            <a:softEdge rad="127000"/>
          </a:effectLst>
        </p:spPr>
      </p:pic>
      <p:pic>
        <p:nvPicPr>
          <p:cNvPr id="4" name="Caméra 3">
            <a:extLst>
              <a:ext uri="{FF2B5EF4-FFF2-40B4-BE49-F238E27FC236}">
                <a16:creationId xmlns:a16="http://schemas.microsoft.com/office/drawing/2014/main" id="{F278012C-325C-05FA-5D09-C4FC1B6E01E6}"/>
              </a:ext>
            </a:extLst>
          </p:cNvPr>
          <p:cNvPicPr>
            <a:picLocks noChangeAspect="1"/>
            <a:extLst>
              <a:ext uri="{51228E76-BA90-4043-B771-695A4F85340A}">
                <alf:liveFeedProps xmlns:alf="http://schemas.microsoft.com/office/drawing/2021/livefeed"/>
              </a:ext>
            </a:extLst>
          </p:cNvPicPr>
          <p:nvPr/>
        </p:nvPicPr>
        <p:blipFill>
          <a:blip r:embed="rId7">
            <a:extLst>
              <a:ext uri="{96DAC541-7B7A-43D3-8B79-37D633B846F1}">
                <asvg:svgBlip xmlns:asvg="http://schemas.microsoft.com/office/drawing/2016/SVG/main" r:embed="rId8"/>
              </a:ext>
            </a:extLst>
          </a:blip>
          <a:stretch>
            <a:fillRect/>
          </a:stretch>
        </p:blipFill>
        <p:spPr>
          <a:xfrm>
            <a:off x="10895685" y="5668780"/>
            <a:ext cx="1124680" cy="1124680"/>
          </a:xfrm>
          <a:prstGeom prst="ellipse">
            <a:avLst/>
          </a:prstGeom>
          <a:ln w="19050" cap="rnd">
            <a:solidFill>
              <a:srgbClr val="404040"/>
            </a:solidFill>
          </a:ln>
          <a:effectLst/>
        </p:spPr>
      </p:pic>
    </p:spTree>
    <p:extLst>
      <p:ext uri="{BB962C8B-B14F-4D97-AF65-F5344CB8AC3E}">
        <p14:creationId xmlns:p14="http://schemas.microsoft.com/office/powerpoint/2010/main" val="91894222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Graphique 5" descr="Femme en jupe noire">
            <a:extLst>
              <a:ext uri="{FF2B5EF4-FFF2-40B4-BE49-F238E27FC236}">
                <a16:creationId xmlns:a16="http://schemas.microsoft.com/office/drawing/2014/main" id="{55F560F7-4C68-CF55-9329-7EA01346FBE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014179" y="1680352"/>
            <a:ext cx="1930291" cy="4333875"/>
          </a:xfrm>
          <a:prstGeom prst="rect">
            <a:avLst/>
          </a:prstGeom>
        </p:spPr>
      </p:pic>
      <p:sp>
        <p:nvSpPr>
          <p:cNvPr id="7" name="ZoneTexte 6">
            <a:extLst>
              <a:ext uri="{FF2B5EF4-FFF2-40B4-BE49-F238E27FC236}">
                <a16:creationId xmlns:a16="http://schemas.microsoft.com/office/drawing/2014/main" id="{A89A63D1-6680-EC4C-0E9E-1882A845DC60}"/>
              </a:ext>
            </a:extLst>
          </p:cNvPr>
          <p:cNvSpPr txBox="1"/>
          <p:nvPr/>
        </p:nvSpPr>
        <p:spPr>
          <a:xfrm>
            <a:off x="6932142" y="3088756"/>
            <a:ext cx="2511576" cy="523220"/>
          </a:xfrm>
          <a:prstGeom prst="rect">
            <a:avLst/>
          </a:prstGeom>
          <a:noFill/>
        </p:spPr>
        <p:txBody>
          <a:bodyPr wrap="square" rtlCol="0">
            <a:spAutoFit/>
          </a:bodyPr>
          <a:lstStyle/>
          <a:p>
            <a:r>
              <a:rPr lang="fr-FR" sz="2800" dirty="0">
                <a:latin typeface="Adella" panose="02000603000000000000" pitchFamily="50" charset="0"/>
                <a:ea typeface="Adella" panose="02000603000000000000" pitchFamily="50" charset="0"/>
              </a:rPr>
              <a:t>Hétérosexuelle</a:t>
            </a:r>
          </a:p>
        </p:txBody>
      </p:sp>
      <p:sp>
        <p:nvSpPr>
          <p:cNvPr id="8" name="ZoneTexte 7">
            <a:extLst>
              <a:ext uri="{FF2B5EF4-FFF2-40B4-BE49-F238E27FC236}">
                <a16:creationId xmlns:a16="http://schemas.microsoft.com/office/drawing/2014/main" id="{EE0F79F2-E7B3-F8E3-0DDE-0C960CE75D0C}"/>
              </a:ext>
            </a:extLst>
          </p:cNvPr>
          <p:cNvSpPr txBox="1"/>
          <p:nvPr/>
        </p:nvSpPr>
        <p:spPr>
          <a:xfrm>
            <a:off x="6932142" y="3831733"/>
            <a:ext cx="2511576" cy="523220"/>
          </a:xfrm>
          <a:prstGeom prst="rect">
            <a:avLst/>
          </a:prstGeom>
          <a:noFill/>
        </p:spPr>
        <p:txBody>
          <a:bodyPr wrap="square" rtlCol="0">
            <a:spAutoFit/>
          </a:bodyPr>
          <a:lstStyle/>
          <a:p>
            <a:r>
              <a:rPr lang="fr-FR" sz="2800" dirty="0">
                <a:latin typeface="Adella" panose="02000603000000000000" pitchFamily="50" charset="0"/>
                <a:ea typeface="Adella" panose="02000603000000000000" pitchFamily="50" charset="0"/>
              </a:rPr>
              <a:t>En bonne santé</a:t>
            </a:r>
          </a:p>
        </p:txBody>
      </p:sp>
      <p:sp>
        <p:nvSpPr>
          <p:cNvPr id="9" name="ZoneTexte 8">
            <a:extLst>
              <a:ext uri="{FF2B5EF4-FFF2-40B4-BE49-F238E27FC236}">
                <a16:creationId xmlns:a16="http://schemas.microsoft.com/office/drawing/2014/main" id="{1CB7EA95-1670-3D0C-98FB-CF4C59B5FDDE}"/>
              </a:ext>
            </a:extLst>
          </p:cNvPr>
          <p:cNvSpPr txBox="1"/>
          <p:nvPr/>
        </p:nvSpPr>
        <p:spPr>
          <a:xfrm>
            <a:off x="6932141" y="4574709"/>
            <a:ext cx="2511576" cy="523220"/>
          </a:xfrm>
          <a:prstGeom prst="rect">
            <a:avLst/>
          </a:prstGeom>
          <a:noFill/>
        </p:spPr>
        <p:txBody>
          <a:bodyPr wrap="square" rtlCol="0">
            <a:spAutoFit/>
          </a:bodyPr>
          <a:lstStyle/>
          <a:p>
            <a:r>
              <a:rPr lang="fr-FR" sz="2800" dirty="0">
                <a:latin typeface="Adella" panose="02000603000000000000" pitchFamily="50" charset="0"/>
                <a:ea typeface="Adella" panose="02000603000000000000" pitchFamily="50" charset="0"/>
              </a:rPr>
              <a:t>Classe moyenne</a:t>
            </a:r>
          </a:p>
        </p:txBody>
      </p:sp>
      <p:sp>
        <p:nvSpPr>
          <p:cNvPr id="11" name="ZoneTexte 10">
            <a:extLst>
              <a:ext uri="{FF2B5EF4-FFF2-40B4-BE49-F238E27FC236}">
                <a16:creationId xmlns:a16="http://schemas.microsoft.com/office/drawing/2014/main" id="{1119B8E9-7681-B2D6-7542-A43A2926552C}"/>
              </a:ext>
            </a:extLst>
          </p:cNvPr>
          <p:cNvSpPr txBox="1"/>
          <p:nvPr/>
        </p:nvSpPr>
        <p:spPr>
          <a:xfrm>
            <a:off x="6932140" y="2345779"/>
            <a:ext cx="2511576" cy="523220"/>
          </a:xfrm>
          <a:prstGeom prst="rect">
            <a:avLst/>
          </a:prstGeom>
          <a:noFill/>
        </p:spPr>
        <p:txBody>
          <a:bodyPr wrap="square" rtlCol="0">
            <a:spAutoFit/>
          </a:bodyPr>
          <a:lstStyle/>
          <a:p>
            <a:r>
              <a:rPr lang="fr-FR" sz="2800" dirty="0">
                <a:latin typeface="Adella" panose="02000603000000000000" pitchFamily="50" charset="0"/>
                <a:ea typeface="Adella" panose="02000603000000000000" pitchFamily="50" charset="0"/>
              </a:rPr>
              <a:t>Blanche</a:t>
            </a:r>
          </a:p>
        </p:txBody>
      </p:sp>
      <p:pic>
        <p:nvPicPr>
          <p:cNvPr id="15" name="Graphique 14" descr="Femme aux cheveux afro">
            <a:extLst>
              <a:ext uri="{FF2B5EF4-FFF2-40B4-BE49-F238E27FC236}">
                <a16:creationId xmlns:a16="http://schemas.microsoft.com/office/drawing/2014/main" id="{5CAD4B9D-76E0-FE79-D018-05BC2B4450D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flipH="1">
            <a:off x="12802815" y="1623202"/>
            <a:ext cx="1343025" cy="4391025"/>
          </a:xfrm>
          <a:prstGeom prst="rect">
            <a:avLst/>
          </a:prstGeom>
        </p:spPr>
      </p:pic>
      <p:sp>
        <p:nvSpPr>
          <p:cNvPr id="2" name="ZoneTexte 1">
            <a:extLst>
              <a:ext uri="{FF2B5EF4-FFF2-40B4-BE49-F238E27FC236}">
                <a16:creationId xmlns:a16="http://schemas.microsoft.com/office/drawing/2014/main" id="{EA99EE0B-8033-724B-246E-6AC908542145}"/>
              </a:ext>
            </a:extLst>
          </p:cNvPr>
          <p:cNvSpPr txBox="1"/>
          <p:nvPr/>
        </p:nvSpPr>
        <p:spPr>
          <a:xfrm>
            <a:off x="6932140" y="5317685"/>
            <a:ext cx="2511576" cy="523220"/>
          </a:xfrm>
          <a:prstGeom prst="rect">
            <a:avLst/>
          </a:prstGeom>
          <a:noFill/>
        </p:spPr>
        <p:txBody>
          <a:bodyPr wrap="square" rtlCol="0">
            <a:spAutoFit/>
          </a:bodyPr>
          <a:lstStyle/>
          <a:p>
            <a:r>
              <a:rPr lang="fr-FR" sz="2800" dirty="0">
                <a:latin typeface="Adella" panose="02000603000000000000" pitchFamily="50" charset="0"/>
                <a:ea typeface="Adella" panose="02000603000000000000" pitchFamily="50" charset="0"/>
              </a:rPr>
              <a:t>Diplômée</a:t>
            </a:r>
          </a:p>
        </p:txBody>
      </p:sp>
      <p:pic>
        <p:nvPicPr>
          <p:cNvPr id="3" name="Caméra 2">
            <a:extLst>
              <a:ext uri="{FF2B5EF4-FFF2-40B4-BE49-F238E27FC236}">
                <a16:creationId xmlns:a16="http://schemas.microsoft.com/office/drawing/2014/main" id="{6F705C3D-E122-7009-21F3-00D51A463253}"/>
              </a:ext>
            </a:extLst>
          </p:cNvPr>
          <p:cNvPicPr>
            <a:picLocks noChangeAspect="1"/>
            <a:extLst>
              <a:ext uri="{51228E76-BA90-4043-B771-695A4F85340A}">
                <alf:liveFeedProps xmlns:alf="http://schemas.microsoft.com/office/drawing/2021/livefeed"/>
              </a:ext>
            </a:extLst>
          </p:cNvPicPr>
          <p:nvPr/>
        </p:nvPicPr>
        <p:blipFill>
          <a:blip r:embed="rId6">
            <a:extLst>
              <a:ext uri="{96DAC541-7B7A-43D3-8B79-37D633B846F1}">
                <asvg:svgBlip xmlns:asvg="http://schemas.microsoft.com/office/drawing/2016/SVG/main" r:embed="rId7"/>
              </a:ext>
            </a:extLst>
          </a:blip>
          <a:stretch>
            <a:fillRect/>
          </a:stretch>
        </p:blipFill>
        <p:spPr>
          <a:xfrm>
            <a:off x="10052304" y="4718304"/>
            <a:ext cx="2057400" cy="2057400"/>
          </a:xfrm>
          <a:prstGeom prst="ellipse">
            <a:avLst/>
          </a:prstGeom>
        </p:spPr>
      </p:pic>
      <p:pic>
        <p:nvPicPr>
          <p:cNvPr id="4" name="Caméra 3">
            <a:extLst>
              <a:ext uri="{FF2B5EF4-FFF2-40B4-BE49-F238E27FC236}">
                <a16:creationId xmlns:a16="http://schemas.microsoft.com/office/drawing/2014/main" id="{EB6DEFF9-5873-F2D5-C8A9-8BBF090D3206}"/>
              </a:ext>
            </a:extLst>
          </p:cNvPr>
          <p:cNvPicPr>
            <a:picLocks noChangeAspect="1"/>
            <a:extLst>
              <a:ext uri="{51228E76-BA90-4043-B771-695A4F85340A}">
                <alf:liveFeedProps xmlns:alf="http://schemas.microsoft.com/office/drawing/2021/livefeed"/>
              </a:ext>
            </a:extLst>
          </p:cNvPicPr>
          <p:nvPr/>
        </p:nvPicPr>
        <p:blipFill>
          <a:blip r:embed="rId6">
            <a:extLst>
              <a:ext uri="{96DAC541-7B7A-43D3-8B79-37D633B846F1}">
                <asvg:svgBlip xmlns:asvg="http://schemas.microsoft.com/office/drawing/2016/SVG/main" r:embed="rId7"/>
              </a:ext>
            </a:extLst>
          </a:blip>
          <a:stretch>
            <a:fillRect/>
          </a:stretch>
        </p:blipFill>
        <p:spPr>
          <a:xfrm>
            <a:off x="10052305" y="4718304"/>
            <a:ext cx="2057400" cy="2057400"/>
          </a:xfrm>
          <a:prstGeom prst="ellipse">
            <a:avLst/>
          </a:prstGeom>
          <a:ln>
            <a:noFill/>
          </a:ln>
          <a:effectLst>
            <a:softEdge rad="127000"/>
          </a:effectLst>
        </p:spPr>
      </p:pic>
      <p:pic>
        <p:nvPicPr>
          <p:cNvPr id="5" name="Caméra 4">
            <a:extLst>
              <a:ext uri="{FF2B5EF4-FFF2-40B4-BE49-F238E27FC236}">
                <a16:creationId xmlns:a16="http://schemas.microsoft.com/office/drawing/2014/main" id="{C87AC1E5-9BAF-983A-FE25-0738E0100D93}"/>
              </a:ext>
            </a:extLst>
          </p:cNvPr>
          <p:cNvPicPr>
            <a:picLocks noChangeAspect="1"/>
            <a:extLst>
              <a:ext uri="{51228E76-BA90-4043-B771-695A4F85340A}">
                <alf:liveFeedProps xmlns:alf="http://schemas.microsoft.com/office/drawing/2021/livefeed"/>
              </a:ext>
            </a:extLst>
          </p:cNvPicPr>
          <p:nvPr/>
        </p:nvPicPr>
        <p:blipFill>
          <a:blip r:embed="rId6">
            <a:extLst>
              <a:ext uri="{96DAC541-7B7A-43D3-8B79-37D633B846F1}">
                <asvg:svgBlip xmlns:asvg="http://schemas.microsoft.com/office/drawing/2016/SVG/main" r:embed="rId7"/>
              </a:ext>
            </a:extLst>
          </a:blip>
          <a:stretch>
            <a:fillRect/>
          </a:stretch>
        </p:blipFill>
        <p:spPr>
          <a:xfrm>
            <a:off x="10895685" y="5668780"/>
            <a:ext cx="1124680" cy="1124680"/>
          </a:xfrm>
          <a:prstGeom prst="ellipse">
            <a:avLst/>
          </a:prstGeom>
          <a:ln w="19050" cap="rnd">
            <a:solidFill>
              <a:srgbClr val="404040"/>
            </a:solidFill>
          </a:ln>
          <a:effectLst/>
        </p:spPr>
      </p:pic>
    </p:spTree>
    <p:extLst>
      <p:ext uri="{BB962C8B-B14F-4D97-AF65-F5344CB8AC3E}">
        <p14:creationId xmlns:p14="http://schemas.microsoft.com/office/powerpoint/2010/main" val="305167410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Graphique 5" descr="Femme en jupe noire">
            <a:extLst>
              <a:ext uri="{FF2B5EF4-FFF2-40B4-BE49-F238E27FC236}">
                <a16:creationId xmlns:a16="http://schemas.microsoft.com/office/drawing/2014/main" id="{55F560F7-4C68-CF55-9329-7EA01346FBE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60860" y="1728990"/>
            <a:ext cx="1930291" cy="4333875"/>
          </a:xfrm>
          <a:prstGeom prst="rect">
            <a:avLst/>
          </a:prstGeom>
        </p:spPr>
      </p:pic>
      <p:sp>
        <p:nvSpPr>
          <p:cNvPr id="7" name="ZoneTexte 6">
            <a:extLst>
              <a:ext uri="{FF2B5EF4-FFF2-40B4-BE49-F238E27FC236}">
                <a16:creationId xmlns:a16="http://schemas.microsoft.com/office/drawing/2014/main" id="{A89A63D1-6680-EC4C-0E9E-1882A845DC60}"/>
              </a:ext>
            </a:extLst>
          </p:cNvPr>
          <p:cNvSpPr txBox="1"/>
          <p:nvPr/>
        </p:nvSpPr>
        <p:spPr>
          <a:xfrm>
            <a:off x="2564423" y="3137394"/>
            <a:ext cx="2511576" cy="523220"/>
          </a:xfrm>
          <a:prstGeom prst="rect">
            <a:avLst/>
          </a:prstGeom>
          <a:noFill/>
        </p:spPr>
        <p:txBody>
          <a:bodyPr wrap="square" rtlCol="0">
            <a:spAutoFit/>
          </a:bodyPr>
          <a:lstStyle/>
          <a:p>
            <a:r>
              <a:rPr lang="fr-FR" sz="2800" dirty="0">
                <a:latin typeface="Adella" panose="02000603000000000000" pitchFamily="50" charset="0"/>
                <a:ea typeface="Adella" panose="02000603000000000000" pitchFamily="50" charset="0"/>
              </a:rPr>
              <a:t>Hétérosexuelle</a:t>
            </a:r>
          </a:p>
        </p:txBody>
      </p:sp>
      <p:sp>
        <p:nvSpPr>
          <p:cNvPr id="8" name="ZoneTexte 7">
            <a:extLst>
              <a:ext uri="{FF2B5EF4-FFF2-40B4-BE49-F238E27FC236}">
                <a16:creationId xmlns:a16="http://schemas.microsoft.com/office/drawing/2014/main" id="{EE0F79F2-E7B3-F8E3-0DDE-0C960CE75D0C}"/>
              </a:ext>
            </a:extLst>
          </p:cNvPr>
          <p:cNvSpPr txBox="1"/>
          <p:nvPr/>
        </p:nvSpPr>
        <p:spPr>
          <a:xfrm>
            <a:off x="2564423" y="3880371"/>
            <a:ext cx="2511576" cy="523220"/>
          </a:xfrm>
          <a:prstGeom prst="rect">
            <a:avLst/>
          </a:prstGeom>
          <a:noFill/>
        </p:spPr>
        <p:txBody>
          <a:bodyPr wrap="square" rtlCol="0">
            <a:spAutoFit/>
          </a:bodyPr>
          <a:lstStyle/>
          <a:p>
            <a:r>
              <a:rPr lang="fr-FR" sz="2800" dirty="0">
                <a:latin typeface="Adella" panose="02000603000000000000" pitchFamily="50" charset="0"/>
                <a:ea typeface="Adella" panose="02000603000000000000" pitchFamily="50" charset="0"/>
              </a:rPr>
              <a:t>En bonne santé</a:t>
            </a:r>
          </a:p>
        </p:txBody>
      </p:sp>
      <p:sp>
        <p:nvSpPr>
          <p:cNvPr id="9" name="ZoneTexte 8">
            <a:extLst>
              <a:ext uri="{FF2B5EF4-FFF2-40B4-BE49-F238E27FC236}">
                <a16:creationId xmlns:a16="http://schemas.microsoft.com/office/drawing/2014/main" id="{1CB7EA95-1670-3D0C-98FB-CF4C59B5FDDE}"/>
              </a:ext>
            </a:extLst>
          </p:cNvPr>
          <p:cNvSpPr txBox="1"/>
          <p:nvPr/>
        </p:nvSpPr>
        <p:spPr>
          <a:xfrm>
            <a:off x="2564422" y="4623347"/>
            <a:ext cx="2511576" cy="523220"/>
          </a:xfrm>
          <a:prstGeom prst="rect">
            <a:avLst/>
          </a:prstGeom>
          <a:noFill/>
        </p:spPr>
        <p:txBody>
          <a:bodyPr wrap="square" rtlCol="0">
            <a:spAutoFit/>
          </a:bodyPr>
          <a:lstStyle/>
          <a:p>
            <a:r>
              <a:rPr lang="fr-FR" sz="2800" dirty="0">
                <a:latin typeface="Adella" panose="02000603000000000000" pitchFamily="50" charset="0"/>
                <a:ea typeface="Adella" panose="02000603000000000000" pitchFamily="50" charset="0"/>
              </a:rPr>
              <a:t>Classe moyenne</a:t>
            </a:r>
          </a:p>
        </p:txBody>
      </p:sp>
      <p:sp>
        <p:nvSpPr>
          <p:cNvPr id="11" name="ZoneTexte 10">
            <a:extLst>
              <a:ext uri="{FF2B5EF4-FFF2-40B4-BE49-F238E27FC236}">
                <a16:creationId xmlns:a16="http://schemas.microsoft.com/office/drawing/2014/main" id="{1119B8E9-7681-B2D6-7542-A43A2926552C}"/>
              </a:ext>
            </a:extLst>
          </p:cNvPr>
          <p:cNvSpPr txBox="1"/>
          <p:nvPr/>
        </p:nvSpPr>
        <p:spPr>
          <a:xfrm>
            <a:off x="2564421" y="2394417"/>
            <a:ext cx="2511576" cy="523220"/>
          </a:xfrm>
          <a:prstGeom prst="rect">
            <a:avLst/>
          </a:prstGeom>
          <a:noFill/>
        </p:spPr>
        <p:txBody>
          <a:bodyPr wrap="square" rtlCol="0">
            <a:spAutoFit/>
          </a:bodyPr>
          <a:lstStyle/>
          <a:p>
            <a:r>
              <a:rPr lang="fr-FR" sz="2800" dirty="0">
                <a:latin typeface="Adella" panose="02000603000000000000" pitchFamily="50" charset="0"/>
                <a:ea typeface="Adella" panose="02000603000000000000" pitchFamily="50" charset="0"/>
              </a:rPr>
              <a:t>Blanche</a:t>
            </a:r>
          </a:p>
        </p:txBody>
      </p:sp>
      <p:pic>
        <p:nvPicPr>
          <p:cNvPr id="18" name="Graphique 17" descr="Femme aux cheveux afro">
            <a:extLst>
              <a:ext uri="{FF2B5EF4-FFF2-40B4-BE49-F238E27FC236}">
                <a16:creationId xmlns:a16="http://schemas.microsoft.com/office/drawing/2014/main" id="{3582FA6E-1D1B-9A04-2542-EEFD0384D4B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flipH="1">
            <a:off x="8855505" y="1671840"/>
            <a:ext cx="1343025" cy="4391025"/>
          </a:xfrm>
          <a:prstGeom prst="rect">
            <a:avLst/>
          </a:prstGeom>
        </p:spPr>
      </p:pic>
      <p:sp>
        <p:nvSpPr>
          <p:cNvPr id="2" name="ZoneTexte 1">
            <a:extLst>
              <a:ext uri="{FF2B5EF4-FFF2-40B4-BE49-F238E27FC236}">
                <a16:creationId xmlns:a16="http://schemas.microsoft.com/office/drawing/2014/main" id="{88CFD235-7B92-F52D-FDEC-645A3C906231}"/>
              </a:ext>
            </a:extLst>
          </p:cNvPr>
          <p:cNvSpPr txBox="1"/>
          <p:nvPr/>
        </p:nvSpPr>
        <p:spPr>
          <a:xfrm>
            <a:off x="5991258" y="3137394"/>
            <a:ext cx="2511576" cy="523220"/>
          </a:xfrm>
          <a:prstGeom prst="rect">
            <a:avLst/>
          </a:prstGeom>
          <a:noFill/>
        </p:spPr>
        <p:txBody>
          <a:bodyPr wrap="square" rtlCol="0">
            <a:spAutoFit/>
          </a:bodyPr>
          <a:lstStyle/>
          <a:p>
            <a:pPr algn="r"/>
            <a:r>
              <a:rPr lang="fr-FR" sz="2800" dirty="0">
                <a:latin typeface="Adella" panose="02000603000000000000" pitchFamily="50" charset="0"/>
                <a:ea typeface="Adella" panose="02000603000000000000" pitchFamily="50" charset="0"/>
              </a:rPr>
              <a:t>Hétérosexuelle</a:t>
            </a:r>
          </a:p>
        </p:txBody>
      </p:sp>
      <p:sp>
        <p:nvSpPr>
          <p:cNvPr id="3" name="ZoneTexte 2">
            <a:extLst>
              <a:ext uri="{FF2B5EF4-FFF2-40B4-BE49-F238E27FC236}">
                <a16:creationId xmlns:a16="http://schemas.microsoft.com/office/drawing/2014/main" id="{31C71CDB-6B95-CECA-1577-0443893D41F6}"/>
              </a:ext>
            </a:extLst>
          </p:cNvPr>
          <p:cNvSpPr txBox="1"/>
          <p:nvPr/>
        </p:nvSpPr>
        <p:spPr>
          <a:xfrm>
            <a:off x="5991258" y="3880371"/>
            <a:ext cx="2511576" cy="523220"/>
          </a:xfrm>
          <a:prstGeom prst="rect">
            <a:avLst/>
          </a:prstGeom>
          <a:noFill/>
        </p:spPr>
        <p:txBody>
          <a:bodyPr wrap="square" rtlCol="0">
            <a:spAutoFit/>
          </a:bodyPr>
          <a:lstStyle/>
          <a:p>
            <a:pPr algn="r"/>
            <a:r>
              <a:rPr lang="fr-FR" sz="2800" dirty="0">
                <a:latin typeface="Adella" panose="02000603000000000000" pitchFamily="50" charset="0"/>
                <a:ea typeface="Adella" panose="02000603000000000000" pitchFamily="50" charset="0"/>
              </a:rPr>
              <a:t>En bonne santé</a:t>
            </a:r>
          </a:p>
        </p:txBody>
      </p:sp>
      <p:sp>
        <p:nvSpPr>
          <p:cNvPr id="4" name="ZoneTexte 3">
            <a:extLst>
              <a:ext uri="{FF2B5EF4-FFF2-40B4-BE49-F238E27FC236}">
                <a16:creationId xmlns:a16="http://schemas.microsoft.com/office/drawing/2014/main" id="{AD233D08-A852-431D-E2CB-D8AEB2C2B438}"/>
              </a:ext>
            </a:extLst>
          </p:cNvPr>
          <p:cNvSpPr txBox="1"/>
          <p:nvPr/>
        </p:nvSpPr>
        <p:spPr>
          <a:xfrm>
            <a:off x="5991257" y="4623347"/>
            <a:ext cx="2511576" cy="523220"/>
          </a:xfrm>
          <a:prstGeom prst="rect">
            <a:avLst/>
          </a:prstGeom>
          <a:noFill/>
        </p:spPr>
        <p:txBody>
          <a:bodyPr wrap="square" rtlCol="0">
            <a:spAutoFit/>
          </a:bodyPr>
          <a:lstStyle/>
          <a:p>
            <a:pPr algn="r"/>
            <a:r>
              <a:rPr lang="fr-FR" sz="2800" dirty="0">
                <a:latin typeface="Adella" panose="02000603000000000000" pitchFamily="50" charset="0"/>
                <a:ea typeface="Adella" panose="02000603000000000000" pitchFamily="50" charset="0"/>
              </a:rPr>
              <a:t>Classe moyenne</a:t>
            </a:r>
          </a:p>
        </p:txBody>
      </p:sp>
      <p:sp>
        <p:nvSpPr>
          <p:cNvPr id="5" name="ZoneTexte 4">
            <a:extLst>
              <a:ext uri="{FF2B5EF4-FFF2-40B4-BE49-F238E27FC236}">
                <a16:creationId xmlns:a16="http://schemas.microsoft.com/office/drawing/2014/main" id="{32A0C184-DF47-1494-CAC8-BADAD02EA15D}"/>
              </a:ext>
            </a:extLst>
          </p:cNvPr>
          <p:cNvSpPr txBox="1"/>
          <p:nvPr/>
        </p:nvSpPr>
        <p:spPr>
          <a:xfrm>
            <a:off x="5991256" y="2394417"/>
            <a:ext cx="2511576" cy="523220"/>
          </a:xfrm>
          <a:prstGeom prst="rect">
            <a:avLst/>
          </a:prstGeom>
          <a:noFill/>
        </p:spPr>
        <p:txBody>
          <a:bodyPr wrap="square" rtlCol="0">
            <a:spAutoFit/>
          </a:bodyPr>
          <a:lstStyle/>
          <a:p>
            <a:pPr algn="r"/>
            <a:r>
              <a:rPr lang="fr-FR" sz="2800" dirty="0">
                <a:latin typeface="Adella" panose="02000603000000000000" pitchFamily="50" charset="0"/>
                <a:ea typeface="Adella" panose="02000603000000000000" pitchFamily="50" charset="0"/>
              </a:rPr>
              <a:t>De couleur</a:t>
            </a:r>
          </a:p>
        </p:txBody>
      </p:sp>
      <p:sp>
        <p:nvSpPr>
          <p:cNvPr id="10" name="ZoneTexte 9">
            <a:extLst>
              <a:ext uri="{FF2B5EF4-FFF2-40B4-BE49-F238E27FC236}">
                <a16:creationId xmlns:a16="http://schemas.microsoft.com/office/drawing/2014/main" id="{C6699017-14A6-10BC-37AB-95A336136D7D}"/>
              </a:ext>
            </a:extLst>
          </p:cNvPr>
          <p:cNvSpPr txBox="1"/>
          <p:nvPr/>
        </p:nvSpPr>
        <p:spPr>
          <a:xfrm>
            <a:off x="9036480" y="795135"/>
            <a:ext cx="2324100" cy="584775"/>
          </a:xfrm>
          <a:prstGeom prst="rect">
            <a:avLst/>
          </a:prstGeom>
          <a:noFill/>
        </p:spPr>
        <p:txBody>
          <a:bodyPr wrap="square" rtlCol="0">
            <a:spAutoFit/>
          </a:bodyPr>
          <a:lstStyle/>
          <a:p>
            <a:r>
              <a:rPr lang="fr-FR" sz="3200" b="1" dirty="0">
                <a:latin typeface="ADVENTURE AWAIT" pitchFamily="2" charset="0"/>
              </a:rPr>
              <a:t>- 40%</a:t>
            </a:r>
          </a:p>
        </p:txBody>
      </p:sp>
      <p:sp>
        <p:nvSpPr>
          <p:cNvPr id="12" name="ZoneTexte 11">
            <a:extLst>
              <a:ext uri="{FF2B5EF4-FFF2-40B4-BE49-F238E27FC236}">
                <a16:creationId xmlns:a16="http://schemas.microsoft.com/office/drawing/2014/main" id="{DF6A98BE-EF41-9B95-4640-24748C9376D0}"/>
              </a:ext>
            </a:extLst>
          </p:cNvPr>
          <p:cNvSpPr txBox="1"/>
          <p:nvPr/>
        </p:nvSpPr>
        <p:spPr>
          <a:xfrm>
            <a:off x="2564421" y="5366323"/>
            <a:ext cx="2511576" cy="523220"/>
          </a:xfrm>
          <a:prstGeom prst="rect">
            <a:avLst/>
          </a:prstGeom>
          <a:noFill/>
        </p:spPr>
        <p:txBody>
          <a:bodyPr wrap="square" rtlCol="0">
            <a:spAutoFit/>
          </a:bodyPr>
          <a:lstStyle/>
          <a:p>
            <a:r>
              <a:rPr lang="fr-FR" sz="2800" dirty="0">
                <a:latin typeface="Adella" panose="02000603000000000000" pitchFamily="50" charset="0"/>
                <a:ea typeface="Adella" panose="02000603000000000000" pitchFamily="50" charset="0"/>
              </a:rPr>
              <a:t>Diplômée</a:t>
            </a:r>
          </a:p>
        </p:txBody>
      </p:sp>
      <p:sp>
        <p:nvSpPr>
          <p:cNvPr id="13" name="ZoneTexte 12">
            <a:extLst>
              <a:ext uri="{FF2B5EF4-FFF2-40B4-BE49-F238E27FC236}">
                <a16:creationId xmlns:a16="http://schemas.microsoft.com/office/drawing/2014/main" id="{6B74EA4B-757C-F74C-BD86-843B0CC996F4}"/>
              </a:ext>
            </a:extLst>
          </p:cNvPr>
          <p:cNvSpPr txBox="1"/>
          <p:nvPr/>
        </p:nvSpPr>
        <p:spPr>
          <a:xfrm>
            <a:off x="5991256" y="5366323"/>
            <a:ext cx="2511576" cy="523220"/>
          </a:xfrm>
          <a:prstGeom prst="rect">
            <a:avLst/>
          </a:prstGeom>
          <a:noFill/>
        </p:spPr>
        <p:txBody>
          <a:bodyPr wrap="square" rtlCol="0">
            <a:spAutoFit/>
          </a:bodyPr>
          <a:lstStyle/>
          <a:p>
            <a:pPr algn="r"/>
            <a:r>
              <a:rPr lang="fr-FR" sz="2800" dirty="0">
                <a:latin typeface="Adella" panose="02000603000000000000" pitchFamily="50" charset="0"/>
                <a:ea typeface="Adella" panose="02000603000000000000" pitchFamily="50" charset="0"/>
              </a:rPr>
              <a:t>Diplômée</a:t>
            </a:r>
          </a:p>
        </p:txBody>
      </p:sp>
      <p:pic>
        <p:nvPicPr>
          <p:cNvPr id="14" name="Caméra 13">
            <a:extLst>
              <a:ext uri="{FF2B5EF4-FFF2-40B4-BE49-F238E27FC236}">
                <a16:creationId xmlns:a16="http://schemas.microsoft.com/office/drawing/2014/main" id="{076A57C0-48D9-0447-E982-D9A55F4B2020}"/>
              </a:ext>
            </a:extLst>
          </p:cNvPr>
          <p:cNvPicPr>
            <a:picLocks noChangeAspect="1"/>
            <a:extLst>
              <a:ext uri="{51228E76-BA90-4043-B771-695A4F85340A}">
                <alf:liveFeedProps xmlns:alf="http://schemas.microsoft.com/office/drawing/2021/livefeed"/>
              </a:ext>
            </a:extLst>
          </p:cNvPicPr>
          <p:nvPr/>
        </p:nvPicPr>
        <p:blipFill>
          <a:blip r:embed="rId6">
            <a:extLst>
              <a:ext uri="{96DAC541-7B7A-43D3-8B79-37D633B846F1}">
                <asvg:svgBlip xmlns:asvg="http://schemas.microsoft.com/office/drawing/2016/SVG/main" r:embed="rId7"/>
              </a:ext>
            </a:extLst>
          </a:blip>
          <a:stretch>
            <a:fillRect/>
          </a:stretch>
        </p:blipFill>
        <p:spPr>
          <a:xfrm>
            <a:off x="10052304" y="4718304"/>
            <a:ext cx="2057400" cy="2057400"/>
          </a:xfrm>
          <a:prstGeom prst="ellipse">
            <a:avLst/>
          </a:prstGeom>
        </p:spPr>
      </p:pic>
      <p:pic>
        <p:nvPicPr>
          <p:cNvPr id="15" name="Caméra 14">
            <a:extLst>
              <a:ext uri="{FF2B5EF4-FFF2-40B4-BE49-F238E27FC236}">
                <a16:creationId xmlns:a16="http://schemas.microsoft.com/office/drawing/2014/main" id="{A44A506B-5505-C7E2-77A2-457ECC4E05BE}"/>
              </a:ext>
            </a:extLst>
          </p:cNvPr>
          <p:cNvPicPr>
            <a:picLocks noChangeAspect="1"/>
            <a:extLst>
              <a:ext uri="{51228E76-BA90-4043-B771-695A4F85340A}">
                <alf:liveFeedProps xmlns:alf="http://schemas.microsoft.com/office/drawing/2021/livefeed"/>
              </a:ext>
            </a:extLst>
          </p:cNvPicPr>
          <p:nvPr/>
        </p:nvPicPr>
        <p:blipFill>
          <a:blip r:embed="rId6">
            <a:extLst>
              <a:ext uri="{96DAC541-7B7A-43D3-8B79-37D633B846F1}">
                <asvg:svgBlip xmlns:asvg="http://schemas.microsoft.com/office/drawing/2016/SVG/main" r:embed="rId7"/>
              </a:ext>
            </a:extLst>
          </a:blip>
          <a:stretch>
            <a:fillRect/>
          </a:stretch>
        </p:blipFill>
        <p:spPr>
          <a:xfrm>
            <a:off x="10052305" y="4718304"/>
            <a:ext cx="2057400" cy="2057400"/>
          </a:xfrm>
          <a:prstGeom prst="ellipse">
            <a:avLst/>
          </a:prstGeom>
          <a:ln>
            <a:noFill/>
          </a:ln>
          <a:effectLst>
            <a:softEdge rad="127000"/>
          </a:effectLst>
        </p:spPr>
      </p:pic>
      <p:pic>
        <p:nvPicPr>
          <p:cNvPr id="16" name="Caméra 15">
            <a:extLst>
              <a:ext uri="{FF2B5EF4-FFF2-40B4-BE49-F238E27FC236}">
                <a16:creationId xmlns:a16="http://schemas.microsoft.com/office/drawing/2014/main" id="{14B3E4E7-48DD-766A-6A92-110422461D57}"/>
              </a:ext>
            </a:extLst>
          </p:cNvPr>
          <p:cNvPicPr>
            <a:picLocks noChangeAspect="1"/>
            <a:extLst>
              <a:ext uri="{51228E76-BA90-4043-B771-695A4F85340A}">
                <alf:liveFeedProps xmlns:alf="http://schemas.microsoft.com/office/drawing/2021/livefeed"/>
              </a:ext>
            </a:extLst>
          </p:cNvPicPr>
          <p:nvPr/>
        </p:nvPicPr>
        <p:blipFill>
          <a:blip r:embed="rId6">
            <a:extLst>
              <a:ext uri="{96DAC541-7B7A-43D3-8B79-37D633B846F1}">
                <asvg:svgBlip xmlns:asvg="http://schemas.microsoft.com/office/drawing/2016/SVG/main" r:embed="rId7"/>
              </a:ext>
            </a:extLst>
          </a:blip>
          <a:stretch>
            <a:fillRect/>
          </a:stretch>
        </p:blipFill>
        <p:spPr>
          <a:xfrm>
            <a:off x="10895685" y="5668780"/>
            <a:ext cx="1124680" cy="1124680"/>
          </a:xfrm>
          <a:prstGeom prst="ellipse">
            <a:avLst/>
          </a:prstGeom>
          <a:ln w="19050" cap="rnd">
            <a:solidFill>
              <a:srgbClr val="404040"/>
            </a:solidFill>
          </a:ln>
          <a:effectLst/>
        </p:spPr>
      </p:pic>
    </p:spTree>
    <p:extLst>
      <p:ext uri="{BB962C8B-B14F-4D97-AF65-F5344CB8AC3E}">
        <p14:creationId xmlns:p14="http://schemas.microsoft.com/office/powerpoint/2010/main" val="92885939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ZoneTexte 4">
            <a:extLst>
              <a:ext uri="{FF2B5EF4-FFF2-40B4-BE49-F238E27FC236}">
                <a16:creationId xmlns:a16="http://schemas.microsoft.com/office/drawing/2014/main" id="{80ED340F-4981-4A10-F9B2-8E025B479F37}"/>
              </a:ext>
            </a:extLst>
          </p:cNvPr>
          <p:cNvSpPr txBox="1"/>
          <p:nvPr/>
        </p:nvSpPr>
        <p:spPr>
          <a:xfrm>
            <a:off x="584200" y="275167"/>
            <a:ext cx="9359900" cy="629483"/>
          </a:xfrm>
          <a:prstGeom prst="roundRect">
            <a:avLst>
              <a:gd name="adj" fmla="val 29099"/>
            </a:avLst>
          </a:prstGeom>
          <a:solidFill>
            <a:srgbClr val="E32199"/>
          </a:solidFill>
        </p:spPr>
        <p:txBody>
          <a:bodyPr wrap="square">
            <a:spAutoFit/>
          </a:bodyPr>
          <a:lstStyle>
            <a:defPPr>
              <a:defRPr lang="en-US"/>
            </a:defPPr>
            <a:lvl1pPr>
              <a:defRPr sz="2800" b="0" i="0">
                <a:solidFill>
                  <a:schemeClr val="bg1"/>
                </a:solidFill>
                <a:effectLst/>
                <a:latin typeface="Adella" panose="02000603000000000000" pitchFamily="50" charset="0"/>
                <a:ea typeface="Adella" panose="02000603000000000000" pitchFamily="50" charset="0"/>
              </a:defRPr>
            </a:lvl1pPr>
          </a:lstStyle>
          <a:p>
            <a:r>
              <a:rPr lang="fr-FR" dirty="0"/>
              <a:t>comment pouvons-nous intégrer l’intersectionnalité dans notre féminisme ? </a:t>
            </a:r>
          </a:p>
        </p:txBody>
      </p:sp>
      <p:sp>
        <p:nvSpPr>
          <p:cNvPr id="4" name="Rectangle 3">
            <a:extLst>
              <a:ext uri="{FF2B5EF4-FFF2-40B4-BE49-F238E27FC236}">
                <a16:creationId xmlns:a16="http://schemas.microsoft.com/office/drawing/2014/main" id="{20B8A978-C379-F47A-C74E-7CDA5C10F7A7}"/>
              </a:ext>
            </a:extLst>
          </p:cNvPr>
          <p:cNvSpPr/>
          <p:nvPr/>
        </p:nvSpPr>
        <p:spPr>
          <a:xfrm>
            <a:off x="7105650" y="2195512"/>
            <a:ext cx="1876425" cy="3219450"/>
          </a:xfrm>
          <a:prstGeom prst="rect">
            <a:avLst/>
          </a:prstGeom>
          <a:solidFill>
            <a:srgbClr val="3B212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3074" name="Picture 2" descr="white-privilege-6">
            <a:extLst>
              <a:ext uri="{FF2B5EF4-FFF2-40B4-BE49-F238E27FC236}">
                <a16:creationId xmlns:a16="http://schemas.microsoft.com/office/drawing/2014/main" id="{8ECBD73F-E92D-BB88-A624-419A7A34911E}"/>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9353" b="99041" l="6400" r="92160">
                        <a14:foregroundMark x1="73760" y1="67866" x2="90080" y2="65468"/>
                        <a14:foregroundMark x1="90080" y1="65468" x2="90080" y2="65468"/>
                        <a14:foregroundMark x1="82240" y1="58273" x2="72320" y2="59952"/>
                        <a14:foregroundMark x1="72320" y1="59952" x2="83360" y2="60192"/>
                        <a14:foregroundMark x1="83360" y1="60192" x2="84160" y2="79376"/>
                        <a14:foregroundMark x1="84160" y1="79376" x2="80000" y2="95923"/>
                        <a14:foregroundMark x1="80000" y1="95923" x2="85280" y2="96882"/>
                        <a14:foregroundMark x1="72800" y1="94964" x2="85280" y2="98561"/>
                        <a14:foregroundMark x1="85280" y1="98561" x2="88320" y2="97842"/>
                        <a14:foregroundMark x1="88320" y1="97842" x2="87360" y2="93285"/>
                        <a14:foregroundMark x1="88160" y1="92806" x2="88160" y2="92806"/>
                        <a14:foregroundMark x1="88160" y1="92806" x2="88160" y2="92806"/>
                        <a14:foregroundMark x1="88160" y1="92806" x2="89920" y2="94005"/>
                        <a14:foregroundMark x1="82560" y1="89209" x2="90880" y2="94484"/>
                        <a14:foregroundMark x1="90880" y1="94484" x2="92160" y2="97122"/>
                        <a14:foregroundMark x1="33120" y1="94484" x2="9440" y2="91847"/>
                        <a14:foregroundMark x1="6240" y1="93046" x2="24480" y2="99041"/>
                        <a14:foregroundMark x1="24480" y1="99041" x2="31040" y2="97122"/>
                        <a14:foregroundMark x1="6560" y1="98801" x2="6400" y2="90887"/>
                        <a14:foregroundMark x1="20800" y1="86811" x2="18560" y2="63070"/>
                        <a14:foregroundMark x1="18560" y1="63070" x2="27360" y2="67386"/>
                        <a14:foregroundMark x1="27360" y1="67386" x2="21600" y2="85851"/>
                        <a14:foregroundMark x1="15200" y1="63309" x2="20960" y2="76978"/>
                        <a14:foregroundMark x1="86880" y1="67386" x2="86240" y2="76739"/>
                        <a14:backgroundMark x1="71840" y1="46763" x2="84960" y2="42926"/>
                        <a14:backgroundMark x1="84960" y1="42926" x2="91360" y2="30935"/>
                        <a14:backgroundMark x1="91360" y1="30935" x2="77120" y2="17986"/>
                        <a14:backgroundMark x1="77120" y1="17986" x2="73280" y2="37650"/>
                        <a14:backgroundMark x1="73280" y1="37650" x2="73280" y2="38849"/>
                      </a14:backgroundRemoval>
                    </a14:imgEffect>
                  </a14:imgLayer>
                </a14:imgProps>
              </a:ext>
              <a:ext uri="{28A0092B-C50C-407E-A947-70E740481C1C}">
                <a14:useLocalDpi xmlns:a14="http://schemas.microsoft.com/office/drawing/2010/main" val="0"/>
              </a:ext>
            </a:extLst>
          </a:blip>
          <a:srcRect/>
          <a:stretch>
            <a:fillRect/>
          </a:stretch>
        </p:blipFill>
        <p:spPr bwMode="auto">
          <a:xfrm>
            <a:off x="3224213" y="1443038"/>
            <a:ext cx="5953125" cy="3971925"/>
          </a:xfrm>
          <a:prstGeom prst="rect">
            <a:avLst/>
          </a:prstGeom>
          <a:noFill/>
          <a:extLst>
            <a:ext uri="{909E8E84-426E-40DD-AFC4-6F175D3DCCD1}">
              <a14:hiddenFill xmlns:a14="http://schemas.microsoft.com/office/drawing/2010/main">
                <a:solidFill>
                  <a:srgbClr val="FFFFFF"/>
                </a:solidFill>
              </a14:hiddenFill>
            </a:ext>
          </a:extLst>
        </p:spPr>
      </p:pic>
      <p:sp>
        <p:nvSpPr>
          <p:cNvPr id="6" name="ZoneTexte 5">
            <a:extLst>
              <a:ext uri="{FF2B5EF4-FFF2-40B4-BE49-F238E27FC236}">
                <a16:creationId xmlns:a16="http://schemas.microsoft.com/office/drawing/2014/main" id="{8864CC01-A43D-4E0D-E446-D21B0BBA3172}"/>
              </a:ext>
            </a:extLst>
          </p:cNvPr>
          <p:cNvSpPr txBox="1"/>
          <p:nvPr/>
        </p:nvSpPr>
        <p:spPr>
          <a:xfrm>
            <a:off x="828675" y="2195512"/>
            <a:ext cx="5885725" cy="523220"/>
          </a:xfrm>
          <a:prstGeom prst="rect">
            <a:avLst/>
          </a:prstGeom>
          <a:noFill/>
        </p:spPr>
        <p:txBody>
          <a:bodyPr wrap="square" rtlCol="0">
            <a:spAutoFit/>
          </a:bodyPr>
          <a:lstStyle/>
          <a:p>
            <a:r>
              <a:rPr lang="fr-FR" sz="2800" b="1" u="sng" dirty="0">
                <a:latin typeface="Adam Warren pro" panose="02000000000000000000" pitchFamily="2" charset="0"/>
              </a:rPr>
              <a:t>Pourcentage de prisonniers</a:t>
            </a:r>
          </a:p>
        </p:txBody>
      </p:sp>
      <p:sp>
        <p:nvSpPr>
          <p:cNvPr id="7" name="ZoneTexte 6">
            <a:extLst>
              <a:ext uri="{FF2B5EF4-FFF2-40B4-BE49-F238E27FC236}">
                <a16:creationId xmlns:a16="http://schemas.microsoft.com/office/drawing/2014/main" id="{6DA4CFCF-038F-64A3-BA63-A2C6716C7443}"/>
              </a:ext>
            </a:extLst>
          </p:cNvPr>
          <p:cNvSpPr txBox="1"/>
          <p:nvPr/>
        </p:nvSpPr>
        <p:spPr>
          <a:xfrm>
            <a:off x="3940236" y="5705772"/>
            <a:ext cx="1855727" cy="461665"/>
          </a:xfrm>
          <a:prstGeom prst="rect">
            <a:avLst/>
          </a:prstGeom>
          <a:noFill/>
        </p:spPr>
        <p:txBody>
          <a:bodyPr wrap="square" rtlCol="0">
            <a:spAutoFit/>
          </a:bodyPr>
          <a:lstStyle/>
          <a:p>
            <a:r>
              <a:rPr lang="fr-FR" sz="2400" dirty="0">
                <a:latin typeface="Adam Warren pro" panose="02000000000000000000" pitchFamily="2" charset="0"/>
              </a:rPr>
              <a:t>blancs</a:t>
            </a:r>
          </a:p>
        </p:txBody>
      </p:sp>
      <p:sp>
        <p:nvSpPr>
          <p:cNvPr id="8" name="ZoneTexte 7">
            <a:extLst>
              <a:ext uri="{FF2B5EF4-FFF2-40B4-BE49-F238E27FC236}">
                <a16:creationId xmlns:a16="http://schemas.microsoft.com/office/drawing/2014/main" id="{316BF58E-4140-EB3E-C846-941B6E4E6B8F}"/>
              </a:ext>
            </a:extLst>
          </p:cNvPr>
          <p:cNvSpPr txBox="1"/>
          <p:nvPr/>
        </p:nvSpPr>
        <p:spPr>
          <a:xfrm>
            <a:off x="6714400" y="5722518"/>
            <a:ext cx="2720113" cy="830997"/>
          </a:xfrm>
          <a:prstGeom prst="rect">
            <a:avLst/>
          </a:prstGeom>
          <a:noFill/>
        </p:spPr>
        <p:txBody>
          <a:bodyPr wrap="square" rtlCol="0">
            <a:spAutoFit/>
          </a:bodyPr>
          <a:lstStyle/>
          <a:p>
            <a:pPr algn="ctr"/>
            <a:r>
              <a:rPr lang="fr-FR" sz="2400" dirty="0">
                <a:latin typeface="Adam Warren pro" panose="02000000000000000000" pitchFamily="2" charset="0"/>
              </a:rPr>
              <a:t>Personnes de couleur</a:t>
            </a:r>
          </a:p>
        </p:txBody>
      </p:sp>
      <p:sp>
        <p:nvSpPr>
          <p:cNvPr id="9" name="ZoneTexte 8">
            <a:extLst>
              <a:ext uri="{FF2B5EF4-FFF2-40B4-BE49-F238E27FC236}">
                <a16:creationId xmlns:a16="http://schemas.microsoft.com/office/drawing/2014/main" id="{94D06CE8-C1E9-895D-25E4-2C981072B63B}"/>
              </a:ext>
            </a:extLst>
          </p:cNvPr>
          <p:cNvSpPr txBox="1"/>
          <p:nvPr/>
        </p:nvSpPr>
        <p:spPr>
          <a:xfrm>
            <a:off x="9235780" y="2617368"/>
            <a:ext cx="2720113" cy="738664"/>
          </a:xfrm>
          <a:prstGeom prst="rect">
            <a:avLst/>
          </a:prstGeom>
          <a:noFill/>
        </p:spPr>
        <p:txBody>
          <a:bodyPr wrap="square" rtlCol="0">
            <a:spAutoFit/>
          </a:bodyPr>
          <a:lstStyle/>
          <a:p>
            <a:pPr algn="ctr"/>
            <a:r>
              <a:rPr lang="fr-FR" sz="1400" dirty="0">
                <a:latin typeface="Adam Warren pro" panose="02000000000000000000" pitchFamily="2" charset="0"/>
              </a:rPr>
              <a:t>J’ai de 4-11% de chances d’aller en prison au cours de ma vie</a:t>
            </a:r>
          </a:p>
        </p:txBody>
      </p:sp>
      <p:sp>
        <p:nvSpPr>
          <p:cNvPr id="10" name="ZoneTexte 9">
            <a:extLst>
              <a:ext uri="{FF2B5EF4-FFF2-40B4-BE49-F238E27FC236}">
                <a16:creationId xmlns:a16="http://schemas.microsoft.com/office/drawing/2014/main" id="{B3EC4A2E-DCDB-638F-55F3-3F22FA155990}"/>
              </a:ext>
            </a:extLst>
          </p:cNvPr>
          <p:cNvSpPr txBox="1"/>
          <p:nvPr/>
        </p:nvSpPr>
        <p:spPr>
          <a:xfrm>
            <a:off x="9177338" y="3663587"/>
            <a:ext cx="2720113" cy="738664"/>
          </a:xfrm>
          <a:prstGeom prst="rect">
            <a:avLst/>
          </a:prstGeom>
          <a:noFill/>
        </p:spPr>
        <p:txBody>
          <a:bodyPr wrap="square" rtlCol="0">
            <a:spAutoFit/>
          </a:bodyPr>
          <a:lstStyle/>
          <a:p>
            <a:pPr algn="ctr"/>
            <a:r>
              <a:rPr lang="fr-FR" sz="1400" dirty="0">
                <a:latin typeface="Adam Warren pro" panose="02000000000000000000" pitchFamily="2" charset="0"/>
              </a:rPr>
              <a:t>Les chances d’une personne de couleur sont de 44-50%</a:t>
            </a:r>
          </a:p>
        </p:txBody>
      </p:sp>
      <p:pic>
        <p:nvPicPr>
          <p:cNvPr id="2" name="Caméra 1">
            <a:extLst>
              <a:ext uri="{FF2B5EF4-FFF2-40B4-BE49-F238E27FC236}">
                <a16:creationId xmlns:a16="http://schemas.microsoft.com/office/drawing/2014/main" id="{36B8ABB9-78EF-2C8A-5D52-819B627CDD94}"/>
              </a:ext>
            </a:extLst>
          </p:cNvPr>
          <p:cNvPicPr>
            <a:picLocks noChangeAspect="1"/>
            <a:extLst>
              <a:ext uri="{51228E76-BA90-4043-B771-695A4F85340A}">
                <alf:liveFeedProps xmlns:alf="http://schemas.microsoft.com/office/drawing/2021/livefeed"/>
              </a:ext>
            </a:extLst>
          </p:cNvPicPr>
          <p:nvPr/>
        </p:nvPicPr>
        <p:blipFill>
          <a:blip r:embed="rId4">
            <a:extLst>
              <a:ext uri="{96DAC541-7B7A-43D3-8B79-37D633B846F1}">
                <asvg:svgBlip xmlns:asvg="http://schemas.microsoft.com/office/drawing/2016/SVG/main" r:embed="rId5"/>
              </a:ext>
            </a:extLst>
          </a:blip>
          <a:stretch>
            <a:fillRect/>
          </a:stretch>
        </p:blipFill>
        <p:spPr>
          <a:xfrm>
            <a:off x="10052304" y="4718304"/>
            <a:ext cx="2057400" cy="2057400"/>
          </a:xfrm>
          <a:prstGeom prst="ellipse">
            <a:avLst/>
          </a:prstGeom>
        </p:spPr>
      </p:pic>
      <p:pic>
        <p:nvPicPr>
          <p:cNvPr id="3" name="Caméra 2">
            <a:extLst>
              <a:ext uri="{FF2B5EF4-FFF2-40B4-BE49-F238E27FC236}">
                <a16:creationId xmlns:a16="http://schemas.microsoft.com/office/drawing/2014/main" id="{0D1E0161-928D-26E1-D238-2F8A57ACD3E6}"/>
              </a:ext>
            </a:extLst>
          </p:cNvPr>
          <p:cNvPicPr>
            <a:picLocks noChangeAspect="1"/>
            <a:extLst>
              <a:ext uri="{51228E76-BA90-4043-B771-695A4F85340A}">
                <alf:liveFeedProps xmlns:alf="http://schemas.microsoft.com/office/drawing/2021/livefeed"/>
              </a:ext>
            </a:extLst>
          </p:cNvPicPr>
          <p:nvPr/>
        </p:nvPicPr>
        <p:blipFill>
          <a:blip r:embed="rId4">
            <a:extLst>
              <a:ext uri="{96DAC541-7B7A-43D3-8B79-37D633B846F1}">
                <asvg:svgBlip xmlns:asvg="http://schemas.microsoft.com/office/drawing/2016/SVG/main" r:embed="rId5"/>
              </a:ext>
            </a:extLst>
          </a:blip>
          <a:stretch>
            <a:fillRect/>
          </a:stretch>
        </p:blipFill>
        <p:spPr>
          <a:xfrm>
            <a:off x="10052305" y="4718304"/>
            <a:ext cx="2057400" cy="2057400"/>
          </a:xfrm>
          <a:prstGeom prst="ellipse">
            <a:avLst/>
          </a:prstGeom>
          <a:ln>
            <a:noFill/>
          </a:ln>
          <a:effectLst>
            <a:softEdge rad="127000"/>
          </a:effectLst>
        </p:spPr>
      </p:pic>
      <p:pic>
        <p:nvPicPr>
          <p:cNvPr id="11" name="Caméra 10">
            <a:extLst>
              <a:ext uri="{FF2B5EF4-FFF2-40B4-BE49-F238E27FC236}">
                <a16:creationId xmlns:a16="http://schemas.microsoft.com/office/drawing/2014/main" id="{F1A081F5-ADA1-9042-1310-FAC06E9D59C2}"/>
              </a:ext>
            </a:extLst>
          </p:cNvPr>
          <p:cNvPicPr>
            <a:picLocks noChangeAspect="1"/>
            <a:extLst>
              <a:ext uri="{51228E76-BA90-4043-B771-695A4F85340A}">
                <alf:liveFeedProps xmlns:alf="http://schemas.microsoft.com/office/drawing/2021/livefeed"/>
              </a:ext>
            </a:extLst>
          </p:cNvPicPr>
          <p:nvPr/>
        </p:nvPicPr>
        <p:blipFill>
          <a:blip r:embed="rId4">
            <a:extLst>
              <a:ext uri="{96DAC541-7B7A-43D3-8B79-37D633B846F1}">
                <asvg:svgBlip xmlns:asvg="http://schemas.microsoft.com/office/drawing/2016/SVG/main" r:embed="rId5"/>
              </a:ext>
            </a:extLst>
          </a:blip>
          <a:stretch>
            <a:fillRect/>
          </a:stretch>
        </p:blipFill>
        <p:spPr>
          <a:xfrm>
            <a:off x="10895685" y="5668780"/>
            <a:ext cx="1124680" cy="1124680"/>
          </a:xfrm>
          <a:prstGeom prst="ellipse">
            <a:avLst/>
          </a:prstGeom>
          <a:ln w="19050" cap="rnd">
            <a:solidFill>
              <a:srgbClr val="404040"/>
            </a:solidFill>
          </a:ln>
          <a:effectLst/>
        </p:spPr>
      </p:pic>
    </p:spTree>
    <p:extLst>
      <p:ext uri="{BB962C8B-B14F-4D97-AF65-F5344CB8AC3E}">
        <p14:creationId xmlns:p14="http://schemas.microsoft.com/office/powerpoint/2010/main" val="190243932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7" name="Forme libre : forme 1286">
            <a:extLst>
              <a:ext uri="{FF2B5EF4-FFF2-40B4-BE49-F238E27FC236}">
                <a16:creationId xmlns:a16="http://schemas.microsoft.com/office/drawing/2014/main" id="{110D61A1-CB96-05A1-3BB3-23FEF55FEC15}"/>
              </a:ext>
            </a:extLst>
          </p:cNvPr>
          <p:cNvSpPr/>
          <p:nvPr/>
        </p:nvSpPr>
        <p:spPr>
          <a:xfrm>
            <a:off x="403346" y="2869695"/>
            <a:ext cx="2271804" cy="961184"/>
          </a:xfrm>
          <a:custGeom>
            <a:avLst/>
            <a:gdLst>
              <a:gd name="connsiteX0" fmla="*/ 480592 w 2271804"/>
              <a:gd name="connsiteY0" fmla="*/ 0 h 961184"/>
              <a:gd name="connsiteX1" fmla="*/ 2270642 w 2271804"/>
              <a:gd name="connsiteY1" fmla="*/ 0 h 961184"/>
              <a:gd name="connsiteX2" fmla="*/ 2251286 w 2271804"/>
              <a:gd name="connsiteY2" fmla="*/ 31861 h 961184"/>
              <a:gd name="connsiteX3" fmla="*/ 2137905 w 2271804"/>
              <a:gd name="connsiteY3" fmla="*/ 479636 h 961184"/>
              <a:gd name="connsiteX4" fmla="*/ 2251286 w 2271804"/>
              <a:gd name="connsiteY4" fmla="*/ 927411 h 961184"/>
              <a:gd name="connsiteX5" fmla="*/ 2271804 w 2271804"/>
              <a:gd name="connsiteY5" fmla="*/ 961184 h 961184"/>
              <a:gd name="connsiteX6" fmla="*/ 480592 w 2271804"/>
              <a:gd name="connsiteY6" fmla="*/ 961184 h 961184"/>
              <a:gd name="connsiteX7" fmla="*/ 0 w 2271804"/>
              <a:gd name="connsiteY7" fmla="*/ 480592 h 961184"/>
              <a:gd name="connsiteX8" fmla="*/ 480592 w 2271804"/>
              <a:gd name="connsiteY8" fmla="*/ 0 h 961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71804" h="961184">
                <a:moveTo>
                  <a:pt x="480592" y="0"/>
                </a:moveTo>
                <a:lnTo>
                  <a:pt x="2270642" y="0"/>
                </a:lnTo>
                <a:lnTo>
                  <a:pt x="2251286" y="31861"/>
                </a:lnTo>
                <a:cubicBezTo>
                  <a:pt x="2178978" y="164968"/>
                  <a:pt x="2137905" y="317506"/>
                  <a:pt x="2137905" y="479636"/>
                </a:cubicBezTo>
                <a:cubicBezTo>
                  <a:pt x="2137905" y="641766"/>
                  <a:pt x="2178978" y="794304"/>
                  <a:pt x="2251286" y="927411"/>
                </a:cubicBezTo>
                <a:lnTo>
                  <a:pt x="2271804" y="961184"/>
                </a:lnTo>
                <a:lnTo>
                  <a:pt x="480592" y="961184"/>
                </a:lnTo>
                <a:cubicBezTo>
                  <a:pt x="215168" y="961184"/>
                  <a:pt x="0" y="746016"/>
                  <a:pt x="0" y="480592"/>
                </a:cubicBezTo>
                <a:cubicBezTo>
                  <a:pt x="0" y="215168"/>
                  <a:pt x="215168" y="0"/>
                  <a:pt x="480592" y="0"/>
                </a:cubicBezTo>
                <a:close/>
              </a:path>
            </a:pathLst>
          </a:custGeom>
          <a:solidFill>
            <a:srgbClr val="2FB269">
              <a:alpha val="85000"/>
            </a:srgbClr>
          </a:solidFill>
          <a:ln w="38100">
            <a:solidFill>
              <a:schemeClr val="bg1"/>
            </a:solidFill>
          </a:ln>
        </p:spPr>
        <p:style>
          <a:lnRef idx="1">
            <a:schemeClr val="accent6"/>
          </a:lnRef>
          <a:fillRef idx="3">
            <a:schemeClr val="accent6"/>
          </a:fillRef>
          <a:effectRef idx="2">
            <a:schemeClr val="accent6"/>
          </a:effectRef>
          <a:fontRef idx="minor">
            <a:schemeClr val="lt1"/>
          </a:fontRef>
        </p:style>
        <p:txBody>
          <a:bodyPr wrap="square" lIns="90000" rIns="1188000" rtlCol="0" anchor="ctr" anchorCtr="1">
            <a:noAutofit/>
          </a:bodyPr>
          <a:lstStyle/>
          <a:p>
            <a:r>
              <a:rPr lang="fr-FR" dirty="0"/>
              <a:t>Langue</a:t>
            </a:r>
          </a:p>
        </p:txBody>
      </p:sp>
      <p:sp>
        <p:nvSpPr>
          <p:cNvPr id="1288" name="Forme libre : forme 1287">
            <a:extLst>
              <a:ext uri="{FF2B5EF4-FFF2-40B4-BE49-F238E27FC236}">
                <a16:creationId xmlns:a16="http://schemas.microsoft.com/office/drawing/2014/main" id="{B8B970CA-8BBA-AC55-CD21-02442B68CA17}"/>
              </a:ext>
            </a:extLst>
          </p:cNvPr>
          <p:cNvSpPr/>
          <p:nvPr/>
        </p:nvSpPr>
        <p:spPr>
          <a:xfrm>
            <a:off x="9107543" y="1679872"/>
            <a:ext cx="2486627" cy="961184"/>
          </a:xfrm>
          <a:custGeom>
            <a:avLst/>
            <a:gdLst>
              <a:gd name="connsiteX0" fmla="*/ 1161 w 2486627"/>
              <a:gd name="connsiteY0" fmla="*/ 0 h 961184"/>
              <a:gd name="connsiteX1" fmla="*/ 2006035 w 2486627"/>
              <a:gd name="connsiteY1" fmla="*/ 0 h 961184"/>
              <a:gd name="connsiteX2" fmla="*/ 2486627 w 2486627"/>
              <a:gd name="connsiteY2" fmla="*/ 480592 h 961184"/>
              <a:gd name="connsiteX3" fmla="*/ 2006035 w 2486627"/>
              <a:gd name="connsiteY3" fmla="*/ 961184 h 961184"/>
              <a:gd name="connsiteX4" fmla="*/ 0 w 2486627"/>
              <a:gd name="connsiteY4" fmla="*/ 961184 h 961184"/>
              <a:gd name="connsiteX5" fmla="*/ 20517 w 2486627"/>
              <a:gd name="connsiteY5" fmla="*/ 927411 h 961184"/>
              <a:gd name="connsiteX6" fmla="*/ 133898 w 2486627"/>
              <a:gd name="connsiteY6" fmla="*/ 479636 h 961184"/>
              <a:gd name="connsiteX7" fmla="*/ 20517 w 2486627"/>
              <a:gd name="connsiteY7" fmla="*/ 31861 h 961184"/>
              <a:gd name="connsiteX8" fmla="*/ 1161 w 2486627"/>
              <a:gd name="connsiteY8" fmla="*/ 0 h 961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86627" h="961184">
                <a:moveTo>
                  <a:pt x="1161" y="0"/>
                </a:moveTo>
                <a:lnTo>
                  <a:pt x="2006035" y="0"/>
                </a:lnTo>
                <a:cubicBezTo>
                  <a:pt x="2271459" y="0"/>
                  <a:pt x="2486627" y="215168"/>
                  <a:pt x="2486627" y="480592"/>
                </a:cubicBezTo>
                <a:cubicBezTo>
                  <a:pt x="2486627" y="746016"/>
                  <a:pt x="2271459" y="961184"/>
                  <a:pt x="2006035" y="961184"/>
                </a:cubicBezTo>
                <a:lnTo>
                  <a:pt x="0" y="961184"/>
                </a:lnTo>
                <a:lnTo>
                  <a:pt x="20517" y="927411"/>
                </a:lnTo>
                <a:cubicBezTo>
                  <a:pt x="92825" y="794304"/>
                  <a:pt x="133898" y="641766"/>
                  <a:pt x="133898" y="479636"/>
                </a:cubicBezTo>
                <a:cubicBezTo>
                  <a:pt x="133898" y="317506"/>
                  <a:pt x="92825" y="164968"/>
                  <a:pt x="20517" y="31861"/>
                </a:cubicBezTo>
                <a:lnTo>
                  <a:pt x="1161" y="0"/>
                </a:lnTo>
                <a:close/>
              </a:path>
            </a:pathLst>
          </a:custGeom>
          <a:solidFill>
            <a:srgbClr val="2FB269">
              <a:alpha val="85000"/>
            </a:srgbClr>
          </a:solidFill>
          <a:ln w="38100">
            <a:solidFill>
              <a:schemeClr val="bg1"/>
            </a:solidFill>
          </a:ln>
        </p:spPr>
        <p:style>
          <a:lnRef idx="1">
            <a:schemeClr val="accent6"/>
          </a:lnRef>
          <a:fillRef idx="3">
            <a:schemeClr val="accent6"/>
          </a:fillRef>
          <a:effectRef idx="2">
            <a:schemeClr val="accent6"/>
          </a:effectRef>
          <a:fontRef idx="minor">
            <a:schemeClr val="lt1"/>
          </a:fontRef>
        </p:style>
        <p:txBody>
          <a:bodyPr wrap="square" lIns="1008000" rIns="0" rtlCol="0" anchor="ctr" anchorCtr="1">
            <a:noAutofit/>
          </a:bodyPr>
          <a:lstStyle/>
          <a:p>
            <a:r>
              <a:rPr lang="fr-FR"/>
              <a:t>Géographie</a:t>
            </a:r>
            <a:endParaRPr lang="fr-FR" dirty="0"/>
          </a:p>
        </p:txBody>
      </p:sp>
      <p:sp>
        <p:nvSpPr>
          <p:cNvPr id="1289" name="Forme libre : forme 1288">
            <a:extLst>
              <a:ext uri="{FF2B5EF4-FFF2-40B4-BE49-F238E27FC236}">
                <a16:creationId xmlns:a16="http://schemas.microsoft.com/office/drawing/2014/main" id="{CE2DD7F3-B631-7B39-5B20-0CDB8B2F07CE}"/>
              </a:ext>
            </a:extLst>
          </p:cNvPr>
          <p:cNvSpPr/>
          <p:nvPr/>
        </p:nvSpPr>
        <p:spPr>
          <a:xfrm>
            <a:off x="387413" y="490051"/>
            <a:ext cx="2384892" cy="961184"/>
          </a:xfrm>
          <a:custGeom>
            <a:avLst/>
            <a:gdLst>
              <a:gd name="connsiteX0" fmla="*/ 82077 w 2384892"/>
              <a:gd name="connsiteY0" fmla="*/ 211888 h 961184"/>
              <a:gd name="connsiteX1" fmla="*/ 480593 w 2384892"/>
              <a:gd name="connsiteY1" fmla="*/ 0 h 961184"/>
              <a:gd name="connsiteX2" fmla="*/ 2384892 w 2384892"/>
              <a:gd name="connsiteY2" fmla="*/ 0 h 961184"/>
              <a:gd name="connsiteX3" fmla="*/ 2374651 w 2384892"/>
              <a:gd name="connsiteY3" fmla="*/ 12618 h 961184"/>
              <a:gd name="connsiteX4" fmla="*/ 2321885 w 2384892"/>
              <a:gd name="connsiteY4" fmla="*/ 93021 h 961184"/>
              <a:gd name="connsiteX5" fmla="*/ 2223253 w 2384892"/>
              <a:gd name="connsiteY5" fmla="*/ 805210 h 961184"/>
              <a:gd name="connsiteX6" fmla="*/ 2280300 w 2384892"/>
              <a:gd name="connsiteY6" fmla="*/ 961184 h 961184"/>
              <a:gd name="connsiteX7" fmla="*/ 480592 w 2384892"/>
              <a:gd name="connsiteY7" fmla="*/ 961184 h 961184"/>
              <a:gd name="connsiteX8" fmla="*/ 0 w 2384892"/>
              <a:gd name="connsiteY8" fmla="*/ 480592 h 961184"/>
              <a:gd name="connsiteX9" fmla="*/ 82077 w 2384892"/>
              <a:gd name="connsiteY9" fmla="*/ 211888 h 961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84892" h="961184">
                <a:moveTo>
                  <a:pt x="82077" y="211888"/>
                </a:moveTo>
                <a:cubicBezTo>
                  <a:pt x="168443" y="84050"/>
                  <a:pt x="314702" y="0"/>
                  <a:pt x="480593" y="0"/>
                </a:cubicBezTo>
                <a:lnTo>
                  <a:pt x="2384892" y="0"/>
                </a:lnTo>
                <a:lnTo>
                  <a:pt x="2374651" y="12618"/>
                </a:lnTo>
                <a:cubicBezTo>
                  <a:pt x="2355911" y="38238"/>
                  <a:pt x="2338286" y="65049"/>
                  <a:pt x="2321885" y="93021"/>
                </a:cubicBezTo>
                <a:cubicBezTo>
                  <a:pt x="2190675" y="316799"/>
                  <a:pt x="2162590" y="572576"/>
                  <a:pt x="2223253" y="805210"/>
                </a:cubicBezTo>
                <a:lnTo>
                  <a:pt x="2280300" y="961184"/>
                </a:lnTo>
                <a:lnTo>
                  <a:pt x="480592" y="961184"/>
                </a:lnTo>
                <a:cubicBezTo>
                  <a:pt x="215168" y="961184"/>
                  <a:pt x="0" y="746016"/>
                  <a:pt x="0" y="480592"/>
                </a:cubicBezTo>
                <a:cubicBezTo>
                  <a:pt x="0" y="381058"/>
                  <a:pt x="30258" y="288591"/>
                  <a:pt x="82077" y="211888"/>
                </a:cubicBezTo>
                <a:close/>
              </a:path>
            </a:pathLst>
          </a:custGeom>
          <a:solidFill>
            <a:srgbClr val="F5A238">
              <a:alpha val="85000"/>
            </a:srgbClr>
          </a:solidFill>
          <a:ln w="38100">
            <a:solidFill>
              <a:schemeClr val="bg1"/>
            </a:solidFill>
          </a:ln>
        </p:spPr>
        <p:style>
          <a:lnRef idx="1">
            <a:schemeClr val="accent4"/>
          </a:lnRef>
          <a:fillRef idx="3">
            <a:schemeClr val="accent4"/>
          </a:fillRef>
          <a:effectRef idx="2">
            <a:schemeClr val="accent4"/>
          </a:effectRef>
          <a:fontRef idx="minor">
            <a:schemeClr val="lt1"/>
          </a:fontRef>
        </p:style>
        <p:txBody>
          <a:bodyPr wrap="square" lIns="90000" rIns="1188000" rtlCol="0" anchor="ctr" anchorCtr="1">
            <a:noAutofit/>
          </a:bodyPr>
          <a:lstStyle/>
          <a:p>
            <a:r>
              <a:rPr lang="fr-FR" dirty="0"/>
              <a:t>Education</a:t>
            </a:r>
          </a:p>
        </p:txBody>
      </p:sp>
      <p:sp>
        <p:nvSpPr>
          <p:cNvPr id="1290" name="Forme libre : forme 1289">
            <a:extLst>
              <a:ext uri="{FF2B5EF4-FFF2-40B4-BE49-F238E27FC236}">
                <a16:creationId xmlns:a16="http://schemas.microsoft.com/office/drawing/2014/main" id="{DB00B54A-668C-8E2B-BD83-5EA1C2788224}"/>
              </a:ext>
            </a:extLst>
          </p:cNvPr>
          <p:cNvSpPr/>
          <p:nvPr/>
        </p:nvSpPr>
        <p:spPr>
          <a:xfrm>
            <a:off x="9093215" y="4059514"/>
            <a:ext cx="2489242" cy="961185"/>
          </a:xfrm>
          <a:custGeom>
            <a:avLst/>
            <a:gdLst>
              <a:gd name="connsiteX0" fmla="*/ 0 w 2489242"/>
              <a:gd name="connsiteY0" fmla="*/ 1 h 961185"/>
              <a:gd name="connsiteX1" fmla="*/ 2008650 w 2489242"/>
              <a:gd name="connsiteY1" fmla="*/ 0 h 961185"/>
              <a:gd name="connsiteX2" fmla="*/ 2489242 w 2489242"/>
              <a:gd name="connsiteY2" fmla="*/ 480593 h 961185"/>
              <a:gd name="connsiteX3" fmla="*/ 2008651 w 2489242"/>
              <a:gd name="connsiteY3" fmla="*/ 961185 h 961185"/>
              <a:gd name="connsiteX4" fmla="*/ 105187 w 2489242"/>
              <a:gd name="connsiteY4" fmla="*/ 961185 h 961185"/>
              <a:gd name="connsiteX5" fmla="*/ 106832 w 2489242"/>
              <a:gd name="connsiteY5" fmla="*/ 958023 h 961185"/>
              <a:gd name="connsiteX6" fmla="*/ 5310 w 2489242"/>
              <a:gd name="connsiteY6" fmla="*/ 6439 h 961185"/>
              <a:gd name="connsiteX7" fmla="*/ 0 w 2489242"/>
              <a:gd name="connsiteY7" fmla="*/ 1 h 9611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89242" h="961185">
                <a:moveTo>
                  <a:pt x="0" y="1"/>
                </a:moveTo>
                <a:lnTo>
                  <a:pt x="2008650" y="0"/>
                </a:lnTo>
                <a:cubicBezTo>
                  <a:pt x="2274074" y="1"/>
                  <a:pt x="2489243" y="215169"/>
                  <a:pt x="2489242" y="480593"/>
                </a:cubicBezTo>
                <a:cubicBezTo>
                  <a:pt x="2489242" y="746017"/>
                  <a:pt x="2274075" y="961185"/>
                  <a:pt x="2008651" y="961185"/>
                </a:cubicBezTo>
                <a:lnTo>
                  <a:pt x="105187" y="961185"/>
                </a:lnTo>
                <a:lnTo>
                  <a:pt x="106832" y="958023"/>
                </a:lnTo>
                <a:cubicBezTo>
                  <a:pt x="252106" y="640513"/>
                  <a:pt x="205806" y="275537"/>
                  <a:pt x="5310" y="6439"/>
                </a:cubicBezTo>
                <a:lnTo>
                  <a:pt x="0" y="1"/>
                </a:lnTo>
                <a:close/>
              </a:path>
            </a:pathLst>
          </a:custGeom>
          <a:solidFill>
            <a:srgbClr val="F5A238">
              <a:alpha val="85000"/>
            </a:srgbClr>
          </a:solidFill>
          <a:ln w="38100">
            <a:solidFill>
              <a:schemeClr val="bg1"/>
            </a:solidFill>
          </a:ln>
        </p:spPr>
        <p:style>
          <a:lnRef idx="1">
            <a:schemeClr val="accent4"/>
          </a:lnRef>
          <a:fillRef idx="3">
            <a:schemeClr val="accent4"/>
          </a:fillRef>
          <a:effectRef idx="2">
            <a:schemeClr val="accent4"/>
          </a:effectRef>
          <a:fontRef idx="minor">
            <a:schemeClr val="lt1"/>
          </a:fontRef>
        </p:style>
        <p:txBody>
          <a:bodyPr wrap="square" lIns="1008000" rIns="0" rtlCol="0" anchor="ctr" anchorCtr="1">
            <a:noAutofit/>
          </a:bodyPr>
          <a:lstStyle/>
          <a:p>
            <a:r>
              <a:rPr lang="fr-FR" dirty="0"/>
              <a:t>Handicap</a:t>
            </a:r>
          </a:p>
        </p:txBody>
      </p:sp>
      <p:sp>
        <p:nvSpPr>
          <p:cNvPr id="1291" name="Forme libre : forme 1290">
            <a:extLst>
              <a:ext uri="{FF2B5EF4-FFF2-40B4-BE49-F238E27FC236}">
                <a16:creationId xmlns:a16="http://schemas.microsoft.com/office/drawing/2014/main" id="{8C80AECE-EF98-0323-4F90-732CFDFE4A9D}"/>
              </a:ext>
            </a:extLst>
          </p:cNvPr>
          <p:cNvSpPr/>
          <p:nvPr/>
        </p:nvSpPr>
        <p:spPr>
          <a:xfrm>
            <a:off x="4572591" y="2354599"/>
            <a:ext cx="2377680" cy="961184"/>
          </a:xfrm>
          <a:custGeom>
            <a:avLst/>
            <a:gdLst>
              <a:gd name="connsiteX0" fmla="*/ 0 w 2377680"/>
              <a:gd name="connsiteY0" fmla="*/ 480592 h 961184"/>
              <a:gd name="connsiteX1" fmla="*/ 480592 w 2377680"/>
              <a:gd name="connsiteY1" fmla="*/ 0 h 961184"/>
              <a:gd name="connsiteX2" fmla="*/ 2377680 w 2377680"/>
              <a:gd name="connsiteY2" fmla="*/ 0 h 961184"/>
              <a:gd name="connsiteX3" fmla="*/ 2357743 w 2377680"/>
              <a:gd name="connsiteY3" fmla="*/ 32817 h 961184"/>
              <a:gd name="connsiteX4" fmla="*/ 2244362 w 2377680"/>
              <a:gd name="connsiteY4" fmla="*/ 480592 h 961184"/>
              <a:gd name="connsiteX5" fmla="*/ 2357743 w 2377680"/>
              <a:gd name="connsiteY5" fmla="*/ 928367 h 961184"/>
              <a:gd name="connsiteX6" fmla="*/ 2377680 w 2377680"/>
              <a:gd name="connsiteY6" fmla="*/ 961184 h 961184"/>
              <a:gd name="connsiteX7" fmla="*/ 480592 w 2377680"/>
              <a:gd name="connsiteY7" fmla="*/ 961184 h 961184"/>
              <a:gd name="connsiteX8" fmla="*/ 0 w 2377680"/>
              <a:gd name="connsiteY8" fmla="*/ 480592 h 961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77680" h="961184">
                <a:moveTo>
                  <a:pt x="0" y="480592"/>
                </a:moveTo>
                <a:cubicBezTo>
                  <a:pt x="0" y="215168"/>
                  <a:pt x="215168" y="0"/>
                  <a:pt x="480592" y="0"/>
                </a:cubicBezTo>
                <a:lnTo>
                  <a:pt x="2377680" y="0"/>
                </a:lnTo>
                <a:lnTo>
                  <a:pt x="2357743" y="32817"/>
                </a:lnTo>
                <a:cubicBezTo>
                  <a:pt x="2285435" y="165925"/>
                  <a:pt x="2244362" y="318462"/>
                  <a:pt x="2244362" y="480592"/>
                </a:cubicBezTo>
                <a:cubicBezTo>
                  <a:pt x="2244362" y="642723"/>
                  <a:pt x="2285435" y="795260"/>
                  <a:pt x="2357743" y="928367"/>
                </a:cubicBezTo>
                <a:lnTo>
                  <a:pt x="2377680" y="961184"/>
                </a:lnTo>
                <a:lnTo>
                  <a:pt x="480592" y="961184"/>
                </a:lnTo>
                <a:cubicBezTo>
                  <a:pt x="215168" y="961184"/>
                  <a:pt x="0" y="746016"/>
                  <a:pt x="0" y="480592"/>
                </a:cubicBezTo>
                <a:close/>
              </a:path>
            </a:pathLst>
          </a:custGeom>
          <a:solidFill>
            <a:srgbClr val="308EC7">
              <a:alpha val="85000"/>
            </a:srgbClr>
          </a:solidFill>
          <a:ln w="38100">
            <a:solidFill>
              <a:schemeClr val="bg1"/>
            </a:solidFill>
          </a:ln>
        </p:spPr>
        <p:style>
          <a:lnRef idx="1">
            <a:schemeClr val="accent3"/>
          </a:lnRef>
          <a:fillRef idx="3">
            <a:schemeClr val="accent3"/>
          </a:fillRef>
          <a:effectRef idx="2">
            <a:schemeClr val="accent3"/>
          </a:effectRef>
          <a:fontRef idx="minor">
            <a:schemeClr val="lt1"/>
          </a:fontRef>
        </p:style>
        <p:txBody>
          <a:bodyPr wrap="square" lIns="90000" rIns="1188000" rtlCol="0" anchor="ctr" anchorCtr="1">
            <a:noAutofit/>
          </a:bodyPr>
          <a:lstStyle/>
          <a:p>
            <a:r>
              <a:rPr lang="fr-FR" dirty="0"/>
              <a:t>Religion</a:t>
            </a:r>
          </a:p>
        </p:txBody>
      </p:sp>
      <p:sp>
        <p:nvSpPr>
          <p:cNvPr id="1292" name="Forme libre : forme 1291">
            <a:extLst>
              <a:ext uri="{FF2B5EF4-FFF2-40B4-BE49-F238E27FC236}">
                <a16:creationId xmlns:a16="http://schemas.microsoft.com/office/drawing/2014/main" id="{D51051FB-ED3E-8E4A-C985-82B9D49B0A54}"/>
              </a:ext>
            </a:extLst>
          </p:cNvPr>
          <p:cNvSpPr/>
          <p:nvPr/>
        </p:nvSpPr>
        <p:spPr>
          <a:xfrm>
            <a:off x="9214580" y="5249338"/>
            <a:ext cx="2379590" cy="961184"/>
          </a:xfrm>
          <a:custGeom>
            <a:avLst/>
            <a:gdLst>
              <a:gd name="connsiteX0" fmla="*/ 0 w 2379590"/>
              <a:gd name="connsiteY0" fmla="*/ 961184 h 961184"/>
              <a:gd name="connsiteX1" fmla="*/ 19937 w 2379590"/>
              <a:gd name="connsiteY1" fmla="*/ 928367 h 961184"/>
              <a:gd name="connsiteX2" fmla="*/ 133318 w 2379590"/>
              <a:gd name="connsiteY2" fmla="*/ 480592 h 961184"/>
              <a:gd name="connsiteX3" fmla="*/ 19937 w 2379590"/>
              <a:gd name="connsiteY3" fmla="*/ 32817 h 961184"/>
              <a:gd name="connsiteX4" fmla="*/ 0 w 2379590"/>
              <a:gd name="connsiteY4" fmla="*/ 0 h 961184"/>
              <a:gd name="connsiteX5" fmla="*/ 1898998 w 2379590"/>
              <a:gd name="connsiteY5" fmla="*/ 0 h 961184"/>
              <a:gd name="connsiteX6" fmla="*/ 2379590 w 2379590"/>
              <a:gd name="connsiteY6" fmla="*/ 480592 h 961184"/>
              <a:gd name="connsiteX7" fmla="*/ 1898998 w 2379590"/>
              <a:gd name="connsiteY7" fmla="*/ 961184 h 961184"/>
              <a:gd name="connsiteX8" fmla="*/ 0 w 2379590"/>
              <a:gd name="connsiteY8" fmla="*/ 961184 h 961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79590" h="961184">
                <a:moveTo>
                  <a:pt x="0" y="961184"/>
                </a:moveTo>
                <a:lnTo>
                  <a:pt x="19937" y="928367"/>
                </a:lnTo>
                <a:cubicBezTo>
                  <a:pt x="92245" y="795260"/>
                  <a:pt x="133318" y="642723"/>
                  <a:pt x="133318" y="480592"/>
                </a:cubicBezTo>
                <a:cubicBezTo>
                  <a:pt x="133318" y="318462"/>
                  <a:pt x="92245" y="165925"/>
                  <a:pt x="19937" y="32817"/>
                </a:cubicBezTo>
                <a:lnTo>
                  <a:pt x="0" y="0"/>
                </a:lnTo>
                <a:lnTo>
                  <a:pt x="1898998" y="0"/>
                </a:lnTo>
                <a:cubicBezTo>
                  <a:pt x="2164422" y="0"/>
                  <a:pt x="2379590" y="215168"/>
                  <a:pt x="2379590" y="480592"/>
                </a:cubicBezTo>
                <a:cubicBezTo>
                  <a:pt x="2379590" y="746016"/>
                  <a:pt x="2164422" y="961184"/>
                  <a:pt x="1898998" y="961184"/>
                </a:cubicBezTo>
                <a:lnTo>
                  <a:pt x="0" y="961184"/>
                </a:lnTo>
                <a:close/>
              </a:path>
            </a:pathLst>
          </a:custGeom>
          <a:solidFill>
            <a:srgbClr val="308EC7">
              <a:alpha val="85000"/>
            </a:srgbClr>
          </a:solidFill>
          <a:ln w="38100">
            <a:solidFill>
              <a:schemeClr val="bg1"/>
            </a:solidFill>
          </a:ln>
        </p:spPr>
        <p:style>
          <a:lnRef idx="1">
            <a:schemeClr val="accent3"/>
          </a:lnRef>
          <a:fillRef idx="3">
            <a:schemeClr val="accent3"/>
          </a:fillRef>
          <a:effectRef idx="2">
            <a:schemeClr val="accent3"/>
          </a:effectRef>
          <a:fontRef idx="minor">
            <a:schemeClr val="lt1"/>
          </a:fontRef>
        </p:style>
        <p:txBody>
          <a:bodyPr wrap="square" lIns="1008000" rIns="0" rtlCol="0" anchor="ctr" anchorCtr="1">
            <a:noAutofit/>
          </a:bodyPr>
          <a:lstStyle/>
          <a:p>
            <a:r>
              <a:rPr lang="fr-FR" dirty="0"/>
              <a:t>Revenu</a:t>
            </a:r>
          </a:p>
        </p:txBody>
      </p:sp>
      <p:sp>
        <p:nvSpPr>
          <p:cNvPr id="1293" name="Forme libre : forme 1292">
            <a:extLst>
              <a:ext uri="{FF2B5EF4-FFF2-40B4-BE49-F238E27FC236}">
                <a16:creationId xmlns:a16="http://schemas.microsoft.com/office/drawing/2014/main" id="{2A7ABB0F-349D-6E5F-2ADB-4248732A7636}"/>
              </a:ext>
            </a:extLst>
          </p:cNvPr>
          <p:cNvSpPr/>
          <p:nvPr/>
        </p:nvSpPr>
        <p:spPr>
          <a:xfrm flipH="1">
            <a:off x="4572591" y="3542217"/>
            <a:ext cx="2446619" cy="961185"/>
          </a:xfrm>
          <a:custGeom>
            <a:avLst/>
            <a:gdLst>
              <a:gd name="connsiteX0" fmla="*/ 82078 w 2446619"/>
              <a:gd name="connsiteY0" fmla="*/ 749296 h 961185"/>
              <a:gd name="connsiteX1" fmla="*/ 0 w 2446619"/>
              <a:gd name="connsiteY1" fmla="*/ 480593 h 961185"/>
              <a:gd name="connsiteX2" fmla="*/ 480593 w 2446619"/>
              <a:gd name="connsiteY2" fmla="*/ 1 h 961185"/>
              <a:gd name="connsiteX3" fmla="*/ 2446619 w 2446619"/>
              <a:gd name="connsiteY3" fmla="*/ 0 h 961185"/>
              <a:gd name="connsiteX4" fmla="*/ 2412964 w 2446619"/>
              <a:gd name="connsiteY4" fmla="*/ 50054 h 961185"/>
              <a:gd name="connsiteX5" fmla="*/ 2361939 w 2446619"/>
              <a:gd name="connsiteY5" fmla="*/ 925958 h 961185"/>
              <a:gd name="connsiteX6" fmla="*/ 2380256 w 2446619"/>
              <a:gd name="connsiteY6" fmla="*/ 961185 h 961185"/>
              <a:gd name="connsiteX7" fmla="*/ 480593 w 2446619"/>
              <a:gd name="connsiteY7" fmla="*/ 961185 h 961185"/>
              <a:gd name="connsiteX8" fmla="*/ 82078 w 2446619"/>
              <a:gd name="connsiteY8" fmla="*/ 749296 h 9611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46619" h="961185">
                <a:moveTo>
                  <a:pt x="82078" y="749296"/>
                </a:moveTo>
                <a:cubicBezTo>
                  <a:pt x="30259" y="672594"/>
                  <a:pt x="1" y="580127"/>
                  <a:pt x="0" y="480593"/>
                </a:cubicBezTo>
                <a:cubicBezTo>
                  <a:pt x="1" y="215169"/>
                  <a:pt x="215169" y="1"/>
                  <a:pt x="480593" y="1"/>
                </a:cubicBezTo>
                <a:lnTo>
                  <a:pt x="2446619" y="0"/>
                </a:lnTo>
                <a:lnTo>
                  <a:pt x="2412964" y="50054"/>
                </a:lnTo>
                <a:cubicBezTo>
                  <a:pt x="2256365" y="309399"/>
                  <a:pt x="2229982" y="637263"/>
                  <a:pt x="2361939" y="925958"/>
                </a:cubicBezTo>
                <a:lnTo>
                  <a:pt x="2380256" y="961185"/>
                </a:lnTo>
                <a:lnTo>
                  <a:pt x="480593" y="961185"/>
                </a:lnTo>
                <a:cubicBezTo>
                  <a:pt x="314703" y="961185"/>
                  <a:pt x="168444" y="877135"/>
                  <a:pt x="82078" y="749296"/>
                </a:cubicBezTo>
                <a:close/>
              </a:path>
            </a:pathLst>
          </a:custGeom>
          <a:solidFill>
            <a:srgbClr val="99CA55">
              <a:alpha val="85000"/>
            </a:srgbClr>
          </a:solidFill>
          <a:ln w="38100">
            <a:solidFill>
              <a:schemeClr val="bg1"/>
            </a:solidFill>
          </a:ln>
        </p:spPr>
        <p:style>
          <a:lnRef idx="1">
            <a:schemeClr val="accent6"/>
          </a:lnRef>
          <a:fillRef idx="3">
            <a:schemeClr val="accent6"/>
          </a:fillRef>
          <a:effectRef idx="2">
            <a:schemeClr val="accent6"/>
          </a:effectRef>
          <a:fontRef idx="minor">
            <a:schemeClr val="lt1"/>
          </a:fontRef>
        </p:style>
        <p:txBody>
          <a:bodyPr wrap="square" lIns="1476000" rIns="0" rtlCol="0" anchor="ctr" anchorCtr="1">
            <a:noAutofit/>
          </a:bodyPr>
          <a:lstStyle/>
          <a:p>
            <a:r>
              <a:rPr lang="fr-FR" dirty="0"/>
              <a:t>Âge</a:t>
            </a:r>
          </a:p>
        </p:txBody>
      </p:sp>
      <p:sp>
        <p:nvSpPr>
          <p:cNvPr id="1294" name="Forme libre : forme 1293">
            <a:extLst>
              <a:ext uri="{FF2B5EF4-FFF2-40B4-BE49-F238E27FC236}">
                <a16:creationId xmlns:a16="http://schemas.microsoft.com/office/drawing/2014/main" id="{E91151E7-73C0-236E-ED46-30A3C2A9A851}"/>
              </a:ext>
            </a:extLst>
          </p:cNvPr>
          <p:cNvSpPr/>
          <p:nvPr/>
        </p:nvSpPr>
        <p:spPr>
          <a:xfrm rot="10800000" flipV="1">
            <a:off x="368168" y="5249338"/>
            <a:ext cx="2382415" cy="961185"/>
          </a:xfrm>
          <a:custGeom>
            <a:avLst/>
            <a:gdLst>
              <a:gd name="connsiteX0" fmla="*/ 66993 w 2382415"/>
              <a:gd name="connsiteY0" fmla="*/ 961185 h 961185"/>
              <a:gd name="connsiteX1" fmla="*/ 76771 w 2382415"/>
              <a:gd name="connsiteY1" fmla="*/ 943068 h 961185"/>
              <a:gd name="connsiteX2" fmla="*/ 40386 w 2382415"/>
              <a:gd name="connsiteY2" fmla="*/ 61589 h 961185"/>
              <a:gd name="connsiteX3" fmla="*/ 0 w 2382415"/>
              <a:gd name="connsiteY3" fmla="*/ 0 h 961185"/>
              <a:gd name="connsiteX4" fmla="*/ 1901822 w 2382415"/>
              <a:gd name="connsiteY4" fmla="*/ 1 h 961185"/>
              <a:gd name="connsiteX5" fmla="*/ 2382415 w 2382415"/>
              <a:gd name="connsiteY5" fmla="*/ 480593 h 961185"/>
              <a:gd name="connsiteX6" fmla="*/ 1901822 w 2382415"/>
              <a:gd name="connsiteY6" fmla="*/ 961185 h 961185"/>
              <a:gd name="connsiteX7" fmla="*/ 66993 w 2382415"/>
              <a:gd name="connsiteY7" fmla="*/ 961185 h 9611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82415" h="961185">
                <a:moveTo>
                  <a:pt x="66993" y="961185"/>
                </a:moveTo>
                <a:lnTo>
                  <a:pt x="76771" y="943068"/>
                </a:lnTo>
                <a:cubicBezTo>
                  <a:pt x="207046" y="671096"/>
                  <a:pt x="204292" y="341374"/>
                  <a:pt x="40386" y="61589"/>
                </a:cubicBezTo>
                <a:lnTo>
                  <a:pt x="0" y="0"/>
                </a:lnTo>
                <a:lnTo>
                  <a:pt x="1901822" y="1"/>
                </a:lnTo>
                <a:cubicBezTo>
                  <a:pt x="2167246" y="1"/>
                  <a:pt x="2382414" y="215168"/>
                  <a:pt x="2382415" y="480593"/>
                </a:cubicBezTo>
                <a:cubicBezTo>
                  <a:pt x="2382414" y="746017"/>
                  <a:pt x="2167245" y="961185"/>
                  <a:pt x="1901822" y="961185"/>
                </a:cubicBezTo>
                <a:lnTo>
                  <a:pt x="66993" y="961185"/>
                </a:lnTo>
                <a:close/>
              </a:path>
            </a:pathLst>
          </a:custGeom>
          <a:solidFill>
            <a:srgbClr val="99CA55">
              <a:alpha val="85000"/>
            </a:srgbClr>
          </a:solidFill>
          <a:ln w="38100">
            <a:solidFill>
              <a:schemeClr val="bg1"/>
            </a:solidFill>
          </a:ln>
        </p:spPr>
        <p:style>
          <a:lnRef idx="1">
            <a:schemeClr val="accent6"/>
          </a:lnRef>
          <a:fillRef idx="3">
            <a:schemeClr val="accent6"/>
          </a:fillRef>
          <a:effectRef idx="2">
            <a:schemeClr val="accent6"/>
          </a:effectRef>
          <a:fontRef idx="minor">
            <a:schemeClr val="lt1"/>
          </a:fontRef>
        </p:style>
        <p:txBody>
          <a:bodyPr wrap="square" lIns="90000" rIns="900000" rtlCol="0" anchor="ctr" anchorCtr="1">
            <a:noAutofit/>
          </a:bodyPr>
          <a:lstStyle/>
          <a:p>
            <a:r>
              <a:rPr lang="fr-FR" dirty="0"/>
              <a:t>Orientation</a:t>
            </a:r>
            <a:br>
              <a:rPr lang="fr-FR" dirty="0"/>
            </a:br>
            <a:r>
              <a:rPr lang="fr-FR" dirty="0"/>
              <a:t> sexuelle</a:t>
            </a:r>
          </a:p>
        </p:txBody>
      </p:sp>
      <p:sp>
        <p:nvSpPr>
          <p:cNvPr id="1295" name="Forme libre : forme 1294">
            <a:extLst>
              <a:ext uri="{FF2B5EF4-FFF2-40B4-BE49-F238E27FC236}">
                <a16:creationId xmlns:a16="http://schemas.microsoft.com/office/drawing/2014/main" id="{26AEC20E-390D-7C3C-9C88-DDE5985C4C74}"/>
              </a:ext>
            </a:extLst>
          </p:cNvPr>
          <p:cNvSpPr/>
          <p:nvPr/>
        </p:nvSpPr>
        <p:spPr>
          <a:xfrm rot="10800000" flipV="1">
            <a:off x="9033352" y="490051"/>
            <a:ext cx="2454792" cy="961184"/>
          </a:xfrm>
          <a:custGeom>
            <a:avLst/>
            <a:gdLst>
              <a:gd name="connsiteX0" fmla="*/ 211889 w 2454792"/>
              <a:gd name="connsiteY0" fmla="*/ 879107 h 961184"/>
              <a:gd name="connsiteX1" fmla="*/ 0 w 2454792"/>
              <a:gd name="connsiteY1" fmla="*/ 480592 h 961184"/>
              <a:gd name="connsiteX2" fmla="*/ 480592 w 2454792"/>
              <a:gd name="connsiteY2" fmla="*/ 0 h 961184"/>
              <a:gd name="connsiteX3" fmla="*/ 2454792 w 2454792"/>
              <a:gd name="connsiteY3" fmla="*/ 0 h 961184"/>
              <a:gd name="connsiteX4" fmla="*/ 2424681 w 2454792"/>
              <a:gd name="connsiteY4" fmla="*/ 47102 h 961184"/>
              <a:gd name="connsiteX5" fmla="*/ 2398524 w 2454792"/>
              <a:gd name="connsiteY5" fmla="*/ 928944 h 961184"/>
              <a:gd name="connsiteX6" fmla="*/ 2416412 w 2454792"/>
              <a:gd name="connsiteY6" fmla="*/ 961184 h 961184"/>
              <a:gd name="connsiteX7" fmla="*/ 480592 w 2454792"/>
              <a:gd name="connsiteY7" fmla="*/ 961184 h 961184"/>
              <a:gd name="connsiteX8" fmla="*/ 211889 w 2454792"/>
              <a:gd name="connsiteY8" fmla="*/ 879107 h 961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54792" h="961184">
                <a:moveTo>
                  <a:pt x="211889" y="879107"/>
                </a:moveTo>
                <a:cubicBezTo>
                  <a:pt x="84050" y="792740"/>
                  <a:pt x="0" y="646481"/>
                  <a:pt x="0" y="480592"/>
                </a:cubicBezTo>
                <a:cubicBezTo>
                  <a:pt x="0" y="215168"/>
                  <a:pt x="215168" y="0"/>
                  <a:pt x="480592" y="0"/>
                </a:cubicBezTo>
                <a:lnTo>
                  <a:pt x="2454792" y="0"/>
                </a:lnTo>
                <a:lnTo>
                  <a:pt x="2424681" y="47102"/>
                </a:lnTo>
                <a:cubicBezTo>
                  <a:pt x="2264031" y="328769"/>
                  <a:pt x="2265103" y="658501"/>
                  <a:pt x="2398524" y="928944"/>
                </a:cubicBezTo>
                <a:lnTo>
                  <a:pt x="2416412" y="961184"/>
                </a:lnTo>
                <a:lnTo>
                  <a:pt x="480592" y="961184"/>
                </a:lnTo>
                <a:cubicBezTo>
                  <a:pt x="381058" y="961184"/>
                  <a:pt x="288592" y="930926"/>
                  <a:pt x="211889" y="879107"/>
                </a:cubicBezTo>
                <a:close/>
              </a:path>
            </a:pathLst>
          </a:custGeom>
          <a:solidFill>
            <a:srgbClr val="38AEE2">
              <a:alpha val="85000"/>
            </a:srgbClr>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lIns="1260000" rIns="0" rtlCol="0" anchor="ctr" anchorCtr="1">
            <a:noAutofit/>
          </a:bodyPr>
          <a:lstStyle/>
          <a:p>
            <a:r>
              <a:rPr lang="fr-FR" dirty="0"/>
              <a:t>Genre</a:t>
            </a:r>
          </a:p>
        </p:txBody>
      </p:sp>
      <p:sp>
        <p:nvSpPr>
          <p:cNvPr id="1296" name="Forme libre : forme 1295">
            <a:extLst>
              <a:ext uri="{FF2B5EF4-FFF2-40B4-BE49-F238E27FC236}">
                <a16:creationId xmlns:a16="http://schemas.microsoft.com/office/drawing/2014/main" id="{B56B23C3-4BEE-F693-1E99-49A17218FF40}"/>
              </a:ext>
            </a:extLst>
          </p:cNvPr>
          <p:cNvSpPr/>
          <p:nvPr/>
        </p:nvSpPr>
        <p:spPr>
          <a:xfrm rot="10800000" flipV="1">
            <a:off x="368168" y="4059517"/>
            <a:ext cx="2342160" cy="961184"/>
          </a:xfrm>
          <a:custGeom>
            <a:avLst/>
            <a:gdLst>
              <a:gd name="connsiteX0" fmla="*/ 37878 w 2342160"/>
              <a:gd name="connsiteY0" fmla="*/ 961184 h 961184"/>
              <a:gd name="connsiteX1" fmla="*/ 72790 w 2342160"/>
              <a:gd name="connsiteY1" fmla="*/ 892092 h 961184"/>
              <a:gd name="connsiteX2" fmla="*/ 11607 w 2342160"/>
              <a:gd name="connsiteY2" fmla="*/ 16838 h 961184"/>
              <a:gd name="connsiteX3" fmla="*/ 0 w 2342160"/>
              <a:gd name="connsiteY3" fmla="*/ 0 h 961184"/>
              <a:gd name="connsiteX4" fmla="*/ 1861568 w 2342160"/>
              <a:gd name="connsiteY4" fmla="*/ 0 h 961184"/>
              <a:gd name="connsiteX5" fmla="*/ 2342160 w 2342160"/>
              <a:gd name="connsiteY5" fmla="*/ 480592 h 961184"/>
              <a:gd name="connsiteX6" fmla="*/ 1861568 w 2342160"/>
              <a:gd name="connsiteY6" fmla="*/ 961184 h 961184"/>
              <a:gd name="connsiteX7" fmla="*/ 37878 w 2342160"/>
              <a:gd name="connsiteY7" fmla="*/ 961184 h 961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42160" h="961184">
                <a:moveTo>
                  <a:pt x="37878" y="961184"/>
                </a:moveTo>
                <a:lnTo>
                  <a:pt x="72790" y="892092"/>
                </a:lnTo>
                <a:cubicBezTo>
                  <a:pt x="201390" y="601885"/>
                  <a:pt x="171205" y="274350"/>
                  <a:pt x="11607" y="16838"/>
                </a:cubicBezTo>
                <a:lnTo>
                  <a:pt x="0" y="0"/>
                </a:lnTo>
                <a:lnTo>
                  <a:pt x="1861568" y="0"/>
                </a:lnTo>
                <a:cubicBezTo>
                  <a:pt x="2126992" y="-1"/>
                  <a:pt x="2342161" y="215168"/>
                  <a:pt x="2342160" y="480592"/>
                </a:cubicBezTo>
                <a:cubicBezTo>
                  <a:pt x="2342160" y="746016"/>
                  <a:pt x="2126992" y="961184"/>
                  <a:pt x="1861568" y="961184"/>
                </a:cubicBezTo>
                <a:lnTo>
                  <a:pt x="37878" y="961184"/>
                </a:lnTo>
                <a:close/>
              </a:path>
            </a:pathLst>
          </a:custGeom>
          <a:solidFill>
            <a:srgbClr val="38AEE2">
              <a:alpha val="85000"/>
            </a:srgbClr>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lIns="90000" rIns="1548000" rtlCol="0" anchor="ctr" anchorCtr="1">
            <a:noAutofit/>
          </a:bodyPr>
          <a:lstStyle/>
          <a:p>
            <a:r>
              <a:rPr lang="fr-FR" dirty="0"/>
              <a:t>Sexe</a:t>
            </a:r>
          </a:p>
        </p:txBody>
      </p:sp>
      <p:sp>
        <p:nvSpPr>
          <p:cNvPr id="1297" name="Forme libre : forme 1296">
            <a:extLst>
              <a:ext uri="{FF2B5EF4-FFF2-40B4-BE49-F238E27FC236}">
                <a16:creationId xmlns:a16="http://schemas.microsoft.com/office/drawing/2014/main" id="{4C2B31B6-CA8F-8B17-2B9B-C25F4EE54FE2}"/>
              </a:ext>
            </a:extLst>
          </p:cNvPr>
          <p:cNvSpPr/>
          <p:nvPr/>
        </p:nvSpPr>
        <p:spPr>
          <a:xfrm>
            <a:off x="387413" y="1679873"/>
            <a:ext cx="2377106" cy="961184"/>
          </a:xfrm>
          <a:custGeom>
            <a:avLst/>
            <a:gdLst>
              <a:gd name="connsiteX0" fmla="*/ 211888 w 2377106"/>
              <a:gd name="connsiteY0" fmla="*/ 82077 h 961184"/>
              <a:gd name="connsiteX1" fmla="*/ 480593 w 2377106"/>
              <a:gd name="connsiteY1" fmla="*/ 0 h 961184"/>
              <a:gd name="connsiteX2" fmla="*/ 2377106 w 2377106"/>
              <a:gd name="connsiteY2" fmla="*/ 0 h 961184"/>
              <a:gd name="connsiteX3" fmla="*/ 2345606 w 2377106"/>
              <a:gd name="connsiteY3" fmla="*/ 45759 h 961184"/>
              <a:gd name="connsiteX4" fmla="*/ 2284984 w 2377106"/>
              <a:gd name="connsiteY4" fmla="*/ 921052 h 961184"/>
              <a:gd name="connsiteX5" fmla="*/ 2305295 w 2377106"/>
              <a:gd name="connsiteY5" fmla="*/ 961184 h 961184"/>
              <a:gd name="connsiteX6" fmla="*/ 480592 w 2377106"/>
              <a:gd name="connsiteY6" fmla="*/ 961184 h 961184"/>
              <a:gd name="connsiteX7" fmla="*/ 0 w 2377106"/>
              <a:gd name="connsiteY7" fmla="*/ 480592 h 961184"/>
              <a:gd name="connsiteX8" fmla="*/ 211888 w 2377106"/>
              <a:gd name="connsiteY8" fmla="*/ 82077 h 961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77106" h="961184">
                <a:moveTo>
                  <a:pt x="211888" y="82077"/>
                </a:moveTo>
                <a:cubicBezTo>
                  <a:pt x="288592" y="30258"/>
                  <a:pt x="381059" y="0"/>
                  <a:pt x="480593" y="0"/>
                </a:cubicBezTo>
                <a:lnTo>
                  <a:pt x="2377106" y="0"/>
                </a:lnTo>
                <a:lnTo>
                  <a:pt x="2345606" y="45759"/>
                </a:lnTo>
                <a:cubicBezTo>
                  <a:pt x="2186173" y="303373"/>
                  <a:pt x="2156198" y="630928"/>
                  <a:pt x="2284984" y="921052"/>
                </a:cubicBezTo>
                <a:lnTo>
                  <a:pt x="2305295" y="961184"/>
                </a:lnTo>
                <a:lnTo>
                  <a:pt x="480592" y="961184"/>
                </a:lnTo>
                <a:cubicBezTo>
                  <a:pt x="215168" y="961184"/>
                  <a:pt x="0" y="746016"/>
                  <a:pt x="0" y="480592"/>
                </a:cubicBezTo>
                <a:cubicBezTo>
                  <a:pt x="0" y="314702"/>
                  <a:pt x="84050" y="168443"/>
                  <a:pt x="211888" y="82077"/>
                </a:cubicBezTo>
                <a:close/>
              </a:path>
            </a:pathLst>
          </a:custGeom>
          <a:solidFill>
            <a:srgbClr val="E32199">
              <a:alpha val="85000"/>
            </a:srgbClr>
          </a:solidFill>
          <a:ln w="38100">
            <a:solidFill>
              <a:schemeClr val="bg1"/>
            </a:solidFill>
          </a:ln>
        </p:spPr>
        <p:style>
          <a:lnRef idx="1">
            <a:schemeClr val="accent5"/>
          </a:lnRef>
          <a:fillRef idx="3">
            <a:schemeClr val="accent5"/>
          </a:fillRef>
          <a:effectRef idx="2">
            <a:schemeClr val="accent5"/>
          </a:effectRef>
          <a:fontRef idx="minor">
            <a:schemeClr val="lt1"/>
          </a:fontRef>
        </p:style>
        <p:txBody>
          <a:bodyPr wrap="square" lIns="90000" rIns="1188000" rtlCol="0" anchor="ctr" anchorCtr="1">
            <a:noAutofit/>
          </a:bodyPr>
          <a:lstStyle/>
          <a:p>
            <a:r>
              <a:rPr lang="fr-FR" dirty="0"/>
              <a:t>Ethnicité</a:t>
            </a:r>
          </a:p>
        </p:txBody>
      </p:sp>
      <p:sp>
        <p:nvSpPr>
          <p:cNvPr id="1298" name="Forme libre : forme 1297">
            <a:extLst>
              <a:ext uri="{FF2B5EF4-FFF2-40B4-BE49-F238E27FC236}">
                <a16:creationId xmlns:a16="http://schemas.microsoft.com/office/drawing/2014/main" id="{E9542830-45A7-B8D1-3789-AFD5F7CB8BFC}"/>
              </a:ext>
            </a:extLst>
          </p:cNvPr>
          <p:cNvSpPr/>
          <p:nvPr/>
        </p:nvSpPr>
        <p:spPr>
          <a:xfrm>
            <a:off x="9122049" y="2869693"/>
            <a:ext cx="2457614" cy="961184"/>
          </a:xfrm>
          <a:custGeom>
            <a:avLst/>
            <a:gdLst>
              <a:gd name="connsiteX0" fmla="*/ 0 w 2457614"/>
              <a:gd name="connsiteY0" fmla="*/ 0 h 961184"/>
              <a:gd name="connsiteX1" fmla="*/ 1977022 w 2457614"/>
              <a:gd name="connsiteY1" fmla="*/ 0 h 961184"/>
              <a:gd name="connsiteX2" fmla="*/ 2457614 w 2457614"/>
              <a:gd name="connsiteY2" fmla="*/ 480592 h 961184"/>
              <a:gd name="connsiteX3" fmla="*/ 1977023 w 2457614"/>
              <a:gd name="connsiteY3" fmla="*/ 961184 h 961184"/>
              <a:gd name="connsiteX4" fmla="*/ 72306 w 2457614"/>
              <a:gd name="connsiteY4" fmla="*/ 961184 h 961184"/>
              <a:gd name="connsiteX5" fmla="*/ 74727 w 2457614"/>
              <a:gd name="connsiteY5" fmla="*/ 956814 h 961184"/>
              <a:gd name="connsiteX6" fmla="*/ 48005 w 2457614"/>
              <a:gd name="connsiteY6" fmla="*/ 74989 h 961184"/>
              <a:gd name="connsiteX7" fmla="*/ 0 w 2457614"/>
              <a:gd name="connsiteY7" fmla="*/ 0 h 961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57614" h="961184">
                <a:moveTo>
                  <a:pt x="0" y="0"/>
                </a:moveTo>
                <a:lnTo>
                  <a:pt x="1977022" y="0"/>
                </a:lnTo>
                <a:cubicBezTo>
                  <a:pt x="2242446" y="0"/>
                  <a:pt x="2457614" y="215168"/>
                  <a:pt x="2457614" y="480592"/>
                </a:cubicBezTo>
                <a:cubicBezTo>
                  <a:pt x="2457614" y="746016"/>
                  <a:pt x="2242447" y="961184"/>
                  <a:pt x="1977023" y="961184"/>
                </a:cubicBezTo>
                <a:lnTo>
                  <a:pt x="72306" y="961184"/>
                </a:lnTo>
                <a:lnTo>
                  <a:pt x="74727" y="956814"/>
                </a:lnTo>
                <a:cubicBezTo>
                  <a:pt x="207975" y="686285"/>
                  <a:pt x="208835" y="356553"/>
                  <a:pt x="48005" y="74989"/>
                </a:cubicBezTo>
                <a:lnTo>
                  <a:pt x="0" y="0"/>
                </a:lnTo>
                <a:close/>
              </a:path>
            </a:pathLst>
          </a:custGeom>
          <a:solidFill>
            <a:srgbClr val="E32199">
              <a:alpha val="85000"/>
            </a:srgbClr>
          </a:solidFill>
          <a:ln w="38100">
            <a:solidFill>
              <a:schemeClr val="bg1"/>
            </a:solidFill>
          </a:ln>
        </p:spPr>
        <p:style>
          <a:lnRef idx="1">
            <a:schemeClr val="accent5"/>
          </a:lnRef>
          <a:fillRef idx="3">
            <a:schemeClr val="accent5"/>
          </a:fillRef>
          <a:effectRef idx="2">
            <a:schemeClr val="accent5"/>
          </a:effectRef>
          <a:fontRef idx="minor">
            <a:schemeClr val="lt1"/>
          </a:fontRef>
        </p:style>
        <p:txBody>
          <a:bodyPr wrap="square" lIns="1188000" rIns="0" rtlCol="0" anchor="ctr" anchorCtr="1">
            <a:noAutofit/>
          </a:bodyPr>
          <a:lstStyle/>
          <a:p>
            <a:r>
              <a:rPr lang="fr-FR" dirty="0"/>
              <a:t>Culture</a:t>
            </a:r>
          </a:p>
        </p:txBody>
      </p:sp>
      <p:pic>
        <p:nvPicPr>
          <p:cNvPr id="2" name="Caméra 1">
            <a:extLst>
              <a:ext uri="{FF2B5EF4-FFF2-40B4-BE49-F238E27FC236}">
                <a16:creationId xmlns:a16="http://schemas.microsoft.com/office/drawing/2014/main" id="{C92C8D3F-20E0-B9D5-8B6A-199B4E8AEAF0}"/>
              </a:ext>
            </a:extLst>
          </p:cNvPr>
          <p:cNvPicPr>
            <a:picLocks noChangeAspect="1"/>
            <a:extLst>
              <a:ext uri="{51228E76-BA90-4043-B771-695A4F85340A}">
                <alf:liveFeedProps xmlns:alf="http://schemas.microsoft.com/office/drawing/2021/livefeed"/>
              </a:ext>
            </a:extLst>
          </p:cNvPicPr>
          <p:nvPr/>
        </p:nvPicPr>
        <p:blipFill>
          <a:blip r:embed="rId2">
            <a:extLst>
              <a:ext uri="{96DAC541-7B7A-43D3-8B79-37D633B846F1}">
                <asvg:svgBlip xmlns:asvg="http://schemas.microsoft.com/office/drawing/2016/SVG/main" r:embed="rId3"/>
              </a:ext>
            </a:extLst>
          </a:blip>
          <a:stretch>
            <a:fillRect/>
          </a:stretch>
        </p:blipFill>
        <p:spPr>
          <a:xfrm>
            <a:off x="10052304" y="4718304"/>
            <a:ext cx="2057400" cy="2057400"/>
          </a:xfrm>
          <a:prstGeom prst="ellipse">
            <a:avLst/>
          </a:prstGeom>
        </p:spPr>
      </p:pic>
      <p:pic>
        <p:nvPicPr>
          <p:cNvPr id="3" name="Caméra 2">
            <a:extLst>
              <a:ext uri="{FF2B5EF4-FFF2-40B4-BE49-F238E27FC236}">
                <a16:creationId xmlns:a16="http://schemas.microsoft.com/office/drawing/2014/main" id="{70FB7D41-C7A0-F653-A5C4-67F8C3402C45}"/>
              </a:ext>
            </a:extLst>
          </p:cNvPr>
          <p:cNvPicPr>
            <a:picLocks noChangeAspect="1"/>
            <a:extLst>
              <a:ext uri="{51228E76-BA90-4043-B771-695A4F85340A}">
                <alf:liveFeedProps xmlns:alf="http://schemas.microsoft.com/office/drawing/2021/livefeed"/>
              </a:ext>
            </a:extLst>
          </p:cNvPicPr>
          <p:nvPr/>
        </p:nvPicPr>
        <p:blipFill>
          <a:blip r:embed="rId2">
            <a:extLst>
              <a:ext uri="{96DAC541-7B7A-43D3-8B79-37D633B846F1}">
                <asvg:svgBlip xmlns:asvg="http://schemas.microsoft.com/office/drawing/2016/SVG/main" r:embed="rId3"/>
              </a:ext>
            </a:extLst>
          </a:blip>
          <a:stretch>
            <a:fillRect/>
          </a:stretch>
        </p:blipFill>
        <p:spPr>
          <a:xfrm>
            <a:off x="10052305" y="4718304"/>
            <a:ext cx="2057400" cy="2057400"/>
          </a:xfrm>
          <a:prstGeom prst="ellipse">
            <a:avLst/>
          </a:prstGeom>
          <a:ln>
            <a:noFill/>
          </a:ln>
          <a:effectLst>
            <a:softEdge rad="127000"/>
          </a:effectLst>
        </p:spPr>
      </p:pic>
      <p:pic>
        <p:nvPicPr>
          <p:cNvPr id="4" name="Caméra 3">
            <a:extLst>
              <a:ext uri="{FF2B5EF4-FFF2-40B4-BE49-F238E27FC236}">
                <a16:creationId xmlns:a16="http://schemas.microsoft.com/office/drawing/2014/main" id="{11B1B0F4-73CD-C44A-E438-C3C767312926}"/>
              </a:ext>
            </a:extLst>
          </p:cNvPr>
          <p:cNvPicPr>
            <a:picLocks noChangeAspect="1"/>
            <a:extLst>
              <a:ext uri="{51228E76-BA90-4043-B771-695A4F85340A}">
                <alf:liveFeedProps xmlns:alf="http://schemas.microsoft.com/office/drawing/2021/livefeed"/>
              </a:ext>
            </a:extLst>
          </p:cNvPicPr>
          <p:nvPr/>
        </p:nvPicPr>
        <p:blipFill>
          <a:blip r:embed="rId2">
            <a:extLst>
              <a:ext uri="{96DAC541-7B7A-43D3-8B79-37D633B846F1}">
                <asvg:svgBlip xmlns:asvg="http://schemas.microsoft.com/office/drawing/2016/SVG/main" r:embed="rId3"/>
              </a:ext>
            </a:extLst>
          </a:blip>
          <a:stretch>
            <a:fillRect/>
          </a:stretch>
        </p:blipFill>
        <p:spPr>
          <a:xfrm>
            <a:off x="10895685" y="5668780"/>
            <a:ext cx="1124680" cy="1124680"/>
          </a:xfrm>
          <a:prstGeom prst="ellipse">
            <a:avLst/>
          </a:prstGeom>
          <a:ln w="19050" cap="rnd">
            <a:solidFill>
              <a:srgbClr val="404040"/>
            </a:solidFill>
          </a:ln>
          <a:effectLst/>
        </p:spPr>
      </p:pic>
    </p:spTree>
    <p:extLst>
      <p:ext uri="{BB962C8B-B14F-4D97-AF65-F5344CB8AC3E}">
        <p14:creationId xmlns:p14="http://schemas.microsoft.com/office/powerpoint/2010/main" val="108911549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5" name="Forme libre : forme 1064">
            <a:extLst>
              <a:ext uri="{FF2B5EF4-FFF2-40B4-BE49-F238E27FC236}">
                <a16:creationId xmlns:a16="http://schemas.microsoft.com/office/drawing/2014/main" id="{7CF01A95-3B5F-7873-0E53-09537C39727D}"/>
              </a:ext>
            </a:extLst>
          </p:cNvPr>
          <p:cNvSpPr/>
          <p:nvPr/>
        </p:nvSpPr>
        <p:spPr>
          <a:xfrm>
            <a:off x="2977480" y="2948408"/>
            <a:ext cx="2271804" cy="961184"/>
          </a:xfrm>
          <a:custGeom>
            <a:avLst/>
            <a:gdLst>
              <a:gd name="connsiteX0" fmla="*/ 480592 w 2271804"/>
              <a:gd name="connsiteY0" fmla="*/ 0 h 961184"/>
              <a:gd name="connsiteX1" fmla="*/ 2270642 w 2271804"/>
              <a:gd name="connsiteY1" fmla="*/ 0 h 961184"/>
              <a:gd name="connsiteX2" fmla="*/ 2251286 w 2271804"/>
              <a:gd name="connsiteY2" fmla="*/ 31861 h 961184"/>
              <a:gd name="connsiteX3" fmla="*/ 2137905 w 2271804"/>
              <a:gd name="connsiteY3" fmla="*/ 479636 h 961184"/>
              <a:gd name="connsiteX4" fmla="*/ 2251286 w 2271804"/>
              <a:gd name="connsiteY4" fmla="*/ 927411 h 961184"/>
              <a:gd name="connsiteX5" fmla="*/ 2271804 w 2271804"/>
              <a:gd name="connsiteY5" fmla="*/ 961184 h 961184"/>
              <a:gd name="connsiteX6" fmla="*/ 480592 w 2271804"/>
              <a:gd name="connsiteY6" fmla="*/ 961184 h 961184"/>
              <a:gd name="connsiteX7" fmla="*/ 0 w 2271804"/>
              <a:gd name="connsiteY7" fmla="*/ 480592 h 961184"/>
              <a:gd name="connsiteX8" fmla="*/ 480592 w 2271804"/>
              <a:gd name="connsiteY8" fmla="*/ 0 h 961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71804" h="961184">
                <a:moveTo>
                  <a:pt x="480592" y="0"/>
                </a:moveTo>
                <a:lnTo>
                  <a:pt x="2270642" y="0"/>
                </a:lnTo>
                <a:lnTo>
                  <a:pt x="2251286" y="31861"/>
                </a:lnTo>
                <a:cubicBezTo>
                  <a:pt x="2178978" y="164968"/>
                  <a:pt x="2137905" y="317506"/>
                  <a:pt x="2137905" y="479636"/>
                </a:cubicBezTo>
                <a:cubicBezTo>
                  <a:pt x="2137905" y="641766"/>
                  <a:pt x="2178978" y="794304"/>
                  <a:pt x="2251286" y="927411"/>
                </a:cubicBezTo>
                <a:lnTo>
                  <a:pt x="2271804" y="961184"/>
                </a:lnTo>
                <a:lnTo>
                  <a:pt x="480592" y="961184"/>
                </a:lnTo>
                <a:cubicBezTo>
                  <a:pt x="215168" y="961184"/>
                  <a:pt x="0" y="746016"/>
                  <a:pt x="0" y="480592"/>
                </a:cubicBezTo>
                <a:cubicBezTo>
                  <a:pt x="0" y="215168"/>
                  <a:pt x="215168" y="0"/>
                  <a:pt x="480592" y="0"/>
                </a:cubicBezTo>
                <a:close/>
              </a:path>
            </a:pathLst>
          </a:custGeom>
          <a:solidFill>
            <a:srgbClr val="2FB269">
              <a:alpha val="85000"/>
            </a:srgbClr>
          </a:solidFill>
          <a:ln w="38100">
            <a:solidFill>
              <a:schemeClr val="bg1"/>
            </a:solidFill>
          </a:ln>
        </p:spPr>
        <p:style>
          <a:lnRef idx="1">
            <a:schemeClr val="accent6"/>
          </a:lnRef>
          <a:fillRef idx="3">
            <a:schemeClr val="accent6"/>
          </a:fillRef>
          <a:effectRef idx="2">
            <a:schemeClr val="accent6"/>
          </a:effectRef>
          <a:fontRef idx="minor">
            <a:schemeClr val="lt1"/>
          </a:fontRef>
        </p:style>
        <p:txBody>
          <a:bodyPr wrap="square" lIns="90000" rIns="1188000" rtlCol="0" anchor="ctr" anchorCtr="1">
            <a:noAutofit/>
          </a:bodyPr>
          <a:lstStyle/>
          <a:p>
            <a:r>
              <a:rPr lang="fr-FR" dirty="0"/>
              <a:t>Langue</a:t>
            </a:r>
          </a:p>
        </p:txBody>
      </p:sp>
      <p:sp>
        <p:nvSpPr>
          <p:cNvPr id="1064" name="Forme libre : forme 1063">
            <a:extLst>
              <a:ext uri="{FF2B5EF4-FFF2-40B4-BE49-F238E27FC236}">
                <a16:creationId xmlns:a16="http://schemas.microsoft.com/office/drawing/2014/main" id="{3EB12B8D-F33F-7317-38C4-88FA9331E284}"/>
              </a:ext>
            </a:extLst>
          </p:cNvPr>
          <p:cNvSpPr/>
          <p:nvPr/>
        </p:nvSpPr>
        <p:spPr>
          <a:xfrm>
            <a:off x="6860292" y="2948408"/>
            <a:ext cx="2486627" cy="961184"/>
          </a:xfrm>
          <a:custGeom>
            <a:avLst/>
            <a:gdLst>
              <a:gd name="connsiteX0" fmla="*/ 1161 w 2486627"/>
              <a:gd name="connsiteY0" fmla="*/ 0 h 961184"/>
              <a:gd name="connsiteX1" fmla="*/ 2006035 w 2486627"/>
              <a:gd name="connsiteY1" fmla="*/ 0 h 961184"/>
              <a:gd name="connsiteX2" fmla="*/ 2486627 w 2486627"/>
              <a:gd name="connsiteY2" fmla="*/ 480592 h 961184"/>
              <a:gd name="connsiteX3" fmla="*/ 2006035 w 2486627"/>
              <a:gd name="connsiteY3" fmla="*/ 961184 h 961184"/>
              <a:gd name="connsiteX4" fmla="*/ 0 w 2486627"/>
              <a:gd name="connsiteY4" fmla="*/ 961184 h 961184"/>
              <a:gd name="connsiteX5" fmla="*/ 20517 w 2486627"/>
              <a:gd name="connsiteY5" fmla="*/ 927411 h 961184"/>
              <a:gd name="connsiteX6" fmla="*/ 133898 w 2486627"/>
              <a:gd name="connsiteY6" fmla="*/ 479636 h 961184"/>
              <a:gd name="connsiteX7" fmla="*/ 20517 w 2486627"/>
              <a:gd name="connsiteY7" fmla="*/ 31861 h 961184"/>
              <a:gd name="connsiteX8" fmla="*/ 1161 w 2486627"/>
              <a:gd name="connsiteY8" fmla="*/ 0 h 961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86627" h="961184">
                <a:moveTo>
                  <a:pt x="1161" y="0"/>
                </a:moveTo>
                <a:lnTo>
                  <a:pt x="2006035" y="0"/>
                </a:lnTo>
                <a:cubicBezTo>
                  <a:pt x="2271459" y="0"/>
                  <a:pt x="2486627" y="215168"/>
                  <a:pt x="2486627" y="480592"/>
                </a:cubicBezTo>
                <a:cubicBezTo>
                  <a:pt x="2486627" y="746016"/>
                  <a:pt x="2271459" y="961184"/>
                  <a:pt x="2006035" y="961184"/>
                </a:cubicBezTo>
                <a:lnTo>
                  <a:pt x="0" y="961184"/>
                </a:lnTo>
                <a:lnTo>
                  <a:pt x="20517" y="927411"/>
                </a:lnTo>
                <a:cubicBezTo>
                  <a:pt x="92825" y="794304"/>
                  <a:pt x="133898" y="641766"/>
                  <a:pt x="133898" y="479636"/>
                </a:cubicBezTo>
                <a:cubicBezTo>
                  <a:pt x="133898" y="317506"/>
                  <a:pt x="92825" y="164968"/>
                  <a:pt x="20517" y="31861"/>
                </a:cubicBezTo>
                <a:lnTo>
                  <a:pt x="1161" y="0"/>
                </a:lnTo>
                <a:close/>
              </a:path>
            </a:pathLst>
          </a:custGeom>
          <a:solidFill>
            <a:srgbClr val="2FB269">
              <a:alpha val="85000"/>
            </a:srgbClr>
          </a:solidFill>
          <a:ln w="38100">
            <a:solidFill>
              <a:schemeClr val="bg1"/>
            </a:solidFill>
          </a:ln>
        </p:spPr>
        <p:style>
          <a:lnRef idx="1">
            <a:schemeClr val="accent6"/>
          </a:lnRef>
          <a:fillRef idx="3">
            <a:schemeClr val="accent6"/>
          </a:fillRef>
          <a:effectRef idx="2">
            <a:schemeClr val="accent6"/>
          </a:effectRef>
          <a:fontRef idx="minor">
            <a:schemeClr val="lt1"/>
          </a:fontRef>
        </p:style>
        <p:txBody>
          <a:bodyPr wrap="square" lIns="1008000" rIns="0" rtlCol="0" anchor="ctr" anchorCtr="1">
            <a:noAutofit/>
          </a:bodyPr>
          <a:lstStyle/>
          <a:p>
            <a:r>
              <a:rPr lang="fr-FR"/>
              <a:t>Géographie</a:t>
            </a:r>
            <a:endParaRPr lang="fr-FR" dirty="0"/>
          </a:p>
        </p:txBody>
      </p:sp>
      <p:sp>
        <p:nvSpPr>
          <p:cNvPr id="1090" name="Forme libre : forme 1089">
            <a:extLst>
              <a:ext uri="{FF2B5EF4-FFF2-40B4-BE49-F238E27FC236}">
                <a16:creationId xmlns:a16="http://schemas.microsoft.com/office/drawing/2014/main" id="{4525B917-C367-AD00-42C0-A8735E35719D}"/>
              </a:ext>
            </a:extLst>
          </p:cNvPr>
          <p:cNvSpPr/>
          <p:nvPr/>
        </p:nvSpPr>
        <p:spPr>
          <a:xfrm rot="3576909">
            <a:off x="3956727" y="1229778"/>
            <a:ext cx="2384892" cy="961184"/>
          </a:xfrm>
          <a:custGeom>
            <a:avLst/>
            <a:gdLst>
              <a:gd name="connsiteX0" fmla="*/ 82077 w 2384892"/>
              <a:gd name="connsiteY0" fmla="*/ 211888 h 961184"/>
              <a:gd name="connsiteX1" fmla="*/ 480593 w 2384892"/>
              <a:gd name="connsiteY1" fmla="*/ 0 h 961184"/>
              <a:gd name="connsiteX2" fmla="*/ 2384892 w 2384892"/>
              <a:gd name="connsiteY2" fmla="*/ 0 h 961184"/>
              <a:gd name="connsiteX3" fmla="*/ 2374651 w 2384892"/>
              <a:gd name="connsiteY3" fmla="*/ 12618 h 961184"/>
              <a:gd name="connsiteX4" fmla="*/ 2321885 w 2384892"/>
              <a:gd name="connsiteY4" fmla="*/ 93021 h 961184"/>
              <a:gd name="connsiteX5" fmla="*/ 2223253 w 2384892"/>
              <a:gd name="connsiteY5" fmla="*/ 805210 h 961184"/>
              <a:gd name="connsiteX6" fmla="*/ 2280300 w 2384892"/>
              <a:gd name="connsiteY6" fmla="*/ 961184 h 961184"/>
              <a:gd name="connsiteX7" fmla="*/ 480592 w 2384892"/>
              <a:gd name="connsiteY7" fmla="*/ 961184 h 961184"/>
              <a:gd name="connsiteX8" fmla="*/ 0 w 2384892"/>
              <a:gd name="connsiteY8" fmla="*/ 480592 h 961184"/>
              <a:gd name="connsiteX9" fmla="*/ 82077 w 2384892"/>
              <a:gd name="connsiteY9" fmla="*/ 211888 h 961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84892" h="961184">
                <a:moveTo>
                  <a:pt x="82077" y="211888"/>
                </a:moveTo>
                <a:cubicBezTo>
                  <a:pt x="168443" y="84050"/>
                  <a:pt x="314702" y="0"/>
                  <a:pt x="480593" y="0"/>
                </a:cubicBezTo>
                <a:lnTo>
                  <a:pt x="2384892" y="0"/>
                </a:lnTo>
                <a:lnTo>
                  <a:pt x="2374651" y="12618"/>
                </a:lnTo>
                <a:cubicBezTo>
                  <a:pt x="2355911" y="38238"/>
                  <a:pt x="2338286" y="65049"/>
                  <a:pt x="2321885" y="93021"/>
                </a:cubicBezTo>
                <a:cubicBezTo>
                  <a:pt x="2190675" y="316799"/>
                  <a:pt x="2162590" y="572576"/>
                  <a:pt x="2223253" y="805210"/>
                </a:cubicBezTo>
                <a:lnTo>
                  <a:pt x="2280300" y="961184"/>
                </a:lnTo>
                <a:lnTo>
                  <a:pt x="480592" y="961184"/>
                </a:lnTo>
                <a:cubicBezTo>
                  <a:pt x="215168" y="961184"/>
                  <a:pt x="0" y="746016"/>
                  <a:pt x="0" y="480592"/>
                </a:cubicBezTo>
                <a:cubicBezTo>
                  <a:pt x="0" y="381058"/>
                  <a:pt x="30258" y="288591"/>
                  <a:pt x="82077" y="211888"/>
                </a:cubicBezTo>
                <a:close/>
              </a:path>
            </a:pathLst>
          </a:custGeom>
          <a:solidFill>
            <a:srgbClr val="F5A238">
              <a:alpha val="85000"/>
            </a:srgbClr>
          </a:solidFill>
          <a:ln w="38100">
            <a:solidFill>
              <a:schemeClr val="bg1"/>
            </a:solidFill>
          </a:ln>
        </p:spPr>
        <p:style>
          <a:lnRef idx="1">
            <a:schemeClr val="accent4"/>
          </a:lnRef>
          <a:fillRef idx="3">
            <a:schemeClr val="accent4"/>
          </a:fillRef>
          <a:effectRef idx="2">
            <a:schemeClr val="accent4"/>
          </a:effectRef>
          <a:fontRef idx="minor">
            <a:schemeClr val="lt1"/>
          </a:fontRef>
        </p:style>
        <p:txBody>
          <a:bodyPr wrap="square" lIns="90000" rIns="1188000" rtlCol="0" anchor="ctr" anchorCtr="1">
            <a:noAutofit/>
          </a:bodyPr>
          <a:lstStyle/>
          <a:p>
            <a:r>
              <a:rPr lang="fr-FR" dirty="0"/>
              <a:t>Education</a:t>
            </a:r>
          </a:p>
        </p:txBody>
      </p:sp>
      <p:sp>
        <p:nvSpPr>
          <p:cNvPr id="1087" name="Forme libre : forme 1086">
            <a:extLst>
              <a:ext uri="{FF2B5EF4-FFF2-40B4-BE49-F238E27FC236}">
                <a16:creationId xmlns:a16="http://schemas.microsoft.com/office/drawing/2014/main" id="{90A84594-607C-1141-A660-9AD3F2F8C125}"/>
              </a:ext>
            </a:extLst>
          </p:cNvPr>
          <p:cNvSpPr/>
          <p:nvPr/>
        </p:nvSpPr>
        <p:spPr>
          <a:xfrm rot="3576909">
            <a:off x="5893568" y="4622027"/>
            <a:ext cx="2489242" cy="961185"/>
          </a:xfrm>
          <a:custGeom>
            <a:avLst/>
            <a:gdLst>
              <a:gd name="connsiteX0" fmla="*/ 0 w 2489242"/>
              <a:gd name="connsiteY0" fmla="*/ 1 h 961185"/>
              <a:gd name="connsiteX1" fmla="*/ 2008650 w 2489242"/>
              <a:gd name="connsiteY1" fmla="*/ 0 h 961185"/>
              <a:gd name="connsiteX2" fmla="*/ 2489242 w 2489242"/>
              <a:gd name="connsiteY2" fmla="*/ 480593 h 961185"/>
              <a:gd name="connsiteX3" fmla="*/ 2008651 w 2489242"/>
              <a:gd name="connsiteY3" fmla="*/ 961185 h 961185"/>
              <a:gd name="connsiteX4" fmla="*/ 105187 w 2489242"/>
              <a:gd name="connsiteY4" fmla="*/ 961185 h 961185"/>
              <a:gd name="connsiteX5" fmla="*/ 106832 w 2489242"/>
              <a:gd name="connsiteY5" fmla="*/ 958023 h 961185"/>
              <a:gd name="connsiteX6" fmla="*/ 5310 w 2489242"/>
              <a:gd name="connsiteY6" fmla="*/ 6439 h 961185"/>
              <a:gd name="connsiteX7" fmla="*/ 0 w 2489242"/>
              <a:gd name="connsiteY7" fmla="*/ 1 h 9611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89242" h="961185">
                <a:moveTo>
                  <a:pt x="0" y="1"/>
                </a:moveTo>
                <a:lnTo>
                  <a:pt x="2008650" y="0"/>
                </a:lnTo>
                <a:cubicBezTo>
                  <a:pt x="2274074" y="1"/>
                  <a:pt x="2489243" y="215169"/>
                  <a:pt x="2489242" y="480593"/>
                </a:cubicBezTo>
                <a:cubicBezTo>
                  <a:pt x="2489242" y="746017"/>
                  <a:pt x="2274075" y="961185"/>
                  <a:pt x="2008651" y="961185"/>
                </a:cubicBezTo>
                <a:lnTo>
                  <a:pt x="105187" y="961185"/>
                </a:lnTo>
                <a:lnTo>
                  <a:pt x="106832" y="958023"/>
                </a:lnTo>
                <a:cubicBezTo>
                  <a:pt x="252106" y="640513"/>
                  <a:pt x="205806" y="275537"/>
                  <a:pt x="5310" y="6439"/>
                </a:cubicBezTo>
                <a:lnTo>
                  <a:pt x="0" y="1"/>
                </a:lnTo>
                <a:close/>
              </a:path>
            </a:pathLst>
          </a:custGeom>
          <a:solidFill>
            <a:srgbClr val="F5A238">
              <a:alpha val="85000"/>
            </a:srgbClr>
          </a:solidFill>
          <a:ln w="38100">
            <a:solidFill>
              <a:schemeClr val="bg1"/>
            </a:solidFill>
          </a:ln>
        </p:spPr>
        <p:style>
          <a:lnRef idx="1">
            <a:schemeClr val="accent4"/>
          </a:lnRef>
          <a:fillRef idx="3">
            <a:schemeClr val="accent4"/>
          </a:fillRef>
          <a:effectRef idx="2">
            <a:schemeClr val="accent4"/>
          </a:effectRef>
          <a:fontRef idx="minor">
            <a:schemeClr val="lt1"/>
          </a:fontRef>
        </p:style>
        <p:txBody>
          <a:bodyPr wrap="square" lIns="1008000" rIns="0" rtlCol="0" anchor="ctr" anchorCtr="1">
            <a:noAutofit/>
          </a:bodyPr>
          <a:lstStyle/>
          <a:p>
            <a:r>
              <a:rPr lang="fr-FR" dirty="0"/>
              <a:t>Handicap</a:t>
            </a:r>
          </a:p>
        </p:txBody>
      </p:sp>
      <p:sp>
        <p:nvSpPr>
          <p:cNvPr id="1084" name="Forme libre : forme 1083">
            <a:extLst>
              <a:ext uri="{FF2B5EF4-FFF2-40B4-BE49-F238E27FC236}">
                <a16:creationId xmlns:a16="http://schemas.microsoft.com/office/drawing/2014/main" id="{3122CA89-23A3-1522-3DA8-67113B4471E6}"/>
              </a:ext>
            </a:extLst>
          </p:cNvPr>
          <p:cNvSpPr/>
          <p:nvPr/>
        </p:nvSpPr>
        <p:spPr>
          <a:xfrm rot="5400000">
            <a:off x="4865947" y="952528"/>
            <a:ext cx="2377680" cy="961184"/>
          </a:xfrm>
          <a:custGeom>
            <a:avLst/>
            <a:gdLst>
              <a:gd name="connsiteX0" fmla="*/ 0 w 2377680"/>
              <a:gd name="connsiteY0" fmla="*/ 480592 h 961184"/>
              <a:gd name="connsiteX1" fmla="*/ 480592 w 2377680"/>
              <a:gd name="connsiteY1" fmla="*/ 0 h 961184"/>
              <a:gd name="connsiteX2" fmla="*/ 2377680 w 2377680"/>
              <a:gd name="connsiteY2" fmla="*/ 0 h 961184"/>
              <a:gd name="connsiteX3" fmla="*/ 2357743 w 2377680"/>
              <a:gd name="connsiteY3" fmla="*/ 32817 h 961184"/>
              <a:gd name="connsiteX4" fmla="*/ 2244362 w 2377680"/>
              <a:gd name="connsiteY4" fmla="*/ 480592 h 961184"/>
              <a:gd name="connsiteX5" fmla="*/ 2357743 w 2377680"/>
              <a:gd name="connsiteY5" fmla="*/ 928367 h 961184"/>
              <a:gd name="connsiteX6" fmla="*/ 2377680 w 2377680"/>
              <a:gd name="connsiteY6" fmla="*/ 961184 h 961184"/>
              <a:gd name="connsiteX7" fmla="*/ 480592 w 2377680"/>
              <a:gd name="connsiteY7" fmla="*/ 961184 h 961184"/>
              <a:gd name="connsiteX8" fmla="*/ 0 w 2377680"/>
              <a:gd name="connsiteY8" fmla="*/ 480592 h 961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77680" h="961184">
                <a:moveTo>
                  <a:pt x="0" y="480592"/>
                </a:moveTo>
                <a:cubicBezTo>
                  <a:pt x="0" y="215168"/>
                  <a:pt x="215168" y="0"/>
                  <a:pt x="480592" y="0"/>
                </a:cubicBezTo>
                <a:lnTo>
                  <a:pt x="2377680" y="0"/>
                </a:lnTo>
                <a:lnTo>
                  <a:pt x="2357743" y="32817"/>
                </a:lnTo>
                <a:cubicBezTo>
                  <a:pt x="2285435" y="165925"/>
                  <a:pt x="2244362" y="318462"/>
                  <a:pt x="2244362" y="480592"/>
                </a:cubicBezTo>
                <a:cubicBezTo>
                  <a:pt x="2244362" y="642723"/>
                  <a:pt x="2285435" y="795260"/>
                  <a:pt x="2357743" y="928367"/>
                </a:cubicBezTo>
                <a:lnTo>
                  <a:pt x="2377680" y="961184"/>
                </a:lnTo>
                <a:lnTo>
                  <a:pt x="480592" y="961184"/>
                </a:lnTo>
                <a:cubicBezTo>
                  <a:pt x="215168" y="961184"/>
                  <a:pt x="0" y="746016"/>
                  <a:pt x="0" y="480592"/>
                </a:cubicBezTo>
                <a:close/>
              </a:path>
            </a:pathLst>
          </a:custGeom>
          <a:solidFill>
            <a:srgbClr val="308EC7">
              <a:alpha val="85000"/>
            </a:srgbClr>
          </a:solidFill>
          <a:ln w="38100">
            <a:solidFill>
              <a:schemeClr val="bg1"/>
            </a:solidFill>
          </a:ln>
        </p:spPr>
        <p:style>
          <a:lnRef idx="1">
            <a:schemeClr val="accent3"/>
          </a:lnRef>
          <a:fillRef idx="3">
            <a:schemeClr val="accent3"/>
          </a:fillRef>
          <a:effectRef idx="2">
            <a:schemeClr val="accent3"/>
          </a:effectRef>
          <a:fontRef idx="minor">
            <a:schemeClr val="lt1"/>
          </a:fontRef>
        </p:style>
        <p:txBody>
          <a:bodyPr wrap="square" lIns="90000" rIns="1188000" rtlCol="0" anchor="ctr" anchorCtr="1">
            <a:noAutofit/>
          </a:bodyPr>
          <a:lstStyle/>
          <a:p>
            <a:r>
              <a:rPr lang="fr-FR" dirty="0"/>
              <a:t>Religion</a:t>
            </a:r>
          </a:p>
        </p:txBody>
      </p:sp>
      <p:sp>
        <p:nvSpPr>
          <p:cNvPr id="1081" name="Forme libre : forme 1080">
            <a:extLst>
              <a:ext uri="{FF2B5EF4-FFF2-40B4-BE49-F238E27FC236}">
                <a16:creationId xmlns:a16="http://schemas.microsoft.com/office/drawing/2014/main" id="{E75394BD-4EF9-1DCC-6C83-39C331745453}"/>
              </a:ext>
            </a:extLst>
          </p:cNvPr>
          <p:cNvSpPr/>
          <p:nvPr/>
        </p:nvSpPr>
        <p:spPr>
          <a:xfrm rot="5400000">
            <a:off x="4864992" y="4943331"/>
            <a:ext cx="2379590" cy="961184"/>
          </a:xfrm>
          <a:custGeom>
            <a:avLst/>
            <a:gdLst>
              <a:gd name="connsiteX0" fmla="*/ 0 w 2379590"/>
              <a:gd name="connsiteY0" fmla="*/ 961184 h 961184"/>
              <a:gd name="connsiteX1" fmla="*/ 19937 w 2379590"/>
              <a:gd name="connsiteY1" fmla="*/ 928367 h 961184"/>
              <a:gd name="connsiteX2" fmla="*/ 133318 w 2379590"/>
              <a:gd name="connsiteY2" fmla="*/ 480592 h 961184"/>
              <a:gd name="connsiteX3" fmla="*/ 19937 w 2379590"/>
              <a:gd name="connsiteY3" fmla="*/ 32817 h 961184"/>
              <a:gd name="connsiteX4" fmla="*/ 0 w 2379590"/>
              <a:gd name="connsiteY4" fmla="*/ 0 h 961184"/>
              <a:gd name="connsiteX5" fmla="*/ 1898998 w 2379590"/>
              <a:gd name="connsiteY5" fmla="*/ 0 h 961184"/>
              <a:gd name="connsiteX6" fmla="*/ 2379590 w 2379590"/>
              <a:gd name="connsiteY6" fmla="*/ 480592 h 961184"/>
              <a:gd name="connsiteX7" fmla="*/ 1898998 w 2379590"/>
              <a:gd name="connsiteY7" fmla="*/ 961184 h 961184"/>
              <a:gd name="connsiteX8" fmla="*/ 0 w 2379590"/>
              <a:gd name="connsiteY8" fmla="*/ 961184 h 961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79590" h="961184">
                <a:moveTo>
                  <a:pt x="0" y="961184"/>
                </a:moveTo>
                <a:lnTo>
                  <a:pt x="19937" y="928367"/>
                </a:lnTo>
                <a:cubicBezTo>
                  <a:pt x="92245" y="795260"/>
                  <a:pt x="133318" y="642723"/>
                  <a:pt x="133318" y="480592"/>
                </a:cubicBezTo>
                <a:cubicBezTo>
                  <a:pt x="133318" y="318462"/>
                  <a:pt x="92245" y="165925"/>
                  <a:pt x="19937" y="32817"/>
                </a:cubicBezTo>
                <a:lnTo>
                  <a:pt x="0" y="0"/>
                </a:lnTo>
                <a:lnTo>
                  <a:pt x="1898998" y="0"/>
                </a:lnTo>
                <a:cubicBezTo>
                  <a:pt x="2164422" y="0"/>
                  <a:pt x="2379590" y="215168"/>
                  <a:pt x="2379590" y="480592"/>
                </a:cubicBezTo>
                <a:cubicBezTo>
                  <a:pt x="2379590" y="746016"/>
                  <a:pt x="2164422" y="961184"/>
                  <a:pt x="1898998" y="961184"/>
                </a:cubicBezTo>
                <a:lnTo>
                  <a:pt x="0" y="961184"/>
                </a:lnTo>
                <a:close/>
              </a:path>
            </a:pathLst>
          </a:custGeom>
          <a:solidFill>
            <a:srgbClr val="308EC7">
              <a:alpha val="85000"/>
            </a:srgbClr>
          </a:solidFill>
          <a:ln w="38100">
            <a:solidFill>
              <a:schemeClr val="bg1"/>
            </a:solidFill>
          </a:ln>
        </p:spPr>
        <p:style>
          <a:lnRef idx="1">
            <a:schemeClr val="accent3"/>
          </a:lnRef>
          <a:fillRef idx="3">
            <a:schemeClr val="accent3"/>
          </a:fillRef>
          <a:effectRef idx="2">
            <a:schemeClr val="accent3"/>
          </a:effectRef>
          <a:fontRef idx="minor">
            <a:schemeClr val="lt1"/>
          </a:fontRef>
        </p:style>
        <p:txBody>
          <a:bodyPr wrap="square" lIns="1008000" rIns="0" rtlCol="0" anchor="ctr" anchorCtr="1">
            <a:noAutofit/>
          </a:bodyPr>
          <a:lstStyle/>
          <a:p>
            <a:r>
              <a:rPr lang="fr-FR" dirty="0"/>
              <a:t>Revenu</a:t>
            </a:r>
          </a:p>
        </p:txBody>
      </p:sp>
      <p:sp>
        <p:nvSpPr>
          <p:cNvPr id="1078" name="Forme libre : forme 1077">
            <a:extLst>
              <a:ext uri="{FF2B5EF4-FFF2-40B4-BE49-F238E27FC236}">
                <a16:creationId xmlns:a16="http://schemas.microsoft.com/office/drawing/2014/main" id="{6DFBE5C3-AAFB-BF8E-476E-AC33104AC460}"/>
              </a:ext>
            </a:extLst>
          </p:cNvPr>
          <p:cNvSpPr/>
          <p:nvPr/>
        </p:nvSpPr>
        <p:spPr>
          <a:xfrm rot="18067726" flipH="1">
            <a:off x="5887358" y="1255569"/>
            <a:ext cx="2446619" cy="961185"/>
          </a:xfrm>
          <a:custGeom>
            <a:avLst/>
            <a:gdLst>
              <a:gd name="connsiteX0" fmla="*/ 82078 w 2446619"/>
              <a:gd name="connsiteY0" fmla="*/ 749296 h 961185"/>
              <a:gd name="connsiteX1" fmla="*/ 0 w 2446619"/>
              <a:gd name="connsiteY1" fmla="*/ 480593 h 961185"/>
              <a:gd name="connsiteX2" fmla="*/ 480593 w 2446619"/>
              <a:gd name="connsiteY2" fmla="*/ 1 h 961185"/>
              <a:gd name="connsiteX3" fmla="*/ 2446619 w 2446619"/>
              <a:gd name="connsiteY3" fmla="*/ 0 h 961185"/>
              <a:gd name="connsiteX4" fmla="*/ 2412964 w 2446619"/>
              <a:gd name="connsiteY4" fmla="*/ 50054 h 961185"/>
              <a:gd name="connsiteX5" fmla="*/ 2361939 w 2446619"/>
              <a:gd name="connsiteY5" fmla="*/ 925958 h 961185"/>
              <a:gd name="connsiteX6" fmla="*/ 2380256 w 2446619"/>
              <a:gd name="connsiteY6" fmla="*/ 961185 h 961185"/>
              <a:gd name="connsiteX7" fmla="*/ 480593 w 2446619"/>
              <a:gd name="connsiteY7" fmla="*/ 961185 h 961185"/>
              <a:gd name="connsiteX8" fmla="*/ 82078 w 2446619"/>
              <a:gd name="connsiteY8" fmla="*/ 749296 h 9611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46619" h="961185">
                <a:moveTo>
                  <a:pt x="82078" y="749296"/>
                </a:moveTo>
                <a:cubicBezTo>
                  <a:pt x="30259" y="672594"/>
                  <a:pt x="1" y="580127"/>
                  <a:pt x="0" y="480593"/>
                </a:cubicBezTo>
                <a:cubicBezTo>
                  <a:pt x="1" y="215169"/>
                  <a:pt x="215169" y="1"/>
                  <a:pt x="480593" y="1"/>
                </a:cubicBezTo>
                <a:lnTo>
                  <a:pt x="2446619" y="0"/>
                </a:lnTo>
                <a:lnTo>
                  <a:pt x="2412964" y="50054"/>
                </a:lnTo>
                <a:cubicBezTo>
                  <a:pt x="2256365" y="309399"/>
                  <a:pt x="2229982" y="637263"/>
                  <a:pt x="2361939" y="925958"/>
                </a:cubicBezTo>
                <a:lnTo>
                  <a:pt x="2380256" y="961185"/>
                </a:lnTo>
                <a:lnTo>
                  <a:pt x="480593" y="961185"/>
                </a:lnTo>
                <a:cubicBezTo>
                  <a:pt x="314703" y="961185"/>
                  <a:pt x="168444" y="877135"/>
                  <a:pt x="82078" y="749296"/>
                </a:cubicBezTo>
                <a:close/>
              </a:path>
            </a:pathLst>
          </a:custGeom>
          <a:solidFill>
            <a:srgbClr val="99CA55">
              <a:alpha val="85000"/>
            </a:srgbClr>
          </a:solidFill>
          <a:ln w="38100">
            <a:solidFill>
              <a:schemeClr val="bg1"/>
            </a:solidFill>
          </a:ln>
        </p:spPr>
        <p:style>
          <a:lnRef idx="1">
            <a:schemeClr val="accent6"/>
          </a:lnRef>
          <a:fillRef idx="3">
            <a:schemeClr val="accent6"/>
          </a:fillRef>
          <a:effectRef idx="2">
            <a:schemeClr val="accent6"/>
          </a:effectRef>
          <a:fontRef idx="minor">
            <a:schemeClr val="lt1"/>
          </a:fontRef>
        </p:style>
        <p:txBody>
          <a:bodyPr wrap="square" lIns="1476000" rIns="0" rtlCol="0" anchor="ctr" anchorCtr="1">
            <a:noAutofit/>
          </a:bodyPr>
          <a:lstStyle/>
          <a:p>
            <a:r>
              <a:rPr lang="fr-FR" dirty="0"/>
              <a:t>Âge</a:t>
            </a:r>
          </a:p>
        </p:txBody>
      </p:sp>
      <p:sp>
        <p:nvSpPr>
          <p:cNvPr id="1075" name="Forme libre : forme 1074">
            <a:extLst>
              <a:ext uri="{FF2B5EF4-FFF2-40B4-BE49-F238E27FC236}">
                <a16:creationId xmlns:a16="http://schemas.microsoft.com/office/drawing/2014/main" id="{A4E8C1F4-2E83-F3F7-BC2A-D8E77D5AF796}"/>
              </a:ext>
            </a:extLst>
          </p:cNvPr>
          <p:cNvSpPr/>
          <p:nvPr/>
        </p:nvSpPr>
        <p:spPr>
          <a:xfrm rot="7062587" flipV="1">
            <a:off x="3913245" y="4668496"/>
            <a:ext cx="2382415" cy="961185"/>
          </a:xfrm>
          <a:custGeom>
            <a:avLst/>
            <a:gdLst>
              <a:gd name="connsiteX0" fmla="*/ 66993 w 2382415"/>
              <a:gd name="connsiteY0" fmla="*/ 961185 h 961185"/>
              <a:gd name="connsiteX1" fmla="*/ 76771 w 2382415"/>
              <a:gd name="connsiteY1" fmla="*/ 943068 h 961185"/>
              <a:gd name="connsiteX2" fmla="*/ 40386 w 2382415"/>
              <a:gd name="connsiteY2" fmla="*/ 61589 h 961185"/>
              <a:gd name="connsiteX3" fmla="*/ 0 w 2382415"/>
              <a:gd name="connsiteY3" fmla="*/ 0 h 961185"/>
              <a:gd name="connsiteX4" fmla="*/ 1901822 w 2382415"/>
              <a:gd name="connsiteY4" fmla="*/ 1 h 961185"/>
              <a:gd name="connsiteX5" fmla="*/ 2382415 w 2382415"/>
              <a:gd name="connsiteY5" fmla="*/ 480593 h 961185"/>
              <a:gd name="connsiteX6" fmla="*/ 1901822 w 2382415"/>
              <a:gd name="connsiteY6" fmla="*/ 961185 h 961185"/>
              <a:gd name="connsiteX7" fmla="*/ 66993 w 2382415"/>
              <a:gd name="connsiteY7" fmla="*/ 961185 h 9611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82415" h="961185">
                <a:moveTo>
                  <a:pt x="66993" y="961185"/>
                </a:moveTo>
                <a:lnTo>
                  <a:pt x="76771" y="943068"/>
                </a:lnTo>
                <a:cubicBezTo>
                  <a:pt x="207046" y="671096"/>
                  <a:pt x="204292" y="341374"/>
                  <a:pt x="40386" y="61589"/>
                </a:cubicBezTo>
                <a:lnTo>
                  <a:pt x="0" y="0"/>
                </a:lnTo>
                <a:lnTo>
                  <a:pt x="1901822" y="1"/>
                </a:lnTo>
                <a:cubicBezTo>
                  <a:pt x="2167246" y="1"/>
                  <a:pt x="2382414" y="215168"/>
                  <a:pt x="2382415" y="480593"/>
                </a:cubicBezTo>
                <a:cubicBezTo>
                  <a:pt x="2382414" y="746017"/>
                  <a:pt x="2167245" y="961185"/>
                  <a:pt x="1901822" y="961185"/>
                </a:cubicBezTo>
                <a:lnTo>
                  <a:pt x="66993" y="961185"/>
                </a:lnTo>
                <a:close/>
              </a:path>
            </a:pathLst>
          </a:custGeom>
          <a:solidFill>
            <a:srgbClr val="99CA55">
              <a:alpha val="85000"/>
            </a:srgbClr>
          </a:solidFill>
          <a:ln w="38100">
            <a:solidFill>
              <a:schemeClr val="bg1"/>
            </a:solidFill>
          </a:ln>
        </p:spPr>
        <p:style>
          <a:lnRef idx="1">
            <a:schemeClr val="accent6"/>
          </a:lnRef>
          <a:fillRef idx="3">
            <a:schemeClr val="accent6"/>
          </a:fillRef>
          <a:effectRef idx="2">
            <a:schemeClr val="accent6"/>
          </a:effectRef>
          <a:fontRef idx="minor">
            <a:schemeClr val="lt1"/>
          </a:fontRef>
        </p:style>
        <p:txBody>
          <a:bodyPr wrap="square" lIns="90000" rIns="900000" rtlCol="0" anchor="ctr" anchorCtr="1">
            <a:noAutofit/>
          </a:bodyPr>
          <a:lstStyle/>
          <a:p>
            <a:r>
              <a:rPr lang="fr-FR" dirty="0"/>
              <a:t>Orientation</a:t>
            </a:r>
            <a:br>
              <a:rPr lang="fr-FR" dirty="0"/>
            </a:br>
            <a:r>
              <a:rPr lang="fr-FR" dirty="0"/>
              <a:t> sexuelle</a:t>
            </a:r>
          </a:p>
        </p:txBody>
      </p:sp>
      <p:sp>
        <p:nvSpPr>
          <p:cNvPr id="1072" name="Forme libre : forme 1071">
            <a:extLst>
              <a:ext uri="{FF2B5EF4-FFF2-40B4-BE49-F238E27FC236}">
                <a16:creationId xmlns:a16="http://schemas.microsoft.com/office/drawing/2014/main" id="{B0795685-8C0B-B3EA-9C15-3BDB7BBFA497}"/>
              </a:ext>
            </a:extLst>
          </p:cNvPr>
          <p:cNvSpPr/>
          <p:nvPr/>
        </p:nvSpPr>
        <p:spPr>
          <a:xfrm rot="9093772" flipV="1">
            <a:off x="6592043" y="1977726"/>
            <a:ext cx="2454792" cy="961184"/>
          </a:xfrm>
          <a:custGeom>
            <a:avLst/>
            <a:gdLst>
              <a:gd name="connsiteX0" fmla="*/ 211889 w 2454792"/>
              <a:gd name="connsiteY0" fmla="*/ 879107 h 961184"/>
              <a:gd name="connsiteX1" fmla="*/ 0 w 2454792"/>
              <a:gd name="connsiteY1" fmla="*/ 480592 h 961184"/>
              <a:gd name="connsiteX2" fmla="*/ 480592 w 2454792"/>
              <a:gd name="connsiteY2" fmla="*/ 0 h 961184"/>
              <a:gd name="connsiteX3" fmla="*/ 2454792 w 2454792"/>
              <a:gd name="connsiteY3" fmla="*/ 0 h 961184"/>
              <a:gd name="connsiteX4" fmla="*/ 2424681 w 2454792"/>
              <a:gd name="connsiteY4" fmla="*/ 47102 h 961184"/>
              <a:gd name="connsiteX5" fmla="*/ 2398524 w 2454792"/>
              <a:gd name="connsiteY5" fmla="*/ 928944 h 961184"/>
              <a:gd name="connsiteX6" fmla="*/ 2416412 w 2454792"/>
              <a:gd name="connsiteY6" fmla="*/ 961184 h 961184"/>
              <a:gd name="connsiteX7" fmla="*/ 480592 w 2454792"/>
              <a:gd name="connsiteY7" fmla="*/ 961184 h 961184"/>
              <a:gd name="connsiteX8" fmla="*/ 211889 w 2454792"/>
              <a:gd name="connsiteY8" fmla="*/ 879107 h 961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54792" h="961184">
                <a:moveTo>
                  <a:pt x="211889" y="879107"/>
                </a:moveTo>
                <a:cubicBezTo>
                  <a:pt x="84050" y="792740"/>
                  <a:pt x="0" y="646481"/>
                  <a:pt x="0" y="480592"/>
                </a:cubicBezTo>
                <a:cubicBezTo>
                  <a:pt x="0" y="215168"/>
                  <a:pt x="215168" y="0"/>
                  <a:pt x="480592" y="0"/>
                </a:cubicBezTo>
                <a:lnTo>
                  <a:pt x="2454792" y="0"/>
                </a:lnTo>
                <a:lnTo>
                  <a:pt x="2424681" y="47102"/>
                </a:lnTo>
                <a:cubicBezTo>
                  <a:pt x="2264031" y="328769"/>
                  <a:pt x="2265103" y="658501"/>
                  <a:pt x="2398524" y="928944"/>
                </a:cubicBezTo>
                <a:lnTo>
                  <a:pt x="2416412" y="961184"/>
                </a:lnTo>
                <a:lnTo>
                  <a:pt x="480592" y="961184"/>
                </a:lnTo>
                <a:cubicBezTo>
                  <a:pt x="381058" y="961184"/>
                  <a:pt x="288592" y="930926"/>
                  <a:pt x="211889" y="879107"/>
                </a:cubicBezTo>
                <a:close/>
              </a:path>
            </a:pathLst>
          </a:custGeom>
          <a:solidFill>
            <a:srgbClr val="38AEE2">
              <a:alpha val="85000"/>
            </a:srgbClr>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lIns="1260000" rIns="0" rtlCol="0" anchor="ctr" anchorCtr="1">
            <a:noAutofit/>
          </a:bodyPr>
          <a:lstStyle/>
          <a:p>
            <a:r>
              <a:rPr lang="fr-FR" dirty="0"/>
              <a:t>Genre</a:t>
            </a:r>
          </a:p>
        </p:txBody>
      </p:sp>
      <p:sp>
        <p:nvSpPr>
          <p:cNvPr id="1070" name="Forme libre : forme 1069">
            <a:extLst>
              <a:ext uri="{FF2B5EF4-FFF2-40B4-BE49-F238E27FC236}">
                <a16:creationId xmlns:a16="http://schemas.microsoft.com/office/drawing/2014/main" id="{7B94469F-A7C9-295F-009E-726E91D55883}"/>
              </a:ext>
            </a:extLst>
          </p:cNvPr>
          <p:cNvSpPr/>
          <p:nvPr/>
        </p:nvSpPr>
        <p:spPr>
          <a:xfrm rot="8968133" flipV="1">
            <a:off x="3199002" y="3945078"/>
            <a:ext cx="2342160" cy="961184"/>
          </a:xfrm>
          <a:custGeom>
            <a:avLst/>
            <a:gdLst>
              <a:gd name="connsiteX0" fmla="*/ 37878 w 2342160"/>
              <a:gd name="connsiteY0" fmla="*/ 961184 h 961184"/>
              <a:gd name="connsiteX1" fmla="*/ 72790 w 2342160"/>
              <a:gd name="connsiteY1" fmla="*/ 892092 h 961184"/>
              <a:gd name="connsiteX2" fmla="*/ 11607 w 2342160"/>
              <a:gd name="connsiteY2" fmla="*/ 16838 h 961184"/>
              <a:gd name="connsiteX3" fmla="*/ 0 w 2342160"/>
              <a:gd name="connsiteY3" fmla="*/ 0 h 961184"/>
              <a:gd name="connsiteX4" fmla="*/ 1861568 w 2342160"/>
              <a:gd name="connsiteY4" fmla="*/ 0 h 961184"/>
              <a:gd name="connsiteX5" fmla="*/ 2342160 w 2342160"/>
              <a:gd name="connsiteY5" fmla="*/ 480592 h 961184"/>
              <a:gd name="connsiteX6" fmla="*/ 1861568 w 2342160"/>
              <a:gd name="connsiteY6" fmla="*/ 961184 h 961184"/>
              <a:gd name="connsiteX7" fmla="*/ 37878 w 2342160"/>
              <a:gd name="connsiteY7" fmla="*/ 961184 h 961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42160" h="961184">
                <a:moveTo>
                  <a:pt x="37878" y="961184"/>
                </a:moveTo>
                <a:lnTo>
                  <a:pt x="72790" y="892092"/>
                </a:lnTo>
                <a:cubicBezTo>
                  <a:pt x="201390" y="601885"/>
                  <a:pt x="171205" y="274350"/>
                  <a:pt x="11607" y="16838"/>
                </a:cubicBezTo>
                <a:lnTo>
                  <a:pt x="0" y="0"/>
                </a:lnTo>
                <a:lnTo>
                  <a:pt x="1861568" y="0"/>
                </a:lnTo>
                <a:cubicBezTo>
                  <a:pt x="2126992" y="-1"/>
                  <a:pt x="2342161" y="215168"/>
                  <a:pt x="2342160" y="480592"/>
                </a:cubicBezTo>
                <a:cubicBezTo>
                  <a:pt x="2342160" y="746016"/>
                  <a:pt x="2126992" y="961184"/>
                  <a:pt x="1861568" y="961184"/>
                </a:cubicBezTo>
                <a:lnTo>
                  <a:pt x="37878" y="961184"/>
                </a:lnTo>
                <a:close/>
              </a:path>
            </a:pathLst>
          </a:custGeom>
          <a:solidFill>
            <a:srgbClr val="38AEE2">
              <a:alpha val="85000"/>
            </a:srgbClr>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lIns="90000" rIns="1548000" rtlCol="0" anchor="ctr" anchorCtr="1">
            <a:noAutofit/>
          </a:bodyPr>
          <a:lstStyle/>
          <a:p>
            <a:r>
              <a:rPr lang="fr-FR" dirty="0"/>
              <a:t>Sexe</a:t>
            </a:r>
          </a:p>
        </p:txBody>
      </p:sp>
      <p:sp>
        <p:nvSpPr>
          <p:cNvPr id="38" name="Forme libre : forme 37">
            <a:extLst>
              <a:ext uri="{FF2B5EF4-FFF2-40B4-BE49-F238E27FC236}">
                <a16:creationId xmlns:a16="http://schemas.microsoft.com/office/drawing/2014/main" id="{2A4B8901-B123-4417-B111-8DFF8E1F88F2}"/>
              </a:ext>
            </a:extLst>
          </p:cNvPr>
          <p:cNvSpPr/>
          <p:nvPr/>
        </p:nvSpPr>
        <p:spPr>
          <a:xfrm rot="1784108">
            <a:off x="3198085" y="1925120"/>
            <a:ext cx="2377106" cy="961184"/>
          </a:xfrm>
          <a:custGeom>
            <a:avLst/>
            <a:gdLst>
              <a:gd name="connsiteX0" fmla="*/ 211888 w 2377106"/>
              <a:gd name="connsiteY0" fmla="*/ 82077 h 961184"/>
              <a:gd name="connsiteX1" fmla="*/ 480593 w 2377106"/>
              <a:gd name="connsiteY1" fmla="*/ 0 h 961184"/>
              <a:gd name="connsiteX2" fmla="*/ 2377106 w 2377106"/>
              <a:gd name="connsiteY2" fmla="*/ 0 h 961184"/>
              <a:gd name="connsiteX3" fmla="*/ 2345606 w 2377106"/>
              <a:gd name="connsiteY3" fmla="*/ 45759 h 961184"/>
              <a:gd name="connsiteX4" fmla="*/ 2284984 w 2377106"/>
              <a:gd name="connsiteY4" fmla="*/ 921052 h 961184"/>
              <a:gd name="connsiteX5" fmla="*/ 2305295 w 2377106"/>
              <a:gd name="connsiteY5" fmla="*/ 961184 h 961184"/>
              <a:gd name="connsiteX6" fmla="*/ 480592 w 2377106"/>
              <a:gd name="connsiteY6" fmla="*/ 961184 h 961184"/>
              <a:gd name="connsiteX7" fmla="*/ 0 w 2377106"/>
              <a:gd name="connsiteY7" fmla="*/ 480592 h 961184"/>
              <a:gd name="connsiteX8" fmla="*/ 211888 w 2377106"/>
              <a:gd name="connsiteY8" fmla="*/ 82077 h 961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77106" h="961184">
                <a:moveTo>
                  <a:pt x="211888" y="82077"/>
                </a:moveTo>
                <a:cubicBezTo>
                  <a:pt x="288592" y="30258"/>
                  <a:pt x="381059" y="0"/>
                  <a:pt x="480593" y="0"/>
                </a:cubicBezTo>
                <a:lnTo>
                  <a:pt x="2377106" y="0"/>
                </a:lnTo>
                <a:lnTo>
                  <a:pt x="2345606" y="45759"/>
                </a:lnTo>
                <a:cubicBezTo>
                  <a:pt x="2186173" y="303373"/>
                  <a:pt x="2156198" y="630928"/>
                  <a:pt x="2284984" y="921052"/>
                </a:cubicBezTo>
                <a:lnTo>
                  <a:pt x="2305295" y="961184"/>
                </a:lnTo>
                <a:lnTo>
                  <a:pt x="480592" y="961184"/>
                </a:lnTo>
                <a:cubicBezTo>
                  <a:pt x="215168" y="961184"/>
                  <a:pt x="0" y="746016"/>
                  <a:pt x="0" y="480592"/>
                </a:cubicBezTo>
                <a:cubicBezTo>
                  <a:pt x="0" y="314702"/>
                  <a:pt x="84050" y="168443"/>
                  <a:pt x="211888" y="82077"/>
                </a:cubicBezTo>
                <a:close/>
              </a:path>
            </a:pathLst>
          </a:custGeom>
          <a:solidFill>
            <a:srgbClr val="E32199">
              <a:alpha val="85000"/>
            </a:srgbClr>
          </a:solidFill>
          <a:ln w="38100">
            <a:solidFill>
              <a:schemeClr val="bg1"/>
            </a:solidFill>
          </a:ln>
        </p:spPr>
        <p:style>
          <a:lnRef idx="1">
            <a:schemeClr val="accent5"/>
          </a:lnRef>
          <a:fillRef idx="3">
            <a:schemeClr val="accent5"/>
          </a:fillRef>
          <a:effectRef idx="2">
            <a:schemeClr val="accent5"/>
          </a:effectRef>
          <a:fontRef idx="minor">
            <a:schemeClr val="lt1"/>
          </a:fontRef>
        </p:style>
        <p:txBody>
          <a:bodyPr wrap="square" lIns="90000" rIns="1188000" rtlCol="0" anchor="ctr" anchorCtr="1">
            <a:noAutofit/>
          </a:bodyPr>
          <a:lstStyle/>
          <a:p>
            <a:r>
              <a:rPr lang="fr-FR" dirty="0"/>
              <a:t>Ethnicité</a:t>
            </a:r>
          </a:p>
        </p:txBody>
      </p:sp>
      <p:sp>
        <p:nvSpPr>
          <p:cNvPr id="36" name="Forme libre : forme 35">
            <a:extLst>
              <a:ext uri="{FF2B5EF4-FFF2-40B4-BE49-F238E27FC236}">
                <a16:creationId xmlns:a16="http://schemas.microsoft.com/office/drawing/2014/main" id="{DC6610F2-4F02-CB26-60B6-9DEC7557BD89}"/>
              </a:ext>
            </a:extLst>
          </p:cNvPr>
          <p:cNvSpPr/>
          <p:nvPr/>
        </p:nvSpPr>
        <p:spPr>
          <a:xfrm rot="1784108">
            <a:off x="6589529" y="3885316"/>
            <a:ext cx="2457614" cy="961184"/>
          </a:xfrm>
          <a:custGeom>
            <a:avLst/>
            <a:gdLst>
              <a:gd name="connsiteX0" fmla="*/ 0 w 2457614"/>
              <a:gd name="connsiteY0" fmla="*/ 0 h 961184"/>
              <a:gd name="connsiteX1" fmla="*/ 1977022 w 2457614"/>
              <a:gd name="connsiteY1" fmla="*/ 0 h 961184"/>
              <a:gd name="connsiteX2" fmla="*/ 2457614 w 2457614"/>
              <a:gd name="connsiteY2" fmla="*/ 480592 h 961184"/>
              <a:gd name="connsiteX3" fmla="*/ 1977023 w 2457614"/>
              <a:gd name="connsiteY3" fmla="*/ 961184 h 961184"/>
              <a:gd name="connsiteX4" fmla="*/ 72306 w 2457614"/>
              <a:gd name="connsiteY4" fmla="*/ 961184 h 961184"/>
              <a:gd name="connsiteX5" fmla="*/ 74727 w 2457614"/>
              <a:gd name="connsiteY5" fmla="*/ 956814 h 961184"/>
              <a:gd name="connsiteX6" fmla="*/ 48005 w 2457614"/>
              <a:gd name="connsiteY6" fmla="*/ 74989 h 961184"/>
              <a:gd name="connsiteX7" fmla="*/ 0 w 2457614"/>
              <a:gd name="connsiteY7" fmla="*/ 0 h 961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57614" h="961184">
                <a:moveTo>
                  <a:pt x="0" y="0"/>
                </a:moveTo>
                <a:lnTo>
                  <a:pt x="1977022" y="0"/>
                </a:lnTo>
                <a:cubicBezTo>
                  <a:pt x="2242446" y="0"/>
                  <a:pt x="2457614" y="215168"/>
                  <a:pt x="2457614" y="480592"/>
                </a:cubicBezTo>
                <a:cubicBezTo>
                  <a:pt x="2457614" y="746016"/>
                  <a:pt x="2242447" y="961184"/>
                  <a:pt x="1977023" y="961184"/>
                </a:cubicBezTo>
                <a:lnTo>
                  <a:pt x="72306" y="961184"/>
                </a:lnTo>
                <a:lnTo>
                  <a:pt x="74727" y="956814"/>
                </a:lnTo>
                <a:cubicBezTo>
                  <a:pt x="207975" y="686285"/>
                  <a:pt x="208835" y="356553"/>
                  <a:pt x="48005" y="74989"/>
                </a:cubicBezTo>
                <a:lnTo>
                  <a:pt x="0" y="0"/>
                </a:lnTo>
                <a:close/>
              </a:path>
            </a:pathLst>
          </a:custGeom>
          <a:solidFill>
            <a:srgbClr val="E32199">
              <a:alpha val="85000"/>
            </a:srgbClr>
          </a:solidFill>
          <a:ln w="38100">
            <a:solidFill>
              <a:schemeClr val="bg1"/>
            </a:solidFill>
          </a:ln>
        </p:spPr>
        <p:style>
          <a:lnRef idx="1">
            <a:schemeClr val="accent5"/>
          </a:lnRef>
          <a:fillRef idx="3">
            <a:schemeClr val="accent5"/>
          </a:fillRef>
          <a:effectRef idx="2">
            <a:schemeClr val="accent5"/>
          </a:effectRef>
          <a:fontRef idx="minor">
            <a:schemeClr val="lt1"/>
          </a:fontRef>
        </p:style>
        <p:txBody>
          <a:bodyPr wrap="square" lIns="1188000" rIns="0" rtlCol="0" anchor="ctr" anchorCtr="1">
            <a:noAutofit/>
          </a:bodyPr>
          <a:lstStyle/>
          <a:p>
            <a:r>
              <a:rPr lang="fr-FR" dirty="0"/>
              <a:t>Culture</a:t>
            </a:r>
          </a:p>
        </p:txBody>
      </p:sp>
      <p:sp>
        <p:nvSpPr>
          <p:cNvPr id="1230" name="Forme libre : forme 1229">
            <a:extLst>
              <a:ext uri="{FF2B5EF4-FFF2-40B4-BE49-F238E27FC236}">
                <a16:creationId xmlns:a16="http://schemas.microsoft.com/office/drawing/2014/main" id="{1222B73E-5152-91AA-96AF-CDD5313C4B92}"/>
              </a:ext>
            </a:extLst>
          </p:cNvPr>
          <p:cNvSpPr/>
          <p:nvPr/>
        </p:nvSpPr>
        <p:spPr>
          <a:xfrm>
            <a:off x="5958818" y="2482396"/>
            <a:ext cx="362023" cy="408251"/>
          </a:xfrm>
          <a:custGeom>
            <a:avLst/>
            <a:gdLst>
              <a:gd name="connsiteX0" fmla="*/ 176044 w 362023"/>
              <a:gd name="connsiteY0" fmla="*/ 0 h 408251"/>
              <a:gd name="connsiteX1" fmla="*/ 180773 w 362023"/>
              <a:gd name="connsiteY1" fmla="*/ 238 h 408251"/>
              <a:gd name="connsiteX2" fmla="*/ 362023 w 362023"/>
              <a:gd name="connsiteY2" fmla="*/ 309359 h 408251"/>
              <a:gd name="connsiteX3" fmla="*/ 188635 w 362023"/>
              <a:gd name="connsiteY3" fmla="*/ 408251 h 408251"/>
              <a:gd name="connsiteX4" fmla="*/ 0 w 362023"/>
              <a:gd name="connsiteY4" fmla="*/ 300503 h 408251"/>
              <a:gd name="connsiteX5" fmla="*/ 176044 w 362023"/>
              <a:gd name="connsiteY5" fmla="*/ 0 h 4082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62023" h="408251">
                <a:moveTo>
                  <a:pt x="176044" y="0"/>
                </a:moveTo>
                <a:lnTo>
                  <a:pt x="180773" y="238"/>
                </a:lnTo>
                <a:lnTo>
                  <a:pt x="362023" y="309359"/>
                </a:lnTo>
                <a:lnTo>
                  <a:pt x="188635" y="408251"/>
                </a:lnTo>
                <a:lnTo>
                  <a:pt x="0" y="300503"/>
                </a:lnTo>
                <a:lnTo>
                  <a:pt x="176044" y="0"/>
                </a:lnTo>
                <a:close/>
              </a:path>
            </a:pathLst>
          </a:custGeom>
          <a:solidFill>
            <a:srgbClr val="FF0000"/>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1231" name="Forme libre : forme 1230">
            <a:extLst>
              <a:ext uri="{FF2B5EF4-FFF2-40B4-BE49-F238E27FC236}">
                <a16:creationId xmlns:a16="http://schemas.microsoft.com/office/drawing/2014/main" id="{3BC9DD34-C664-C042-7163-A9EADA0C8106}"/>
              </a:ext>
            </a:extLst>
          </p:cNvPr>
          <p:cNvSpPr/>
          <p:nvPr/>
        </p:nvSpPr>
        <p:spPr>
          <a:xfrm>
            <a:off x="5573626" y="2586479"/>
            <a:ext cx="385192" cy="394225"/>
          </a:xfrm>
          <a:custGeom>
            <a:avLst/>
            <a:gdLst>
              <a:gd name="connsiteX0" fmla="*/ 41321 w 385192"/>
              <a:gd name="connsiteY0" fmla="*/ 0 h 394225"/>
              <a:gd name="connsiteX1" fmla="*/ 385192 w 385192"/>
              <a:gd name="connsiteY1" fmla="*/ 196420 h 394225"/>
              <a:gd name="connsiteX2" fmla="*/ 269311 w 385192"/>
              <a:gd name="connsiteY2" fmla="*/ 394225 h 394225"/>
              <a:gd name="connsiteX3" fmla="*/ 0 w 385192"/>
              <a:gd name="connsiteY3" fmla="*/ 394225 h 394225"/>
              <a:gd name="connsiteX4" fmla="*/ 0 w 385192"/>
              <a:gd name="connsiteY4" fmla="*/ 23412 h 394225"/>
              <a:gd name="connsiteX5" fmla="*/ 27877 w 385192"/>
              <a:gd name="connsiteY5" fmla="*/ 6476 h 394225"/>
              <a:gd name="connsiteX6" fmla="*/ 41321 w 385192"/>
              <a:gd name="connsiteY6" fmla="*/ 0 h 394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2" h="394225">
                <a:moveTo>
                  <a:pt x="41321" y="0"/>
                </a:moveTo>
                <a:lnTo>
                  <a:pt x="385192" y="196420"/>
                </a:lnTo>
                <a:lnTo>
                  <a:pt x="269311" y="394225"/>
                </a:lnTo>
                <a:lnTo>
                  <a:pt x="0" y="394225"/>
                </a:lnTo>
                <a:lnTo>
                  <a:pt x="0" y="23412"/>
                </a:lnTo>
                <a:lnTo>
                  <a:pt x="27877" y="6476"/>
                </a:lnTo>
                <a:lnTo>
                  <a:pt x="41321" y="0"/>
                </a:lnTo>
                <a:close/>
              </a:path>
            </a:pathLst>
          </a:custGeom>
          <a:solidFill>
            <a:srgbClr val="FF0000"/>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1232" name="Forme libre : forme 1231">
            <a:extLst>
              <a:ext uri="{FF2B5EF4-FFF2-40B4-BE49-F238E27FC236}">
                <a16:creationId xmlns:a16="http://schemas.microsoft.com/office/drawing/2014/main" id="{79069AD4-DFFA-302B-87F7-FD332B5CD055}"/>
              </a:ext>
            </a:extLst>
          </p:cNvPr>
          <p:cNvSpPr/>
          <p:nvPr/>
        </p:nvSpPr>
        <p:spPr>
          <a:xfrm>
            <a:off x="6534810" y="2609891"/>
            <a:ext cx="50736" cy="59826"/>
          </a:xfrm>
          <a:custGeom>
            <a:avLst/>
            <a:gdLst>
              <a:gd name="connsiteX0" fmla="*/ 0 w 50736"/>
              <a:gd name="connsiteY0" fmla="*/ 0 h 59826"/>
              <a:gd name="connsiteX1" fmla="*/ 50431 w 50736"/>
              <a:gd name="connsiteY1" fmla="*/ 30637 h 59826"/>
              <a:gd name="connsiteX2" fmla="*/ 50736 w 50736"/>
              <a:gd name="connsiteY2" fmla="*/ 30888 h 59826"/>
              <a:gd name="connsiteX3" fmla="*/ 0 w 50736"/>
              <a:gd name="connsiteY3" fmla="*/ 59826 h 59826"/>
              <a:gd name="connsiteX4" fmla="*/ 0 w 50736"/>
              <a:gd name="connsiteY4" fmla="*/ 0 h 598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736" h="59826">
                <a:moveTo>
                  <a:pt x="0" y="0"/>
                </a:moveTo>
                <a:lnTo>
                  <a:pt x="50431" y="30637"/>
                </a:lnTo>
                <a:lnTo>
                  <a:pt x="50736" y="30888"/>
                </a:lnTo>
                <a:lnTo>
                  <a:pt x="0" y="59826"/>
                </a:lnTo>
                <a:lnTo>
                  <a:pt x="0" y="0"/>
                </a:lnTo>
                <a:close/>
              </a:path>
            </a:pathLst>
          </a:custGeom>
          <a:solidFill>
            <a:srgbClr val="FF0000"/>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1233" name="Forme libre : forme 1232">
            <a:extLst>
              <a:ext uri="{FF2B5EF4-FFF2-40B4-BE49-F238E27FC236}">
                <a16:creationId xmlns:a16="http://schemas.microsoft.com/office/drawing/2014/main" id="{5C9061C7-E220-E791-A3DC-25C14E06416D}"/>
              </a:ext>
            </a:extLst>
          </p:cNvPr>
          <p:cNvSpPr/>
          <p:nvPr/>
        </p:nvSpPr>
        <p:spPr>
          <a:xfrm>
            <a:off x="6320841" y="2669717"/>
            <a:ext cx="213969" cy="310987"/>
          </a:xfrm>
          <a:custGeom>
            <a:avLst/>
            <a:gdLst>
              <a:gd name="connsiteX0" fmla="*/ 213969 w 213969"/>
              <a:gd name="connsiteY0" fmla="*/ 0 h 310987"/>
              <a:gd name="connsiteX1" fmla="*/ 213969 w 213969"/>
              <a:gd name="connsiteY1" fmla="*/ 310987 h 310987"/>
              <a:gd name="connsiteX2" fmla="*/ 110789 w 213969"/>
              <a:gd name="connsiteY2" fmla="*/ 310987 h 310987"/>
              <a:gd name="connsiteX3" fmla="*/ 0 w 213969"/>
              <a:gd name="connsiteY3" fmla="*/ 122038 h 310987"/>
              <a:gd name="connsiteX4" fmla="*/ 213969 w 213969"/>
              <a:gd name="connsiteY4" fmla="*/ 0 h 3109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969" h="310987">
                <a:moveTo>
                  <a:pt x="213969" y="0"/>
                </a:moveTo>
                <a:lnTo>
                  <a:pt x="213969" y="310987"/>
                </a:lnTo>
                <a:lnTo>
                  <a:pt x="110789" y="310987"/>
                </a:lnTo>
                <a:lnTo>
                  <a:pt x="0" y="122038"/>
                </a:lnTo>
                <a:lnTo>
                  <a:pt x="213969" y="0"/>
                </a:lnTo>
                <a:close/>
              </a:path>
            </a:pathLst>
          </a:custGeom>
          <a:solidFill>
            <a:srgbClr val="FF0000"/>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1234" name="Forme libre : forme 1233">
            <a:extLst>
              <a:ext uri="{FF2B5EF4-FFF2-40B4-BE49-F238E27FC236}">
                <a16:creationId xmlns:a16="http://schemas.microsoft.com/office/drawing/2014/main" id="{2748F3DA-9E19-737E-4D4E-F5C76E15A83F}"/>
              </a:ext>
            </a:extLst>
          </p:cNvPr>
          <p:cNvSpPr/>
          <p:nvPr/>
        </p:nvSpPr>
        <p:spPr>
          <a:xfrm>
            <a:off x="5989556" y="2890647"/>
            <a:ext cx="315558" cy="90057"/>
          </a:xfrm>
          <a:custGeom>
            <a:avLst/>
            <a:gdLst>
              <a:gd name="connsiteX0" fmla="*/ 157897 w 315558"/>
              <a:gd name="connsiteY0" fmla="*/ 0 h 90057"/>
              <a:gd name="connsiteX1" fmla="*/ 315558 w 315558"/>
              <a:gd name="connsiteY1" fmla="*/ 90057 h 90057"/>
              <a:gd name="connsiteX2" fmla="*/ 0 w 315558"/>
              <a:gd name="connsiteY2" fmla="*/ 90057 h 90057"/>
              <a:gd name="connsiteX3" fmla="*/ 157897 w 315558"/>
              <a:gd name="connsiteY3" fmla="*/ 0 h 90057"/>
            </a:gdLst>
            <a:ahLst/>
            <a:cxnLst>
              <a:cxn ang="0">
                <a:pos x="connsiteX0" y="connsiteY0"/>
              </a:cxn>
              <a:cxn ang="0">
                <a:pos x="connsiteX1" y="connsiteY1"/>
              </a:cxn>
              <a:cxn ang="0">
                <a:pos x="connsiteX2" y="connsiteY2"/>
              </a:cxn>
              <a:cxn ang="0">
                <a:pos x="connsiteX3" y="connsiteY3"/>
              </a:cxn>
            </a:cxnLst>
            <a:rect l="l" t="t" r="r" b="b"/>
            <a:pathLst>
              <a:path w="315558" h="90057">
                <a:moveTo>
                  <a:pt x="157897" y="0"/>
                </a:moveTo>
                <a:lnTo>
                  <a:pt x="315558" y="90057"/>
                </a:lnTo>
                <a:lnTo>
                  <a:pt x="0" y="90057"/>
                </a:lnTo>
                <a:lnTo>
                  <a:pt x="157897" y="0"/>
                </a:lnTo>
                <a:close/>
              </a:path>
            </a:pathLst>
          </a:custGeom>
          <a:solidFill>
            <a:srgbClr val="FF0000"/>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1235" name="Forme libre : forme 1234">
            <a:extLst>
              <a:ext uri="{FF2B5EF4-FFF2-40B4-BE49-F238E27FC236}">
                <a16:creationId xmlns:a16="http://schemas.microsoft.com/office/drawing/2014/main" id="{5C3C4816-0595-893E-E18D-4699188D38EA}"/>
              </a:ext>
            </a:extLst>
          </p:cNvPr>
          <p:cNvSpPr/>
          <p:nvPr/>
        </p:nvSpPr>
        <p:spPr>
          <a:xfrm>
            <a:off x="5216517" y="2895857"/>
            <a:ext cx="100887" cy="84847"/>
          </a:xfrm>
          <a:custGeom>
            <a:avLst/>
            <a:gdLst>
              <a:gd name="connsiteX0" fmla="*/ 51138 w 100887"/>
              <a:gd name="connsiteY0" fmla="*/ 0 h 84847"/>
              <a:gd name="connsiteX1" fmla="*/ 100887 w 100887"/>
              <a:gd name="connsiteY1" fmla="*/ 84847 h 84847"/>
              <a:gd name="connsiteX2" fmla="*/ 0 w 100887"/>
              <a:gd name="connsiteY2" fmla="*/ 84847 h 84847"/>
              <a:gd name="connsiteX3" fmla="*/ 2567 w 100887"/>
              <a:gd name="connsiteY3" fmla="*/ 79517 h 84847"/>
              <a:gd name="connsiteX4" fmla="*/ 50140 w 100887"/>
              <a:gd name="connsiteY4" fmla="*/ 1209 h 84847"/>
              <a:gd name="connsiteX5" fmla="*/ 51138 w 100887"/>
              <a:gd name="connsiteY5" fmla="*/ 0 h 84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887" h="84847">
                <a:moveTo>
                  <a:pt x="51138" y="0"/>
                </a:moveTo>
                <a:lnTo>
                  <a:pt x="100887" y="84847"/>
                </a:lnTo>
                <a:lnTo>
                  <a:pt x="0" y="84847"/>
                </a:lnTo>
                <a:lnTo>
                  <a:pt x="2567" y="79517"/>
                </a:lnTo>
                <a:cubicBezTo>
                  <a:pt x="17188" y="52602"/>
                  <a:pt x="33072" y="26473"/>
                  <a:pt x="50140" y="1209"/>
                </a:cubicBezTo>
                <a:lnTo>
                  <a:pt x="51138" y="0"/>
                </a:lnTo>
                <a:close/>
              </a:path>
            </a:pathLst>
          </a:custGeom>
          <a:solidFill>
            <a:srgbClr val="FF0000"/>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1236" name="Forme libre : forme 1235">
            <a:extLst>
              <a:ext uri="{FF2B5EF4-FFF2-40B4-BE49-F238E27FC236}">
                <a16:creationId xmlns:a16="http://schemas.microsoft.com/office/drawing/2014/main" id="{D855C422-D44B-A953-8225-EF3FF2073DAC}"/>
              </a:ext>
            </a:extLst>
          </p:cNvPr>
          <p:cNvSpPr/>
          <p:nvPr/>
        </p:nvSpPr>
        <p:spPr>
          <a:xfrm>
            <a:off x="5317404" y="2980704"/>
            <a:ext cx="256222" cy="287289"/>
          </a:xfrm>
          <a:custGeom>
            <a:avLst/>
            <a:gdLst>
              <a:gd name="connsiteX0" fmla="*/ 0 w 256222"/>
              <a:gd name="connsiteY0" fmla="*/ 0 h 287289"/>
              <a:gd name="connsiteX1" fmla="*/ 256222 w 256222"/>
              <a:gd name="connsiteY1" fmla="*/ 0 h 287289"/>
              <a:gd name="connsiteX2" fmla="*/ 256222 w 256222"/>
              <a:gd name="connsiteY2" fmla="*/ 237227 h 287289"/>
              <a:gd name="connsiteX3" fmla="*/ 168449 w 256222"/>
              <a:gd name="connsiteY3" fmla="*/ 287289 h 287289"/>
              <a:gd name="connsiteX4" fmla="*/ 0 w 256222"/>
              <a:gd name="connsiteY4" fmla="*/ 0 h 2872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6222" h="287289">
                <a:moveTo>
                  <a:pt x="0" y="0"/>
                </a:moveTo>
                <a:lnTo>
                  <a:pt x="256222" y="0"/>
                </a:lnTo>
                <a:lnTo>
                  <a:pt x="256222" y="237227"/>
                </a:lnTo>
                <a:lnTo>
                  <a:pt x="168449" y="287289"/>
                </a:lnTo>
                <a:lnTo>
                  <a:pt x="0" y="0"/>
                </a:lnTo>
                <a:close/>
              </a:path>
            </a:pathLst>
          </a:custGeom>
          <a:solidFill>
            <a:srgbClr val="FF0000"/>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1237" name="Forme libre : forme 1236">
            <a:extLst>
              <a:ext uri="{FF2B5EF4-FFF2-40B4-BE49-F238E27FC236}">
                <a16:creationId xmlns:a16="http://schemas.microsoft.com/office/drawing/2014/main" id="{D7AD6FD4-F770-2C62-6D30-BA3972D593F3}"/>
              </a:ext>
            </a:extLst>
          </p:cNvPr>
          <p:cNvSpPr/>
          <p:nvPr/>
        </p:nvSpPr>
        <p:spPr>
          <a:xfrm>
            <a:off x="5769365" y="2980704"/>
            <a:ext cx="220191" cy="125587"/>
          </a:xfrm>
          <a:custGeom>
            <a:avLst/>
            <a:gdLst>
              <a:gd name="connsiteX0" fmla="*/ 73572 w 220191"/>
              <a:gd name="connsiteY0" fmla="*/ 0 h 125587"/>
              <a:gd name="connsiteX1" fmla="*/ 220191 w 220191"/>
              <a:gd name="connsiteY1" fmla="*/ 0 h 125587"/>
              <a:gd name="connsiteX2" fmla="*/ 0 w 220191"/>
              <a:gd name="connsiteY2" fmla="*/ 125587 h 125587"/>
              <a:gd name="connsiteX3" fmla="*/ 73572 w 220191"/>
              <a:gd name="connsiteY3" fmla="*/ 0 h 125587"/>
            </a:gdLst>
            <a:ahLst/>
            <a:cxnLst>
              <a:cxn ang="0">
                <a:pos x="connsiteX0" y="connsiteY0"/>
              </a:cxn>
              <a:cxn ang="0">
                <a:pos x="connsiteX1" y="connsiteY1"/>
              </a:cxn>
              <a:cxn ang="0">
                <a:pos x="connsiteX2" y="connsiteY2"/>
              </a:cxn>
              <a:cxn ang="0">
                <a:pos x="connsiteX3" y="connsiteY3"/>
              </a:cxn>
            </a:cxnLst>
            <a:rect l="l" t="t" r="r" b="b"/>
            <a:pathLst>
              <a:path w="220191" h="125587">
                <a:moveTo>
                  <a:pt x="73572" y="0"/>
                </a:moveTo>
                <a:lnTo>
                  <a:pt x="220191" y="0"/>
                </a:lnTo>
                <a:lnTo>
                  <a:pt x="0" y="125587"/>
                </a:lnTo>
                <a:lnTo>
                  <a:pt x="73572" y="0"/>
                </a:lnTo>
                <a:close/>
              </a:path>
            </a:pathLst>
          </a:custGeom>
          <a:solidFill>
            <a:srgbClr val="FF0000"/>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1238" name="Forme libre : forme 1237">
            <a:extLst>
              <a:ext uri="{FF2B5EF4-FFF2-40B4-BE49-F238E27FC236}">
                <a16:creationId xmlns:a16="http://schemas.microsoft.com/office/drawing/2014/main" id="{2B68311E-CC72-0CAE-0EC1-9E72A5F285C6}"/>
              </a:ext>
            </a:extLst>
          </p:cNvPr>
          <p:cNvSpPr/>
          <p:nvPr/>
        </p:nvSpPr>
        <p:spPr>
          <a:xfrm>
            <a:off x="6305114" y="2980704"/>
            <a:ext cx="190226" cy="108658"/>
          </a:xfrm>
          <a:custGeom>
            <a:avLst/>
            <a:gdLst>
              <a:gd name="connsiteX0" fmla="*/ 0 w 190226"/>
              <a:gd name="connsiteY0" fmla="*/ 0 h 108658"/>
              <a:gd name="connsiteX1" fmla="*/ 126516 w 190226"/>
              <a:gd name="connsiteY1" fmla="*/ 0 h 108658"/>
              <a:gd name="connsiteX2" fmla="*/ 190226 w 190226"/>
              <a:gd name="connsiteY2" fmla="*/ 108658 h 108658"/>
              <a:gd name="connsiteX3" fmla="*/ 0 w 190226"/>
              <a:gd name="connsiteY3" fmla="*/ 0 h 108658"/>
            </a:gdLst>
            <a:ahLst/>
            <a:cxnLst>
              <a:cxn ang="0">
                <a:pos x="connsiteX0" y="connsiteY0"/>
              </a:cxn>
              <a:cxn ang="0">
                <a:pos x="connsiteX1" y="connsiteY1"/>
              </a:cxn>
              <a:cxn ang="0">
                <a:pos x="connsiteX2" y="connsiteY2"/>
              </a:cxn>
              <a:cxn ang="0">
                <a:pos x="connsiteX3" y="connsiteY3"/>
              </a:cxn>
            </a:cxnLst>
            <a:rect l="l" t="t" r="r" b="b"/>
            <a:pathLst>
              <a:path w="190226" h="108658">
                <a:moveTo>
                  <a:pt x="0" y="0"/>
                </a:moveTo>
                <a:lnTo>
                  <a:pt x="126516" y="0"/>
                </a:lnTo>
                <a:lnTo>
                  <a:pt x="190226" y="108658"/>
                </a:lnTo>
                <a:lnTo>
                  <a:pt x="0" y="0"/>
                </a:lnTo>
                <a:close/>
              </a:path>
            </a:pathLst>
          </a:custGeom>
          <a:solidFill>
            <a:srgbClr val="FF0000"/>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1239" name="Forme libre : forme 1238">
            <a:extLst>
              <a:ext uri="{FF2B5EF4-FFF2-40B4-BE49-F238E27FC236}">
                <a16:creationId xmlns:a16="http://schemas.microsoft.com/office/drawing/2014/main" id="{D0EBB222-003B-DFED-D66F-5B70FB2F9AE7}"/>
              </a:ext>
            </a:extLst>
          </p:cNvPr>
          <p:cNvSpPr/>
          <p:nvPr/>
        </p:nvSpPr>
        <p:spPr>
          <a:xfrm>
            <a:off x="6534810" y="2980704"/>
            <a:ext cx="386439" cy="278962"/>
          </a:xfrm>
          <a:custGeom>
            <a:avLst/>
            <a:gdLst>
              <a:gd name="connsiteX0" fmla="*/ 0 w 386439"/>
              <a:gd name="connsiteY0" fmla="*/ 0 h 278962"/>
              <a:gd name="connsiteX1" fmla="*/ 357110 w 386439"/>
              <a:gd name="connsiteY1" fmla="*/ 0 h 278962"/>
              <a:gd name="connsiteX2" fmla="*/ 386439 w 386439"/>
              <a:gd name="connsiteY2" fmla="*/ 60883 h 278962"/>
              <a:gd name="connsiteX3" fmla="*/ 258681 w 386439"/>
              <a:gd name="connsiteY3" fmla="*/ 278962 h 278962"/>
              <a:gd name="connsiteX4" fmla="*/ 0 w 386439"/>
              <a:gd name="connsiteY4" fmla="*/ 131203 h 278962"/>
              <a:gd name="connsiteX5" fmla="*/ 0 w 386439"/>
              <a:gd name="connsiteY5" fmla="*/ 0 h 278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6439" h="278962">
                <a:moveTo>
                  <a:pt x="0" y="0"/>
                </a:moveTo>
                <a:lnTo>
                  <a:pt x="357110" y="0"/>
                </a:lnTo>
                <a:lnTo>
                  <a:pt x="386439" y="60883"/>
                </a:lnTo>
                <a:lnTo>
                  <a:pt x="258681" y="278962"/>
                </a:lnTo>
                <a:lnTo>
                  <a:pt x="0" y="131203"/>
                </a:lnTo>
                <a:lnTo>
                  <a:pt x="0" y="0"/>
                </a:lnTo>
                <a:close/>
              </a:path>
            </a:pathLst>
          </a:custGeom>
          <a:solidFill>
            <a:srgbClr val="FF0000"/>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1240" name="Forme libre : forme 1239">
            <a:extLst>
              <a:ext uri="{FF2B5EF4-FFF2-40B4-BE49-F238E27FC236}">
                <a16:creationId xmlns:a16="http://schemas.microsoft.com/office/drawing/2014/main" id="{8AC26839-ADAA-B79B-C6EB-83E6A8693EDF}"/>
              </a:ext>
            </a:extLst>
          </p:cNvPr>
          <p:cNvSpPr/>
          <p:nvPr/>
        </p:nvSpPr>
        <p:spPr>
          <a:xfrm>
            <a:off x="6495340" y="3089362"/>
            <a:ext cx="39470" cy="67316"/>
          </a:xfrm>
          <a:custGeom>
            <a:avLst/>
            <a:gdLst>
              <a:gd name="connsiteX0" fmla="*/ 0 w 39470"/>
              <a:gd name="connsiteY0" fmla="*/ 0 h 67316"/>
              <a:gd name="connsiteX1" fmla="*/ 39470 w 39470"/>
              <a:gd name="connsiteY1" fmla="*/ 22545 h 67316"/>
              <a:gd name="connsiteX2" fmla="*/ 39470 w 39470"/>
              <a:gd name="connsiteY2" fmla="*/ 67316 h 67316"/>
              <a:gd name="connsiteX3" fmla="*/ 0 w 39470"/>
              <a:gd name="connsiteY3" fmla="*/ 0 h 67316"/>
            </a:gdLst>
            <a:ahLst/>
            <a:cxnLst>
              <a:cxn ang="0">
                <a:pos x="connsiteX0" y="connsiteY0"/>
              </a:cxn>
              <a:cxn ang="0">
                <a:pos x="connsiteX1" y="connsiteY1"/>
              </a:cxn>
              <a:cxn ang="0">
                <a:pos x="connsiteX2" y="connsiteY2"/>
              </a:cxn>
              <a:cxn ang="0">
                <a:pos x="connsiteX3" y="connsiteY3"/>
              </a:cxn>
            </a:cxnLst>
            <a:rect l="l" t="t" r="r" b="b"/>
            <a:pathLst>
              <a:path w="39470" h="67316">
                <a:moveTo>
                  <a:pt x="0" y="0"/>
                </a:moveTo>
                <a:lnTo>
                  <a:pt x="39470" y="22545"/>
                </a:lnTo>
                <a:lnTo>
                  <a:pt x="39470" y="67316"/>
                </a:lnTo>
                <a:lnTo>
                  <a:pt x="0" y="0"/>
                </a:lnTo>
                <a:close/>
              </a:path>
            </a:pathLst>
          </a:custGeom>
          <a:solidFill>
            <a:srgbClr val="FF0000"/>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1241" name="Forme libre : forme 1240">
            <a:extLst>
              <a:ext uri="{FF2B5EF4-FFF2-40B4-BE49-F238E27FC236}">
                <a16:creationId xmlns:a16="http://schemas.microsoft.com/office/drawing/2014/main" id="{00823AB7-302D-0E55-07C2-17851A69B0BC}"/>
              </a:ext>
            </a:extLst>
          </p:cNvPr>
          <p:cNvSpPr/>
          <p:nvPr/>
        </p:nvSpPr>
        <p:spPr>
          <a:xfrm>
            <a:off x="5573626" y="3106291"/>
            <a:ext cx="195739" cy="322755"/>
          </a:xfrm>
          <a:custGeom>
            <a:avLst/>
            <a:gdLst>
              <a:gd name="connsiteX0" fmla="*/ 195739 w 195739"/>
              <a:gd name="connsiteY0" fmla="*/ 0 h 322755"/>
              <a:gd name="connsiteX1" fmla="*/ 6659 w 195739"/>
              <a:gd name="connsiteY1" fmla="*/ 322755 h 322755"/>
              <a:gd name="connsiteX2" fmla="*/ 0 w 195739"/>
              <a:gd name="connsiteY2" fmla="*/ 311398 h 322755"/>
              <a:gd name="connsiteX3" fmla="*/ 0 w 195739"/>
              <a:gd name="connsiteY3" fmla="*/ 111640 h 322755"/>
              <a:gd name="connsiteX4" fmla="*/ 195739 w 195739"/>
              <a:gd name="connsiteY4" fmla="*/ 0 h 3227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739" h="322755">
                <a:moveTo>
                  <a:pt x="195739" y="0"/>
                </a:moveTo>
                <a:lnTo>
                  <a:pt x="6659" y="322755"/>
                </a:lnTo>
                <a:lnTo>
                  <a:pt x="0" y="311398"/>
                </a:lnTo>
                <a:lnTo>
                  <a:pt x="0" y="111640"/>
                </a:lnTo>
                <a:lnTo>
                  <a:pt x="195739" y="0"/>
                </a:lnTo>
                <a:close/>
              </a:path>
            </a:pathLst>
          </a:custGeom>
          <a:solidFill>
            <a:srgbClr val="FF0000"/>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1242" name="Forme libre : forme 1241">
            <a:extLst>
              <a:ext uri="{FF2B5EF4-FFF2-40B4-BE49-F238E27FC236}">
                <a16:creationId xmlns:a16="http://schemas.microsoft.com/office/drawing/2014/main" id="{6151CA26-5BAD-9F86-62A8-839A6598E38B}"/>
              </a:ext>
            </a:extLst>
          </p:cNvPr>
          <p:cNvSpPr/>
          <p:nvPr/>
        </p:nvSpPr>
        <p:spPr>
          <a:xfrm>
            <a:off x="6534810" y="3156678"/>
            <a:ext cx="159577" cy="544550"/>
          </a:xfrm>
          <a:custGeom>
            <a:avLst/>
            <a:gdLst>
              <a:gd name="connsiteX0" fmla="*/ 0 w 159577"/>
              <a:gd name="connsiteY0" fmla="*/ 0 h 544550"/>
              <a:gd name="connsiteX1" fmla="*/ 159577 w 159577"/>
              <a:gd name="connsiteY1" fmla="*/ 272156 h 544550"/>
              <a:gd name="connsiteX2" fmla="*/ 0 w 159577"/>
              <a:gd name="connsiteY2" fmla="*/ 544550 h 544550"/>
              <a:gd name="connsiteX3" fmla="*/ 0 w 159577"/>
              <a:gd name="connsiteY3" fmla="*/ 0 h 544550"/>
            </a:gdLst>
            <a:ahLst/>
            <a:cxnLst>
              <a:cxn ang="0">
                <a:pos x="connsiteX0" y="connsiteY0"/>
              </a:cxn>
              <a:cxn ang="0">
                <a:pos x="connsiteX1" y="connsiteY1"/>
              </a:cxn>
              <a:cxn ang="0">
                <a:pos x="connsiteX2" y="connsiteY2"/>
              </a:cxn>
              <a:cxn ang="0">
                <a:pos x="connsiteX3" y="connsiteY3"/>
              </a:cxn>
            </a:cxnLst>
            <a:rect l="l" t="t" r="r" b="b"/>
            <a:pathLst>
              <a:path w="159577" h="544550">
                <a:moveTo>
                  <a:pt x="0" y="0"/>
                </a:moveTo>
                <a:lnTo>
                  <a:pt x="159577" y="272156"/>
                </a:lnTo>
                <a:lnTo>
                  <a:pt x="0" y="544550"/>
                </a:lnTo>
                <a:lnTo>
                  <a:pt x="0" y="0"/>
                </a:lnTo>
                <a:close/>
              </a:path>
            </a:pathLst>
          </a:custGeom>
          <a:solidFill>
            <a:srgbClr val="FF0000"/>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1243" name="Forme libre : forme 1242">
            <a:extLst>
              <a:ext uri="{FF2B5EF4-FFF2-40B4-BE49-F238E27FC236}">
                <a16:creationId xmlns:a16="http://schemas.microsoft.com/office/drawing/2014/main" id="{1E669138-1B69-6F09-B6A4-9B4DE73056D4}"/>
              </a:ext>
            </a:extLst>
          </p:cNvPr>
          <p:cNvSpPr/>
          <p:nvPr/>
        </p:nvSpPr>
        <p:spPr>
          <a:xfrm>
            <a:off x="6694387" y="3259666"/>
            <a:ext cx="309597" cy="361311"/>
          </a:xfrm>
          <a:custGeom>
            <a:avLst/>
            <a:gdLst>
              <a:gd name="connsiteX0" fmla="*/ 99104 w 309597"/>
              <a:gd name="connsiteY0" fmla="*/ 0 h 361311"/>
              <a:gd name="connsiteX1" fmla="*/ 307091 w 309597"/>
              <a:gd name="connsiteY1" fmla="*/ 118803 h 361311"/>
              <a:gd name="connsiteX2" fmla="*/ 309597 w 309597"/>
              <a:gd name="connsiteY2" fmla="*/ 168423 h 361311"/>
              <a:gd name="connsiteX3" fmla="*/ 305408 w 309597"/>
              <a:gd name="connsiteY3" fmla="*/ 251377 h 361311"/>
              <a:gd name="connsiteX4" fmla="*/ 112661 w 309597"/>
              <a:gd name="connsiteY4" fmla="*/ 361311 h 361311"/>
              <a:gd name="connsiteX5" fmla="*/ 0 w 309597"/>
              <a:gd name="connsiteY5" fmla="*/ 169168 h 361311"/>
              <a:gd name="connsiteX6" fmla="*/ 99104 w 309597"/>
              <a:gd name="connsiteY6" fmla="*/ 0 h 3613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9597" h="361311">
                <a:moveTo>
                  <a:pt x="99104" y="0"/>
                </a:moveTo>
                <a:lnTo>
                  <a:pt x="307091" y="118803"/>
                </a:lnTo>
                <a:lnTo>
                  <a:pt x="309597" y="168423"/>
                </a:lnTo>
                <a:lnTo>
                  <a:pt x="305408" y="251377"/>
                </a:lnTo>
                <a:lnTo>
                  <a:pt x="112661" y="361311"/>
                </a:lnTo>
                <a:lnTo>
                  <a:pt x="0" y="169168"/>
                </a:lnTo>
                <a:lnTo>
                  <a:pt x="99104" y="0"/>
                </a:lnTo>
                <a:close/>
              </a:path>
            </a:pathLst>
          </a:custGeom>
          <a:solidFill>
            <a:srgbClr val="FF0000"/>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1244" name="Forme libre : forme 1243">
            <a:extLst>
              <a:ext uri="{FF2B5EF4-FFF2-40B4-BE49-F238E27FC236}">
                <a16:creationId xmlns:a16="http://schemas.microsoft.com/office/drawing/2014/main" id="{FC812314-A00B-9934-C7FC-FF98E173942A}"/>
              </a:ext>
            </a:extLst>
          </p:cNvPr>
          <p:cNvSpPr/>
          <p:nvPr/>
        </p:nvSpPr>
        <p:spPr>
          <a:xfrm>
            <a:off x="5177779" y="3267993"/>
            <a:ext cx="395847" cy="344303"/>
          </a:xfrm>
          <a:custGeom>
            <a:avLst/>
            <a:gdLst>
              <a:gd name="connsiteX0" fmla="*/ 308074 w 395847"/>
              <a:gd name="connsiteY0" fmla="*/ 0 h 344303"/>
              <a:gd name="connsiteX1" fmla="*/ 395847 w 395847"/>
              <a:gd name="connsiteY1" fmla="*/ 149696 h 344303"/>
              <a:gd name="connsiteX2" fmla="*/ 395847 w 395847"/>
              <a:gd name="connsiteY2" fmla="*/ 172419 h 344303"/>
              <a:gd name="connsiteX3" fmla="*/ 295152 w 395847"/>
              <a:gd name="connsiteY3" fmla="*/ 344303 h 344303"/>
              <a:gd name="connsiteX4" fmla="*/ 0 w 395847"/>
              <a:gd name="connsiteY4" fmla="*/ 175711 h 344303"/>
              <a:gd name="connsiteX5" fmla="*/ 308074 w 395847"/>
              <a:gd name="connsiteY5" fmla="*/ 0 h 344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95847" h="344303">
                <a:moveTo>
                  <a:pt x="308074" y="0"/>
                </a:moveTo>
                <a:lnTo>
                  <a:pt x="395847" y="149696"/>
                </a:lnTo>
                <a:lnTo>
                  <a:pt x="395847" y="172419"/>
                </a:lnTo>
                <a:lnTo>
                  <a:pt x="295152" y="344303"/>
                </a:lnTo>
                <a:lnTo>
                  <a:pt x="0" y="175711"/>
                </a:lnTo>
                <a:lnTo>
                  <a:pt x="308074" y="0"/>
                </a:lnTo>
                <a:close/>
              </a:path>
            </a:pathLst>
          </a:custGeom>
          <a:solidFill>
            <a:srgbClr val="FF0000"/>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1245" name="Forme libre : forme 1244">
            <a:extLst>
              <a:ext uri="{FF2B5EF4-FFF2-40B4-BE49-F238E27FC236}">
                <a16:creationId xmlns:a16="http://schemas.microsoft.com/office/drawing/2014/main" id="{26D6FCFB-62C6-09E6-9B68-AF8CB7FBEA40}"/>
              </a:ext>
            </a:extLst>
          </p:cNvPr>
          <p:cNvSpPr/>
          <p:nvPr/>
        </p:nvSpPr>
        <p:spPr>
          <a:xfrm>
            <a:off x="5104452" y="3402556"/>
            <a:ext cx="73327" cy="81362"/>
          </a:xfrm>
          <a:custGeom>
            <a:avLst/>
            <a:gdLst>
              <a:gd name="connsiteX0" fmla="*/ 1290 w 73327"/>
              <a:gd name="connsiteY0" fmla="*/ 0 h 81362"/>
              <a:gd name="connsiteX1" fmla="*/ 73327 w 73327"/>
              <a:gd name="connsiteY1" fmla="*/ 41148 h 81362"/>
              <a:gd name="connsiteX2" fmla="*/ 2820 w 73327"/>
              <a:gd name="connsiteY2" fmla="*/ 81362 h 81362"/>
              <a:gd name="connsiteX3" fmla="*/ 0 w 73327"/>
              <a:gd name="connsiteY3" fmla="*/ 25533 h 81362"/>
              <a:gd name="connsiteX4" fmla="*/ 1290 w 73327"/>
              <a:gd name="connsiteY4" fmla="*/ 0 h 813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327" h="81362">
                <a:moveTo>
                  <a:pt x="1290" y="0"/>
                </a:moveTo>
                <a:lnTo>
                  <a:pt x="73327" y="41148"/>
                </a:lnTo>
                <a:lnTo>
                  <a:pt x="2820" y="81362"/>
                </a:lnTo>
                <a:lnTo>
                  <a:pt x="0" y="25533"/>
                </a:lnTo>
                <a:lnTo>
                  <a:pt x="1290" y="0"/>
                </a:lnTo>
                <a:close/>
              </a:path>
            </a:pathLst>
          </a:custGeom>
          <a:solidFill>
            <a:srgbClr val="FF0000"/>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1246" name="Forme libre : forme 1245">
            <a:extLst>
              <a:ext uri="{FF2B5EF4-FFF2-40B4-BE49-F238E27FC236}">
                <a16:creationId xmlns:a16="http://schemas.microsoft.com/office/drawing/2014/main" id="{C0CFC091-8C52-635B-D5D0-EB7FE59E0E37}"/>
              </a:ext>
            </a:extLst>
          </p:cNvPr>
          <p:cNvSpPr/>
          <p:nvPr/>
        </p:nvSpPr>
        <p:spPr>
          <a:xfrm>
            <a:off x="5573626" y="3429046"/>
            <a:ext cx="222275" cy="367731"/>
          </a:xfrm>
          <a:custGeom>
            <a:avLst/>
            <a:gdLst>
              <a:gd name="connsiteX0" fmla="*/ 6659 w 222275"/>
              <a:gd name="connsiteY0" fmla="*/ 0 h 367731"/>
              <a:gd name="connsiteX1" fmla="*/ 222275 w 222275"/>
              <a:gd name="connsiteY1" fmla="*/ 367731 h 367731"/>
              <a:gd name="connsiteX2" fmla="*/ 0 w 222275"/>
              <a:gd name="connsiteY2" fmla="*/ 240767 h 367731"/>
              <a:gd name="connsiteX3" fmla="*/ 0 w 222275"/>
              <a:gd name="connsiteY3" fmla="*/ 11366 h 367731"/>
              <a:gd name="connsiteX4" fmla="*/ 6659 w 222275"/>
              <a:gd name="connsiteY4" fmla="*/ 0 h 3677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2275" h="367731">
                <a:moveTo>
                  <a:pt x="6659" y="0"/>
                </a:moveTo>
                <a:lnTo>
                  <a:pt x="222275" y="367731"/>
                </a:lnTo>
                <a:lnTo>
                  <a:pt x="0" y="240767"/>
                </a:lnTo>
                <a:lnTo>
                  <a:pt x="0" y="11366"/>
                </a:lnTo>
                <a:lnTo>
                  <a:pt x="6659" y="0"/>
                </a:lnTo>
                <a:close/>
              </a:path>
            </a:pathLst>
          </a:custGeom>
          <a:solidFill>
            <a:srgbClr val="FF0000"/>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1247" name="Forme libre : forme 1246">
            <a:extLst>
              <a:ext uri="{FF2B5EF4-FFF2-40B4-BE49-F238E27FC236}">
                <a16:creationId xmlns:a16="http://schemas.microsoft.com/office/drawing/2014/main" id="{0A7E393D-95F8-0B6F-14BD-78A34CC39A62}"/>
              </a:ext>
            </a:extLst>
          </p:cNvPr>
          <p:cNvSpPr/>
          <p:nvPr/>
        </p:nvSpPr>
        <p:spPr>
          <a:xfrm>
            <a:off x="5279846" y="3612296"/>
            <a:ext cx="293780" cy="329592"/>
          </a:xfrm>
          <a:custGeom>
            <a:avLst/>
            <a:gdLst>
              <a:gd name="connsiteX0" fmla="*/ 193085 w 293780"/>
              <a:gd name="connsiteY0" fmla="*/ 0 h 329592"/>
              <a:gd name="connsiteX1" fmla="*/ 293780 w 293780"/>
              <a:gd name="connsiteY1" fmla="*/ 57517 h 329592"/>
              <a:gd name="connsiteX2" fmla="*/ 293780 w 293780"/>
              <a:gd name="connsiteY2" fmla="*/ 329592 h 329592"/>
              <a:gd name="connsiteX3" fmla="*/ 0 w 293780"/>
              <a:gd name="connsiteY3" fmla="*/ 329592 h 329592"/>
              <a:gd name="connsiteX4" fmla="*/ 193085 w 293780"/>
              <a:gd name="connsiteY4" fmla="*/ 0 h 3295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3780" h="329592">
                <a:moveTo>
                  <a:pt x="193085" y="0"/>
                </a:moveTo>
                <a:lnTo>
                  <a:pt x="293780" y="57517"/>
                </a:lnTo>
                <a:lnTo>
                  <a:pt x="293780" y="329592"/>
                </a:lnTo>
                <a:lnTo>
                  <a:pt x="0" y="329592"/>
                </a:lnTo>
                <a:lnTo>
                  <a:pt x="193085" y="0"/>
                </a:lnTo>
                <a:close/>
              </a:path>
            </a:pathLst>
          </a:custGeom>
          <a:solidFill>
            <a:srgbClr val="FF0000"/>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1248" name="Forme libre : forme 1247">
            <a:extLst>
              <a:ext uri="{FF2B5EF4-FFF2-40B4-BE49-F238E27FC236}">
                <a16:creationId xmlns:a16="http://schemas.microsoft.com/office/drawing/2014/main" id="{0FEC9D0E-A084-D012-D158-3267D6F74E77}"/>
              </a:ext>
            </a:extLst>
          </p:cNvPr>
          <p:cNvSpPr/>
          <p:nvPr/>
        </p:nvSpPr>
        <p:spPr>
          <a:xfrm>
            <a:off x="6534810" y="3620977"/>
            <a:ext cx="386134" cy="320911"/>
          </a:xfrm>
          <a:custGeom>
            <a:avLst/>
            <a:gdLst>
              <a:gd name="connsiteX0" fmla="*/ 272238 w 386134"/>
              <a:gd name="connsiteY0" fmla="*/ 0 h 320911"/>
              <a:gd name="connsiteX1" fmla="*/ 386134 w 386134"/>
              <a:gd name="connsiteY1" fmla="*/ 194248 h 320911"/>
              <a:gd name="connsiteX2" fmla="*/ 354542 w 386134"/>
              <a:gd name="connsiteY2" fmla="*/ 259827 h 320911"/>
              <a:gd name="connsiteX3" fmla="*/ 317433 w 386134"/>
              <a:gd name="connsiteY3" fmla="*/ 320911 h 320911"/>
              <a:gd name="connsiteX4" fmla="*/ 0 w 386134"/>
              <a:gd name="connsiteY4" fmla="*/ 320911 h 320911"/>
              <a:gd name="connsiteX5" fmla="*/ 0 w 386134"/>
              <a:gd name="connsiteY5" fmla="*/ 155272 h 320911"/>
              <a:gd name="connsiteX6" fmla="*/ 272238 w 386134"/>
              <a:gd name="connsiteY6" fmla="*/ 0 h 320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134" h="320911">
                <a:moveTo>
                  <a:pt x="272238" y="0"/>
                </a:moveTo>
                <a:lnTo>
                  <a:pt x="386134" y="194248"/>
                </a:lnTo>
                <a:lnTo>
                  <a:pt x="354542" y="259827"/>
                </a:lnTo>
                <a:lnTo>
                  <a:pt x="317433" y="320911"/>
                </a:lnTo>
                <a:lnTo>
                  <a:pt x="0" y="320911"/>
                </a:lnTo>
                <a:lnTo>
                  <a:pt x="0" y="155272"/>
                </a:lnTo>
                <a:lnTo>
                  <a:pt x="272238" y="0"/>
                </a:lnTo>
                <a:close/>
              </a:path>
            </a:pathLst>
          </a:custGeom>
          <a:solidFill>
            <a:srgbClr val="FF0000"/>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1249" name="Forme libre : forme 1248">
            <a:extLst>
              <a:ext uri="{FF2B5EF4-FFF2-40B4-BE49-F238E27FC236}">
                <a16:creationId xmlns:a16="http://schemas.microsoft.com/office/drawing/2014/main" id="{AA80A90A-565E-271D-68BE-6F1FA5C56863}"/>
              </a:ext>
            </a:extLst>
          </p:cNvPr>
          <p:cNvSpPr/>
          <p:nvPr/>
        </p:nvSpPr>
        <p:spPr>
          <a:xfrm>
            <a:off x="6468807" y="3701228"/>
            <a:ext cx="66003" cy="112666"/>
          </a:xfrm>
          <a:custGeom>
            <a:avLst/>
            <a:gdLst>
              <a:gd name="connsiteX0" fmla="*/ 66003 w 66003"/>
              <a:gd name="connsiteY0" fmla="*/ 0 h 112666"/>
              <a:gd name="connsiteX1" fmla="*/ 66003 w 66003"/>
              <a:gd name="connsiteY1" fmla="*/ 75021 h 112666"/>
              <a:gd name="connsiteX2" fmla="*/ 0 w 66003"/>
              <a:gd name="connsiteY2" fmla="*/ 112666 h 112666"/>
              <a:gd name="connsiteX3" fmla="*/ 66003 w 66003"/>
              <a:gd name="connsiteY3" fmla="*/ 0 h 112666"/>
            </a:gdLst>
            <a:ahLst/>
            <a:cxnLst>
              <a:cxn ang="0">
                <a:pos x="connsiteX0" y="connsiteY0"/>
              </a:cxn>
              <a:cxn ang="0">
                <a:pos x="connsiteX1" y="connsiteY1"/>
              </a:cxn>
              <a:cxn ang="0">
                <a:pos x="connsiteX2" y="connsiteY2"/>
              </a:cxn>
              <a:cxn ang="0">
                <a:pos x="connsiteX3" y="connsiteY3"/>
              </a:cxn>
            </a:cxnLst>
            <a:rect l="l" t="t" r="r" b="b"/>
            <a:pathLst>
              <a:path w="66003" h="112666">
                <a:moveTo>
                  <a:pt x="66003" y="0"/>
                </a:moveTo>
                <a:lnTo>
                  <a:pt x="66003" y="75021"/>
                </a:lnTo>
                <a:lnTo>
                  <a:pt x="0" y="112666"/>
                </a:lnTo>
                <a:lnTo>
                  <a:pt x="66003" y="0"/>
                </a:lnTo>
                <a:close/>
              </a:path>
            </a:pathLst>
          </a:custGeom>
          <a:solidFill>
            <a:srgbClr val="FF0000"/>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1250" name="Forme libre : forme 1249">
            <a:extLst>
              <a:ext uri="{FF2B5EF4-FFF2-40B4-BE49-F238E27FC236}">
                <a16:creationId xmlns:a16="http://schemas.microsoft.com/office/drawing/2014/main" id="{23E73D48-0390-2052-B6BF-719501F65099}"/>
              </a:ext>
            </a:extLst>
          </p:cNvPr>
          <p:cNvSpPr/>
          <p:nvPr/>
        </p:nvSpPr>
        <p:spPr>
          <a:xfrm>
            <a:off x="5795901" y="3796777"/>
            <a:ext cx="254045" cy="145111"/>
          </a:xfrm>
          <a:custGeom>
            <a:avLst/>
            <a:gdLst>
              <a:gd name="connsiteX0" fmla="*/ 0 w 254045"/>
              <a:gd name="connsiteY0" fmla="*/ 0 h 145111"/>
              <a:gd name="connsiteX1" fmla="*/ 254045 w 254045"/>
              <a:gd name="connsiteY1" fmla="*/ 145111 h 145111"/>
              <a:gd name="connsiteX2" fmla="*/ 85085 w 254045"/>
              <a:gd name="connsiteY2" fmla="*/ 145111 h 145111"/>
              <a:gd name="connsiteX3" fmla="*/ 0 w 254045"/>
              <a:gd name="connsiteY3" fmla="*/ 0 h 145111"/>
            </a:gdLst>
            <a:ahLst/>
            <a:cxnLst>
              <a:cxn ang="0">
                <a:pos x="connsiteX0" y="connsiteY0"/>
              </a:cxn>
              <a:cxn ang="0">
                <a:pos x="connsiteX1" y="connsiteY1"/>
              </a:cxn>
              <a:cxn ang="0">
                <a:pos x="connsiteX2" y="connsiteY2"/>
              </a:cxn>
              <a:cxn ang="0">
                <a:pos x="connsiteX3" y="connsiteY3"/>
              </a:cxn>
            </a:cxnLst>
            <a:rect l="l" t="t" r="r" b="b"/>
            <a:pathLst>
              <a:path w="254045" h="145111">
                <a:moveTo>
                  <a:pt x="0" y="0"/>
                </a:moveTo>
                <a:lnTo>
                  <a:pt x="254045" y="145111"/>
                </a:lnTo>
                <a:lnTo>
                  <a:pt x="85085" y="145111"/>
                </a:lnTo>
                <a:lnTo>
                  <a:pt x="0" y="0"/>
                </a:lnTo>
                <a:close/>
              </a:path>
            </a:pathLst>
          </a:custGeom>
          <a:solidFill>
            <a:srgbClr val="FF0000"/>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1251" name="Forme libre : forme 1250">
            <a:extLst>
              <a:ext uri="{FF2B5EF4-FFF2-40B4-BE49-F238E27FC236}">
                <a16:creationId xmlns:a16="http://schemas.microsoft.com/office/drawing/2014/main" id="{837A772E-32F6-8DAF-648D-4C2AFCA92C1C}"/>
              </a:ext>
            </a:extLst>
          </p:cNvPr>
          <p:cNvSpPr/>
          <p:nvPr/>
        </p:nvSpPr>
        <p:spPr>
          <a:xfrm>
            <a:off x="6244395" y="3813894"/>
            <a:ext cx="224412" cy="127994"/>
          </a:xfrm>
          <a:custGeom>
            <a:avLst/>
            <a:gdLst>
              <a:gd name="connsiteX0" fmla="*/ 224412 w 224412"/>
              <a:gd name="connsiteY0" fmla="*/ 0 h 127994"/>
              <a:gd name="connsiteX1" fmla="*/ 149429 w 224412"/>
              <a:gd name="connsiteY1" fmla="*/ 127994 h 127994"/>
              <a:gd name="connsiteX2" fmla="*/ 0 w 224412"/>
              <a:gd name="connsiteY2" fmla="*/ 127994 h 127994"/>
              <a:gd name="connsiteX3" fmla="*/ 224412 w 224412"/>
              <a:gd name="connsiteY3" fmla="*/ 0 h 127994"/>
            </a:gdLst>
            <a:ahLst/>
            <a:cxnLst>
              <a:cxn ang="0">
                <a:pos x="connsiteX0" y="connsiteY0"/>
              </a:cxn>
              <a:cxn ang="0">
                <a:pos x="connsiteX1" y="connsiteY1"/>
              </a:cxn>
              <a:cxn ang="0">
                <a:pos x="connsiteX2" y="connsiteY2"/>
              </a:cxn>
              <a:cxn ang="0">
                <a:pos x="connsiteX3" y="connsiteY3"/>
              </a:cxn>
            </a:cxnLst>
            <a:rect l="l" t="t" r="r" b="b"/>
            <a:pathLst>
              <a:path w="224412" h="127994">
                <a:moveTo>
                  <a:pt x="224412" y="0"/>
                </a:moveTo>
                <a:lnTo>
                  <a:pt x="149429" y="127994"/>
                </a:lnTo>
                <a:lnTo>
                  <a:pt x="0" y="127994"/>
                </a:lnTo>
                <a:lnTo>
                  <a:pt x="224412" y="0"/>
                </a:lnTo>
                <a:close/>
              </a:path>
            </a:pathLst>
          </a:custGeom>
          <a:solidFill>
            <a:srgbClr val="FF0000"/>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1252" name="Forme libre : forme 1251">
            <a:extLst>
              <a:ext uri="{FF2B5EF4-FFF2-40B4-BE49-F238E27FC236}">
                <a16:creationId xmlns:a16="http://schemas.microsoft.com/office/drawing/2014/main" id="{8292E002-7AD0-604C-91BE-BA40B19634BA}"/>
              </a:ext>
            </a:extLst>
          </p:cNvPr>
          <p:cNvSpPr/>
          <p:nvPr/>
        </p:nvSpPr>
        <p:spPr>
          <a:xfrm>
            <a:off x="5256193" y="3941888"/>
            <a:ext cx="23653" cy="19420"/>
          </a:xfrm>
          <a:custGeom>
            <a:avLst/>
            <a:gdLst>
              <a:gd name="connsiteX0" fmla="*/ 0 w 23653"/>
              <a:gd name="connsiteY0" fmla="*/ 0 h 19420"/>
              <a:gd name="connsiteX1" fmla="*/ 23653 w 23653"/>
              <a:gd name="connsiteY1" fmla="*/ 0 h 19420"/>
              <a:gd name="connsiteX2" fmla="*/ 12276 w 23653"/>
              <a:gd name="connsiteY2" fmla="*/ 19420 h 19420"/>
              <a:gd name="connsiteX3" fmla="*/ 10464 w 23653"/>
              <a:gd name="connsiteY3" fmla="*/ 17224 h 19420"/>
              <a:gd name="connsiteX4" fmla="*/ 0 w 23653"/>
              <a:gd name="connsiteY4" fmla="*/ 0 h 194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653" h="19420">
                <a:moveTo>
                  <a:pt x="0" y="0"/>
                </a:moveTo>
                <a:lnTo>
                  <a:pt x="23653" y="0"/>
                </a:lnTo>
                <a:lnTo>
                  <a:pt x="12276" y="19420"/>
                </a:lnTo>
                <a:lnTo>
                  <a:pt x="10464" y="17224"/>
                </a:lnTo>
                <a:lnTo>
                  <a:pt x="0" y="0"/>
                </a:lnTo>
                <a:close/>
              </a:path>
            </a:pathLst>
          </a:custGeom>
          <a:solidFill>
            <a:srgbClr val="FF0000"/>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1253" name="Forme libre : forme 1252">
            <a:extLst>
              <a:ext uri="{FF2B5EF4-FFF2-40B4-BE49-F238E27FC236}">
                <a16:creationId xmlns:a16="http://schemas.microsoft.com/office/drawing/2014/main" id="{D96654CA-84B3-A14C-3758-47F6C4D847C1}"/>
              </a:ext>
            </a:extLst>
          </p:cNvPr>
          <p:cNvSpPr/>
          <p:nvPr/>
        </p:nvSpPr>
        <p:spPr>
          <a:xfrm>
            <a:off x="5573626" y="3941888"/>
            <a:ext cx="398434" cy="342096"/>
          </a:xfrm>
          <a:custGeom>
            <a:avLst/>
            <a:gdLst>
              <a:gd name="connsiteX0" fmla="*/ 0 w 398434"/>
              <a:gd name="connsiteY0" fmla="*/ 0 h 342096"/>
              <a:gd name="connsiteX1" fmla="*/ 307360 w 398434"/>
              <a:gd name="connsiteY1" fmla="*/ 0 h 342096"/>
              <a:gd name="connsiteX2" fmla="*/ 398434 w 398434"/>
              <a:gd name="connsiteY2" fmla="*/ 155327 h 342096"/>
              <a:gd name="connsiteX3" fmla="*/ 70973 w 398434"/>
              <a:gd name="connsiteY3" fmla="*/ 342096 h 342096"/>
              <a:gd name="connsiteX4" fmla="*/ 27877 w 398434"/>
              <a:gd name="connsiteY4" fmla="*/ 321335 h 342096"/>
              <a:gd name="connsiteX5" fmla="*/ 0 w 398434"/>
              <a:gd name="connsiteY5" fmla="*/ 304400 h 342096"/>
              <a:gd name="connsiteX6" fmla="*/ 0 w 398434"/>
              <a:gd name="connsiteY6" fmla="*/ 0 h 3420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98434" h="342096">
                <a:moveTo>
                  <a:pt x="0" y="0"/>
                </a:moveTo>
                <a:lnTo>
                  <a:pt x="307360" y="0"/>
                </a:lnTo>
                <a:lnTo>
                  <a:pt x="398434" y="155327"/>
                </a:lnTo>
                <a:lnTo>
                  <a:pt x="70973" y="342096"/>
                </a:lnTo>
                <a:lnTo>
                  <a:pt x="27877" y="321335"/>
                </a:lnTo>
                <a:lnTo>
                  <a:pt x="0" y="304400"/>
                </a:lnTo>
                <a:lnTo>
                  <a:pt x="0" y="0"/>
                </a:lnTo>
                <a:close/>
              </a:path>
            </a:pathLst>
          </a:custGeom>
          <a:solidFill>
            <a:srgbClr val="FF0000"/>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1254" name="Forme libre : forme 1253">
            <a:extLst>
              <a:ext uri="{FF2B5EF4-FFF2-40B4-BE49-F238E27FC236}">
                <a16:creationId xmlns:a16="http://schemas.microsoft.com/office/drawing/2014/main" id="{B37B213B-605E-1BDE-DA24-0A4D97A912E7}"/>
              </a:ext>
            </a:extLst>
          </p:cNvPr>
          <p:cNvSpPr/>
          <p:nvPr/>
        </p:nvSpPr>
        <p:spPr>
          <a:xfrm>
            <a:off x="6049946" y="3941888"/>
            <a:ext cx="194449" cy="55494"/>
          </a:xfrm>
          <a:custGeom>
            <a:avLst/>
            <a:gdLst>
              <a:gd name="connsiteX0" fmla="*/ 0 w 194449"/>
              <a:gd name="connsiteY0" fmla="*/ 0 h 55494"/>
              <a:gd name="connsiteX1" fmla="*/ 194449 w 194449"/>
              <a:gd name="connsiteY1" fmla="*/ 0 h 55494"/>
              <a:gd name="connsiteX2" fmla="*/ 97152 w 194449"/>
              <a:gd name="connsiteY2" fmla="*/ 55494 h 55494"/>
              <a:gd name="connsiteX3" fmla="*/ 0 w 194449"/>
              <a:gd name="connsiteY3" fmla="*/ 0 h 55494"/>
            </a:gdLst>
            <a:ahLst/>
            <a:cxnLst>
              <a:cxn ang="0">
                <a:pos x="connsiteX0" y="connsiteY0"/>
              </a:cxn>
              <a:cxn ang="0">
                <a:pos x="connsiteX1" y="connsiteY1"/>
              </a:cxn>
              <a:cxn ang="0">
                <a:pos x="connsiteX2" y="connsiteY2"/>
              </a:cxn>
              <a:cxn ang="0">
                <a:pos x="connsiteX3" y="connsiteY3"/>
              </a:cxn>
            </a:cxnLst>
            <a:rect l="l" t="t" r="r" b="b"/>
            <a:pathLst>
              <a:path w="194449" h="55494">
                <a:moveTo>
                  <a:pt x="0" y="0"/>
                </a:moveTo>
                <a:lnTo>
                  <a:pt x="194449" y="0"/>
                </a:lnTo>
                <a:lnTo>
                  <a:pt x="97152" y="55494"/>
                </a:lnTo>
                <a:lnTo>
                  <a:pt x="0" y="0"/>
                </a:lnTo>
                <a:close/>
              </a:path>
            </a:pathLst>
          </a:custGeom>
          <a:solidFill>
            <a:srgbClr val="FF0000"/>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1255" name="Forme libre : forme 1254">
            <a:extLst>
              <a:ext uri="{FF2B5EF4-FFF2-40B4-BE49-F238E27FC236}">
                <a16:creationId xmlns:a16="http://schemas.microsoft.com/office/drawing/2014/main" id="{D96666AD-2FA5-2FCD-1B36-5A7C7EC37979}"/>
              </a:ext>
            </a:extLst>
          </p:cNvPr>
          <p:cNvSpPr/>
          <p:nvPr/>
        </p:nvSpPr>
        <p:spPr>
          <a:xfrm>
            <a:off x="6307604" y="3941888"/>
            <a:ext cx="227206" cy="276956"/>
          </a:xfrm>
          <a:custGeom>
            <a:avLst/>
            <a:gdLst>
              <a:gd name="connsiteX0" fmla="*/ 86220 w 227206"/>
              <a:gd name="connsiteY0" fmla="*/ 0 h 276956"/>
              <a:gd name="connsiteX1" fmla="*/ 227206 w 227206"/>
              <a:gd name="connsiteY1" fmla="*/ 0 h 276956"/>
              <a:gd name="connsiteX2" fmla="*/ 227206 w 227206"/>
              <a:gd name="connsiteY2" fmla="*/ 276956 h 276956"/>
              <a:gd name="connsiteX3" fmla="*/ 0 w 227206"/>
              <a:gd name="connsiteY3" fmla="*/ 147175 h 276956"/>
              <a:gd name="connsiteX4" fmla="*/ 86220 w 227206"/>
              <a:gd name="connsiteY4" fmla="*/ 0 h 2769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7206" h="276956">
                <a:moveTo>
                  <a:pt x="86220" y="0"/>
                </a:moveTo>
                <a:lnTo>
                  <a:pt x="227206" y="0"/>
                </a:lnTo>
                <a:lnTo>
                  <a:pt x="227206" y="276956"/>
                </a:lnTo>
                <a:lnTo>
                  <a:pt x="0" y="147175"/>
                </a:lnTo>
                <a:lnTo>
                  <a:pt x="86220" y="0"/>
                </a:lnTo>
                <a:close/>
              </a:path>
            </a:pathLst>
          </a:custGeom>
          <a:solidFill>
            <a:srgbClr val="FF0000"/>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1256" name="Forme libre : forme 1255">
            <a:extLst>
              <a:ext uri="{FF2B5EF4-FFF2-40B4-BE49-F238E27FC236}">
                <a16:creationId xmlns:a16="http://schemas.microsoft.com/office/drawing/2014/main" id="{6D1EB7CA-2798-322E-6B7A-DA2CD09CF707}"/>
              </a:ext>
            </a:extLst>
          </p:cNvPr>
          <p:cNvSpPr/>
          <p:nvPr/>
        </p:nvSpPr>
        <p:spPr>
          <a:xfrm>
            <a:off x="5972060" y="3997382"/>
            <a:ext cx="335544" cy="376432"/>
          </a:xfrm>
          <a:custGeom>
            <a:avLst/>
            <a:gdLst>
              <a:gd name="connsiteX0" fmla="*/ 175038 w 335544"/>
              <a:gd name="connsiteY0" fmla="*/ 0 h 376432"/>
              <a:gd name="connsiteX1" fmla="*/ 335544 w 335544"/>
              <a:gd name="connsiteY1" fmla="*/ 91681 h 376432"/>
              <a:gd name="connsiteX2" fmla="*/ 168928 w 335544"/>
              <a:gd name="connsiteY2" fmla="*/ 376091 h 376432"/>
              <a:gd name="connsiteX3" fmla="*/ 162181 w 335544"/>
              <a:gd name="connsiteY3" fmla="*/ 376432 h 376432"/>
              <a:gd name="connsiteX4" fmla="*/ 0 w 335544"/>
              <a:gd name="connsiteY4" fmla="*/ 99833 h 376432"/>
              <a:gd name="connsiteX5" fmla="*/ 175038 w 335544"/>
              <a:gd name="connsiteY5" fmla="*/ 0 h 376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35544" h="376432">
                <a:moveTo>
                  <a:pt x="175038" y="0"/>
                </a:moveTo>
                <a:lnTo>
                  <a:pt x="335544" y="91681"/>
                </a:lnTo>
                <a:lnTo>
                  <a:pt x="168928" y="376091"/>
                </a:lnTo>
                <a:lnTo>
                  <a:pt x="162181" y="376432"/>
                </a:lnTo>
                <a:lnTo>
                  <a:pt x="0" y="99833"/>
                </a:lnTo>
                <a:lnTo>
                  <a:pt x="175038" y="0"/>
                </a:lnTo>
                <a:close/>
              </a:path>
            </a:pathLst>
          </a:custGeom>
          <a:solidFill>
            <a:srgbClr val="FF0000"/>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1257" name="Forme libre : forme 1256">
            <a:extLst>
              <a:ext uri="{FF2B5EF4-FFF2-40B4-BE49-F238E27FC236}">
                <a16:creationId xmlns:a16="http://schemas.microsoft.com/office/drawing/2014/main" id="{65E248C7-CEA4-00B1-0448-2475A432C734}"/>
              </a:ext>
            </a:extLst>
          </p:cNvPr>
          <p:cNvSpPr/>
          <p:nvPr/>
        </p:nvSpPr>
        <p:spPr>
          <a:xfrm>
            <a:off x="6534810" y="4218844"/>
            <a:ext cx="23283" cy="27444"/>
          </a:xfrm>
          <a:custGeom>
            <a:avLst/>
            <a:gdLst>
              <a:gd name="connsiteX0" fmla="*/ 0 w 23283"/>
              <a:gd name="connsiteY0" fmla="*/ 0 h 27444"/>
              <a:gd name="connsiteX1" fmla="*/ 23283 w 23283"/>
              <a:gd name="connsiteY1" fmla="*/ 13299 h 27444"/>
              <a:gd name="connsiteX2" fmla="*/ 0 w 23283"/>
              <a:gd name="connsiteY2" fmla="*/ 27444 h 27444"/>
              <a:gd name="connsiteX3" fmla="*/ 0 w 23283"/>
              <a:gd name="connsiteY3" fmla="*/ 0 h 27444"/>
            </a:gdLst>
            <a:ahLst/>
            <a:cxnLst>
              <a:cxn ang="0">
                <a:pos x="connsiteX0" y="connsiteY0"/>
              </a:cxn>
              <a:cxn ang="0">
                <a:pos x="connsiteX1" y="connsiteY1"/>
              </a:cxn>
              <a:cxn ang="0">
                <a:pos x="connsiteX2" y="connsiteY2"/>
              </a:cxn>
              <a:cxn ang="0">
                <a:pos x="connsiteX3" y="connsiteY3"/>
              </a:cxn>
            </a:cxnLst>
            <a:rect l="l" t="t" r="r" b="b"/>
            <a:pathLst>
              <a:path w="23283" h="27444">
                <a:moveTo>
                  <a:pt x="0" y="0"/>
                </a:moveTo>
                <a:lnTo>
                  <a:pt x="23283" y="13299"/>
                </a:lnTo>
                <a:lnTo>
                  <a:pt x="0" y="27444"/>
                </a:lnTo>
                <a:lnTo>
                  <a:pt x="0" y="0"/>
                </a:lnTo>
                <a:close/>
              </a:path>
            </a:pathLst>
          </a:custGeom>
          <a:solidFill>
            <a:srgbClr val="FF0000"/>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1258" name="Forme libre : forme 1257">
            <a:extLst>
              <a:ext uri="{FF2B5EF4-FFF2-40B4-BE49-F238E27FC236}">
                <a16:creationId xmlns:a16="http://schemas.microsoft.com/office/drawing/2014/main" id="{D7D490F1-63DE-9602-C626-F1CF0F960FA8}"/>
              </a:ext>
            </a:extLst>
          </p:cNvPr>
          <p:cNvSpPr/>
          <p:nvPr/>
        </p:nvSpPr>
        <p:spPr>
          <a:xfrm>
            <a:off x="5614947" y="2478323"/>
            <a:ext cx="519915" cy="304576"/>
          </a:xfrm>
          <a:custGeom>
            <a:avLst/>
            <a:gdLst>
              <a:gd name="connsiteX0" fmla="*/ 439271 w 519915"/>
              <a:gd name="connsiteY0" fmla="*/ 0 h 304576"/>
              <a:gd name="connsiteX1" fmla="*/ 519915 w 519915"/>
              <a:gd name="connsiteY1" fmla="*/ 4073 h 304576"/>
              <a:gd name="connsiteX2" fmla="*/ 343871 w 519915"/>
              <a:gd name="connsiteY2" fmla="*/ 304576 h 304576"/>
              <a:gd name="connsiteX3" fmla="*/ 0 w 519915"/>
              <a:gd name="connsiteY3" fmla="*/ 108156 h 304576"/>
              <a:gd name="connsiteX4" fmla="*/ 69579 w 519915"/>
              <a:gd name="connsiteY4" fmla="*/ 74637 h 304576"/>
              <a:gd name="connsiteX5" fmla="*/ 439271 w 519915"/>
              <a:gd name="connsiteY5" fmla="*/ 0 h 304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19915" h="304576">
                <a:moveTo>
                  <a:pt x="439271" y="0"/>
                </a:moveTo>
                <a:lnTo>
                  <a:pt x="519915" y="4073"/>
                </a:lnTo>
                <a:lnTo>
                  <a:pt x="343871" y="304576"/>
                </a:lnTo>
                <a:lnTo>
                  <a:pt x="0" y="108156"/>
                </a:lnTo>
                <a:lnTo>
                  <a:pt x="69579" y="74637"/>
                </a:lnTo>
                <a:cubicBezTo>
                  <a:pt x="183208" y="26577"/>
                  <a:pt x="308136" y="0"/>
                  <a:pt x="439271" y="0"/>
                </a:cubicBezTo>
                <a:close/>
              </a:path>
            </a:pathLst>
          </a:custGeom>
          <a:solidFill>
            <a:srgbClr val="FF0000"/>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1259" name="Forme libre : forme 1258">
            <a:extLst>
              <a:ext uri="{FF2B5EF4-FFF2-40B4-BE49-F238E27FC236}">
                <a16:creationId xmlns:a16="http://schemas.microsoft.com/office/drawing/2014/main" id="{D3361448-CFD5-AFF1-2790-9B1ECFF90728}"/>
              </a:ext>
            </a:extLst>
          </p:cNvPr>
          <p:cNvSpPr/>
          <p:nvPr/>
        </p:nvSpPr>
        <p:spPr>
          <a:xfrm>
            <a:off x="6134862" y="2478481"/>
            <a:ext cx="4729" cy="4153"/>
          </a:xfrm>
          <a:custGeom>
            <a:avLst/>
            <a:gdLst>
              <a:gd name="connsiteX0" fmla="*/ 2294 w 4729"/>
              <a:gd name="connsiteY0" fmla="*/ 0 h 4153"/>
              <a:gd name="connsiteX1" fmla="*/ 4729 w 4729"/>
              <a:gd name="connsiteY1" fmla="*/ 4153 h 4153"/>
              <a:gd name="connsiteX2" fmla="*/ 0 w 4729"/>
              <a:gd name="connsiteY2" fmla="*/ 3915 h 4153"/>
              <a:gd name="connsiteX3" fmla="*/ 2294 w 4729"/>
              <a:gd name="connsiteY3" fmla="*/ 0 h 4153"/>
            </a:gdLst>
            <a:ahLst/>
            <a:cxnLst>
              <a:cxn ang="0">
                <a:pos x="connsiteX0" y="connsiteY0"/>
              </a:cxn>
              <a:cxn ang="0">
                <a:pos x="connsiteX1" y="connsiteY1"/>
              </a:cxn>
              <a:cxn ang="0">
                <a:pos x="connsiteX2" y="connsiteY2"/>
              </a:cxn>
              <a:cxn ang="0">
                <a:pos x="connsiteX3" y="connsiteY3"/>
              </a:cxn>
            </a:cxnLst>
            <a:rect l="l" t="t" r="r" b="b"/>
            <a:pathLst>
              <a:path w="4729" h="4153">
                <a:moveTo>
                  <a:pt x="2294" y="0"/>
                </a:moveTo>
                <a:lnTo>
                  <a:pt x="4729" y="4153"/>
                </a:lnTo>
                <a:lnTo>
                  <a:pt x="0" y="3915"/>
                </a:lnTo>
                <a:lnTo>
                  <a:pt x="2294" y="0"/>
                </a:lnTo>
                <a:close/>
              </a:path>
            </a:pathLst>
          </a:custGeom>
          <a:solidFill>
            <a:srgbClr val="FF0000"/>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1260" name="Forme libre : forme 1259">
            <a:extLst>
              <a:ext uri="{FF2B5EF4-FFF2-40B4-BE49-F238E27FC236}">
                <a16:creationId xmlns:a16="http://schemas.microsoft.com/office/drawing/2014/main" id="{03864946-EE5C-1DA9-2CD8-35921EEB3F92}"/>
              </a:ext>
            </a:extLst>
          </p:cNvPr>
          <p:cNvSpPr/>
          <p:nvPr/>
        </p:nvSpPr>
        <p:spPr>
          <a:xfrm>
            <a:off x="6139591" y="2482634"/>
            <a:ext cx="395219" cy="309121"/>
          </a:xfrm>
          <a:custGeom>
            <a:avLst/>
            <a:gdLst>
              <a:gd name="connsiteX0" fmla="*/ 0 w 395219"/>
              <a:gd name="connsiteY0" fmla="*/ 0 h 309121"/>
              <a:gd name="connsiteX1" fmla="*/ 11735 w 395219"/>
              <a:gd name="connsiteY1" fmla="*/ 593 h 309121"/>
              <a:gd name="connsiteX2" fmla="*/ 367342 w 395219"/>
              <a:gd name="connsiteY2" fmla="*/ 110321 h 309121"/>
              <a:gd name="connsiteX3" fmla="*/ 395219 w 395219"/>
              <a:gd name="connsiteY3" fmla="*/ 127257 h 309121"/>
              <a:gd name="connsiteX4" fmla="*/ 395219 w 395219"/>
              <a:gd name="connsiteY4" fmla="*/ 187083 h 309121"/>
              <a:gd name="connsiteX5" fmla="*/ 181250 w 395219"/>
              <a:gd name="connsiteY5" fmla="*/ 309121 h 309121"/>
              <a:gd name="connsiteX6" fmla="*/ 0 w 395219"/>
              <a:gd name="connsiteY6" fmla="*/ 0 h 3091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95219" h="309121">
                <a:moveTo>
                  <a:pt x="0" y="0"/>
                </a:moveTo>
                <a:lnTo>
                  <a:pt x="11735" y="593"/>
                </a:lnTo>
                <a:cubicBezTo>
                  <a:pt x="139449" y="13563"/>
                  <a:pt x="259682" y="51836"/>
                  <a:pt x="367342" y="110321"/>
                </a:cubicBezTo>
                <a:lnTo>
                  <a:pt x="395219" y="127257"/>
                </a:lnTo>
                <a:lnTo>
                  <a:pt x="395219" y="187083"/>
                </a:lnTo>
                <a:lnTo>
                  <a:pt x="181250" y="309121"/>
                </a:lnTo>
                <a:lnTo>
                  <a:pt x="0" y="0"/>
                </a:lnTo>
                <a:close/>
              </a:path>
            </a:pathLst>
          </a:custGeom>
          <a:solidFill>
            <a:srgbClr val="FF0000"/>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1261" name="Forme libre : forme 1260">
            <a:extLst>
              <a:ext uri="{FF2B5EF4-FFF2-40B4-BE49-F238E27FC236}">
                <a16:creationId xmlns:a16="http://schemas.microsoft.com/office/drawing/2014/main" id="{C3E22F12-CC28-CCEB-E408-B1BEF3300C05}"/>
              </a:ext>
            </a:extLst>
          </p:cNvPr>
          <p:cNvSpPr/>
          <p:nvPr/>
        </p:nvSpPr>
        <p:spPr>
          <a:xfrm>
            <a:off x="5267655" y="2609891"/>
            <a:ext cx="305971" cy="370813"/>
          </a:xfrm>
          <a:custGeom>
            <a:avLst/>
            <a:gdLst>
              <a:gd name="connsiteX0" fmla="*/ 305971 w 305971"/>
              <a:gd name="connsiteY0" fmla="*/ 0 h 370813"/>
              <a:gd name="connsiteX1" fmla="*/ 305971 w 305971"/>
              <a:gd name="connsiteY1" fmla="*/ 370813 h 370813"/>
              <a:gd name="connsiteX2" fmla="*/ 49749 w 305971"/>
              <a:gd name="connsiteY2" fmla="*/ 370813 h 370813"/>
              <a:gd name="connsiteX3" fmla="*/ 0 w 305971"/>
              <a:gd name="connsiteY3" fmla="*/ 285966 h 370813"/>
              <a:gd name="connsiteX4" fmla="*/ 114977 w 305971"/>
              <a:gd name="connsiteY4" fmla="*/ 146612 h 370813"/>
              <a:gd name="connsiteX5" fmla="*/ 255540 w 305971"/>
              <a:gd name="connsiteY5" fmla="*/ 30637 h 370813"/>
              <a:gd name="connsiteX6" fmla="*/ 305971 w 305971"/>
              <a:gd name="connsiteY6" fmla="*/ 0 h 3708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5971" h="370813">
                <a:moveTo>
                  <a:pt x="305971" y="0"/>
                </a:moveTo>
                <a:lnTo>
                  <a:pt x="305971" y="370813"/>
                </a:lnTo>
                <a:lnTo>
                  <a:pt x="49749" y="370813"/>
                </a:lnTo>
                <a:lnTo>
                  <a:pt x="0" y="285966"/>
                </a:lnTo>
                <a:lnTo>
                  <a:pt x="114977" y="146612"/>
                </a:lnTo>
                <a:cubicBezTo>
                  <a:pt x="157946" y="103644"/>
                  <a:pt x="205012" y="64773"/>
                  <a:pt x="255540" y="30637"/>
                </a:cubicBezTo>
                <a:lnTo>
                  <a:pt x="305971" y="0"/>
                </a:lnTo>
                <a:close/>
              </a:path>
            </a:pathLst>
          </a:custGeom>
          <a:solidFill>
            <a:srgbClr val="FF0000"/>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1262" name="Forme libre : forme 1261">
            <a:extLst>
              <a:ext uri="{FF2B5EF4-FFF2-40B4-BE49-F238E27FC236}">
                <a16:creationId xmlns:a16="http://schemas.microsoft.com/office/drawing/2014/main" id="{8F77E9C3-73F7-E14D-036D-941F2C15ACD4}"/>
              </a:ext>
            </a:extLst>
          </p:cNvPr>
          <p:cNvSpPr/>
          <p:nvPr/>
        </p:nvSpPr>
        <p:spPr>
          <a:xfrm>
            <a:off x="6534810" y="2640779"/>
            <a:ext cx="357110" cy="339925"/>
          </a:xfrm>
          <a:custGeom>
            <a:avLst/>
            <a:gdLst>
              <a:gd name="connsiteX0" fmla="*/ 50736 w 357110"/>
              <a:gd name="connsiteY0" fmla="*/ 0 h 339925"/>
              <a:gd name="connsiteX1" fmla="*/ 190994 w 357110"/>
              <a:gd name="connsiteY1" fmla="*/ 115724 h 339925"/>
              <a:gd name="connsiteX2" fmla="*/ 354542 w 357110"/>
              <a:gd name="connsiteY2" fmla="*/ 334595 h 339925"/>
              <a:gd name="connsiteX3" fmla="*/ 357110 w 357110"/>
              <a:gd name="connsiteY3" fmla="*/ 339925 h 339925"/>
              <a:gd name="connsiteX4" fmla="*/ 0 w 357110"/>
              <a:gd name="connsiteY4" fmla="*/ 339925 h 339925"/>
              <a:gd name="connsiteX5" fmla="*/ 0 w 357110"/>
              <a:gd name="connsiteY5" fmla="*/ 28938 h 339925"/>
              <a:gd name="connsiteX6" fmla="*/ 50736 w 357110"/>
              <a:gd name="connsiteY6" fmla="*/ 0 h 339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7110" h="339925">
                <a:moveTo>
                  <a:pt x="50736" y="0"/>
                </a:moveTo>
                <a:lnTo>
                  <a:pt x="190994" y="115724"/>
                </a:lnTo>
                <a:cubicBezTo>
                  <a:pt x="255447" y="180177"/>
                  <a:pt x="310679" y="253850"/>
                  <a:pt x="354542" y="334595"/>
                </a:cubicBezTo>
                <a:lnTo>
                  <a:pt x="357110" y="339925"/>
                </a:lnTo>
                <a:lnTo>
                  <a:pt x="0" y="339925"/>
                </a:lnTo>
                <a:lnTo>
                  <a:pt x="0" y="28938"/>
                </a:lnTo>
                <a:lnTo>
                  <a:pt x="50736" y="0"/>
                </a:lnTo>
                <a:close/>
              </a:path>
            </a:pathLst>
          </a:custGeom>
          <a:solidFill>
            <a:srgbClr val="FF0000"/>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1263" name="Forme libre : forme 1262">
            <a:extLst>
              <a:ext uri="{FF2B5EF4-FFF2-40B4-BE49-F238E27FC236}">
                <a16:creationId xmlns:a16="http://schemas.microsoft.com/office/drawing/2014/main" id="{524AAD29-71AD-3025-E148-6D7DB1693404}"/>
              </a:ext>
            </a:extLst>
          </p:cNvPr>
          <p:cNvSpPr/>
          <p:nvPr/>
        </p:nvSpPr>
        <p:spPr>
          <a:xfrm>
            <a:off x="5842937" y="2782899"/>
            <a:ext cx="304516" cy="197805"/>
          </a:xfrm>
          <a:custGeom>
            <a:avLst/>
            <a:gdLst>
              <a:gd name="connsiteX0" fmla="*/ 115881 w 304516"/>
              <a:gd name="connsiteY0" fmla="*/ 0 h 197805"/>
              <a:gd name="connsiteX1" fmla="*/ 304516 w 304516"/>
              <a:gd name="connsiteY1" fmla="*/ 107748 h 197805"/>
              <a:gd name="connsiteX2" fmla="*/ 146619 w 304516"/>
              <a:gd name="connsiteY2" fmla="*/ 197805 h 197805"/>
              <a:gd name="connsiteX3" fmla="*/ 0 w 304516"/>
              <a:gd name="connsiteY3" fmla="*/ 197805 h 197805"/>
              <a:gd name="connsiteX4" fmla="*/ 115881 w 304516"/>
              <a:gd name="connsiteY4" fmla="*/ 0 h 1978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516" h="197805">
                <a:moveTo>
                  <a:pt x="115881" y="0"/>
                </a:moveTo>
                <a:lnTo>
                  <a:pt x="304516" y="107748"/>
                </a:lnTo>
                <a:lnTo>
                  <a:pt x="146619" y="197805"/>
                </a:lnTo>
                <a:lnTo>
                  <a:pt x="0" y="197805"/>
                </a:lnTo>
                <a:lnTo>
                  <a:pt x="115881" y="0"/>
                </a:lnTo>
                <a:close/>
              </a:path>
            </a:pathLst>
          </a:custGeom>
          <a:solidFill>
            <a:srgbClr val="FF0000"/>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1264" name="Forme libre : forme 1263">
            <a:extLst>
              <a:ext uri="{FF2B5EF4-FFF2-40B4-BE49-F238E27FC236}">
                <a16:creationId xmlns:a16="http://schemas.microsoft.com/office/drawing/2014/main" id="{80F52ACC-A9AD-0883-89BD-91D59A8DC77F}"/>
              </a:ext>
            </a:extLst>
          </p:cNvPr>
          <p:cNvSpPr/>
          <p:nvPr/>
        </p:nvSpPr>
        <p:spPr>
          <a:xfrm>
            <a:off x="6147453" y="2791755"/>
            <a:ext cx="284177" cy="188949"/>
          </a:xfrm>
          <a:custGeom>
            <a:avLst/>
            <a:gdLst>
              <a:gd name="connsiteX0" fmla="*/ 173388 w 284177"/>
              <a:gd name="connsiteY0" fmla="*/ 0 h 188949"/>
              <a:gd name="connsiteX1" fmla="*/ 284177 w 284177"/>
              <a:gd name="connsiteY1" fmla="*/ 188949 h 188949"/>
              <a:gd name="connsiteX2" fmla="*/ 157661 w 284177"/>
              <a:gd name="connsiteY2" fmla="*/ 188949 h 188949"/>
              <a:gd name="connsiteX3" fmla="*/ 0 w 284177"/>
              <a:gd name="connsiteY3" fmla="*/ 98892 h 188949"/>
              <a:gd name="connsiteX4" fmla="*/ 173388 w 284177"/>
              <a:gd name="connsiteY4" fmla="*/ 0 h 1889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4177" h="188949">
                <a:moveTo>
                  <a:pt x="173388" y="0"/>
                </a:moveTo>
                <a:lnTo>
                  <a:pt x="284177" y="188949"/>
                </a:lnTo>
                <a:lnTo>
                  <a:pt x="157661" y="188949"/>
                </a:lnTo>
                <a:lnTo>
                  <a:pt x="0" y="98892"/>
                </a:lnTo>
                <a:lnTo>
                  <a:pt x="173388" y="0"/>
                </a:lnTo>
                <a:close/>
              </a:path>
            </a:pathLst>
          </a:custGeom>
          <a:solidFill>
            <a:srgbClr val="FF0000"/>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1265" name="Forme libre : forme 1264">
            <a:extLst>
              <a:ext uri="{FF2B5EF4-FFF2-40B4-BE49-F238E27FC236}">
                <a16:creationId xmlns:a16="http://schemas.microsoft.com/office/drawing/2014/main" id="{06447B7B-44CC-2A21-E4E9-415849DE111A}"/>
              </a:ext>
            </a:extLst>
          </p:cNvPr>
          <p:cNvSpPr/>
          <p:nvPr/>
        </p:nvSpPr>
        <p:spPr>
          <a:xfrm>
            <a:off x="5105742" y="2980704"/>
            <a:ext cx="380111" cy="463000"/>
          </a:xfrm>
          <a:custGeom>
            <a:avLst/>
            <a:gdLst>
              <a:gd name="connsiteX0" fmla="*/ 110775 w 380111"/>
              <a:gd name="connsiteY0" fmla="*/ 0 h 463000"/>
              <a:gd name="connsiteX1" fmla="*/ 211662 w 380111"/>
              <a:gd name="connsiteY1" fmla="*/ 0 h 463000"/>
              <a:gd name="connsiteX2" fmla="*/ 380111 w 380111"/>
              <a:gd name="connsiteY2" fmla="*/ 287289 h 463000"/>
              <a:gd name="connsiteX3" fmla="*/ 72037 w 380111"/>
              <a:gd name="connsiteY3" fmla="*/ 463000 h 463000"/>
              <a:gd name="connsiteX4" fmla="*/ 0 w 380111"/>
              <a:gd name="connsiteY4" fmla="*/ 421852 h 463000"/>
              <a:gd name="connsiteX5" fmla="*/ 3614 w 380111"/>
              <a:gd name="connsiteY5" fmla="*/ 350277 h 463000"/>
              <a:gd name="connsiteX6" fmla="*/ 73347 w 380111"/>
              <a:gd name="connsiteY6" fmla="*/ 77693 h 463000"/>
              <a:gd name="connsiteX7" fmla="*/ 110775 w 380111"/>
              <a:gd name="connsiteY7" fmla="*/ 0 h 463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0111" h="463000">
                <a:moveTo>
                  <a:pt x="110775" y="0"/>
                </a:moveTo>
                <a:lnTo>
                  <a:pt x="211662" y="0"/>
                </a:lnTo>
                <a:lnTo>
                  <a:pt x="380111" y="287289"/>
                </a:lnTo>
                <a:lnTo>
                  <a:pt x="72037" y="463000"/>
                </a:lnTo>
                <a:lnTo>
                  <a:pt x="0" y="421852"/>
                </a:lnTo>
                <a:lnTo>
                  <a:pt x="3614" y="350277"/>
                </a:lnTo>
                <a:cubicBezTo>
                  <a:pt x="13341" y="254492"/>
                  <a:pt x="37302" y="162915"/>
                  <a:pt x="73347" y="77693"/>
                </a:cubicBezTo>
                <a:lnTo>
                  <a:pt x="110775" y="0"/>
                </a:lnTo>
                <a:close/>
              </a:path>
            </a:pathLst>
          </a:custGeom>
          <a:solidFill>
            <a:srgbClr val="FF0000"/>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1266" name="Forme libre : forme 1265">
            <a:extLst>
              <a:ext uri="{FF2B5EF4-FFF2-40B4-BE49-F238E27FC236}">
                <a16:creationId xmlns:a16="http://schemas.microsoft.com/office/drawing/2014/main" id="{BD7125C7-3A94-1F26-A988-D09538AD03E7}"/>
              </a:ext>
            </a:extLst>
          </p:cNvPr>
          <p:cNvSpPr/>
          <p:nvPr/>
        </p:nvSpPr>
        <p:spPr>
          <a:xfrm>
            <a:off x="5573626" y="2980704"/>
            <a:ext cx="269311" cy="237227"/>
          </a:xfrm>
          <a:custGeom>
            <a:avLst/>
            <a:gdLst>
              <a:gd name="connsiteX0" fmla="*/ 0 w 269311"/>
              <a:gd name="connsiteY0" fmla="*/ 0 h 237227"/>
              <a:gd name="connsiteX1" fmla="*/ 269311 w 269311"/>
              <a:gd name="connsiteY1" fmla="*/ 0 h 237227"/>
              <a:gd name="connsiteX2" fmla="*/ 195739 w 269311"/>
              <a:gd name="connsiteY2" fmla="*/ 125587 h 237227"/>
              <a:gd name="connsiteX3" fmla="*/ 0 w 269311"/>
              <a:gd name="connsiteY3" fmla="*/ 237227 h 237227"/>
              <a:gd name="connsiteX4" fmla="*/ 0 w 269311"/>
              <a:gd name="connsiteY4" fmla="*/ 0 h 2372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9311" h="237227">
                <a:moveTo>
                  <a:pt x="0" y="0"/>
                </a:moveTo>
                <a:lnTo>
                  <a:pt x="269311" y="0"/>
                </a:lnTo>
                <a:lnTo>
                  <a:pt x="195739" y="125587"/>
                </a:lnTo>
                <a:lnTo>
                  <a:pt x="0" y="237227"/>
                </a:lnTo>
                <a:lnTo>
                  <a:pt x="0" y="0"/>
                </a:lnTo>
                <a:close/>
              </a:path>
            </a:pathLst>
          </a:custGeom>
          <a:solidFill>
            <a:srgbClr val="FF0000"/>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1267" name="Forme libre : forme 1266">
            <a:extLst>
              <a:ext uri="{FF2B5EF4-FFF2-40B4-BE49-F238E27FC236}">
                <a16:creationId xmlns:a16="http://schemas.microsoft.com/office/drawing/2014/main" id="{E2256B2A-2BCD-A219-E311-A2296E9FE401}"/>
              </a:ext>
            </a:extLst>
          </p:cNvPr>
          <p:cNvSpPr/>
          <p:nvPr/>
        </p:nvSpPr>
        <p:spPr>
          <a:xfrm>
            <a:off x="5580285" y="2980704"/>
            <a:ext cx="954525" cy="961184"/>
          </a:xfrm>
          <a:custGeom>
            <a:avLst/>
            <a:gdLst>
              <a:gd name="connsiteX0" fmla="*/ 409271 w 954525"/>
              <a:gd name="connsiteY0" fmla="*/ 0 h 961184"/>
              <a:gd name="connsiteX1" fmla="*/ 724829 w 954525"/>
              <a:gd name="connsiteY1" fmla="*/ 0 h 961184"/>
              <a:gd name="connsiteX2" fmla="*/ 915055 w 954525"/>
              <a:gd name="connsiteY2" fmla="*/ 108658 h 961184"/>
              <a:gd name="connsiteX3" fmla="*/ 954525 w 954525"/>
              <a:gd name="connsiteY3" fmla="*/ 175974 h 961184"/>
              <a:gd name="connsiteX4" fmla="*/ 954525 w 954525"/>
              <a:gd name="connsiteY4" fmla="*/ 720524 h 961184"/>
              <a:gd name="connsiteX5" fmla="*/ 888522 w 954525"/>
              <a:gd name="connsiteY5" fmla="*/ 833190 h 961184"/>
              <a:gd name="connsiteX6" fmla="*/ 664110 w 954525"/>
              <a:gd name="connsiteY6" fmla="*/ 961184 h 961184"/>
              <a:gd name="connsiteX7" fmla="*/ 469661 w 954525"/>
              <a:gd name="connsiteY7" fmla="*/ 961184 h 961184"/>
              <a:gd name="connsiteX8" fmla="*/ 215616 w 954525"/>
              <a:gd name="connsiteY8" fmla="*/ 816073 h 961184"/>
              <a:gd name="connsiteX9" fmla="*/ 0 w 954525"/>
              <a:gd name="connsiteY9" fmla="*/ 448342 h 961184"/>
              <a:gd name="connsiteX10" fmla="*/ 189080 w 954525"/>
              <a:gd name="connsiteY10" fmla="*/ 125587 h 961184"/>
              <a:gd name="connsiteX11" fmla="*/ 409271 w 954525"/>
              <a:gd name="connsiteY11" fmla="*/ 0 h 961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54525" h="961184">
                <a:moveTo>
                  <a:pt x="409271" y="0"/>
                </a:moveTo>
                <a:lnTo>
                  <a:pt x="724829" y="0"/>
                </a:lnTo>
                <a:lnTo>
                  <a:pt x="915055" y="108658"/>
                </a:lnTo>
                <a:lnTo>
                  <a:pt x="954525" y="175974"/>
                </a:lnTo>
                <a:lnTo>
                  <a:pt x="954525" y="720524"/>
                </a:lnTo>
                <a:lnTo>
                  <a:pt x="888522" y="833190"/>
                </a:lnTo>
                <a:lnTo>
                  <a:pt x="664110" y="961184"/>
                </a:lnTo>
                <a:lnTo>
                  <a:pt x="469661" y="961184"/>
                </a:lnTo>
                <a:lnTo>
                  <a:pt x="215616" y="816073"/>
                </a:lnTo>
                <a:lnTo>
                  <a:pt x="0" y="448342"/>
                </a:lnTo>
                <a:lnTo>
                  <a:pt x="189080" y="125587"/>
                </a:lnTo>
                <a:lnTo>
                  <a:pt x="409271" y="0"/>
                </a:lnTo>
                <a:close/>
              </a:path>
            </a:pathLst>
          </a:custGeom>
          <a:solidFill>
            <a:srgbClr val="FF0000"/>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dirty="0"/>
          </a:p>
        </p:txBody>
      </p:sp>
      <p:sp>
        <p:nvSpPr>
          <p:cNvPr id="1268" name="Forme libre : forme 1267">
            <a:extLst>
              <a:ext uri="{FF2B5EF4-FFF2-40B4-BE49-F238E27FC236}">
                <a16:creationId xmlns:a16="http://schemas.microsoft.com/office/drawing/2014/main" id="{189D4923-8C2F-A514-114B-ECCAB8A332A1}"/>
              </a:ext>
            </a:extLst>
          </p:cNvPr>
          <p:cNvSpPr/>
          <p:nvPr/>
        </p:nvSpPr>
        <p:spPr>
          <a:xfrm>
            <a:off x="6431630" y="2980704"/>
            <a:ext cx="103180" cy="131203"/>
          </a:xfrm>
          <a:custGeom>
            <a:avLst/>
            <a:gdLst>
              <a:gd name="connsiteX0" fmla="*/ 0 w 103180"/>
              <a:gd name="connsiteY0" fmla="*/ 0 h 131203"/>
              <a:gd name="connsiteX1" fmla="*/ 103180 w 103180"/>
              <a:gd name="connsiteY1" fmla="*/ 0 h 131203"/>
              <a:gd name="connsiteX2" fmla="*/ 103180 w 103180"/>
              <a:gd name="connsiteY2" fmla="*/ 131203 h 131203"/>
              <a:gd name="connsiteX3" fmla="*/ 63710 w 103180"/>
              <a:gd name="connsiteY3" fmla="*/ 108658 h 131203"/>
              <a:gd name="connsiteX4" fmla="*/ 0 w 103180"/>
              <a:gd name="connsiteY4" fmla="*/ 0 h 1312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180" h="131203">
                <a:moveTo>
                  <a:pt x="0" y="0"/>
                </a:moveTo>
                <a:lnTo>
                  <a:pt x="103180" y="0"/>
                </a:lnTo>
                <a:lnTo>
                  <a:pt x="103180" y="131203"/>
                </a:lnTo>
                <a:lnTo>
                  <a:pt x="63710" y="108658"/>
                </a:lnTo>
                <a:lnTo>
                  <a:pt x="0" y="0"/>
                </a:lnTo>
                <a:close/>
              </a:path>
            </a:pathLst>
          </a:custGeom>
          <a:solidFill>
            <a:srgbClr val="FF0000"/>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1269" name="Forme libre : forme 1268">
            <a:extLst>
              <a:ext uri="{FF2B5EF4-FFF2-40B4-BE49-F238E27FC236}">
                <a16:creationId xmlns:a16="http://schemas.microsoft.com/office/drawing/2014/main" id="{316720F9-AD89-4CE8-66C4-D7B04D1659D6}"/>
              </a:ext>
            </a:extLst>
          </p:cNvPr>
          <p:cNvSpPr/>
          <p:nvPr/>
        </p:nvSpPr>
        <p:spPr>
          <a:xfrm>
            <a:off x="6793491" y="3041587"/>
            <a:ext cx="207987" cy="336882"/>
          </a:xfrm>
          <a:custGeom>
            <a:avLst/>
            <a:gdLst>
              <a:gd name="connsiteX0" fmla="*/ 127758 w 207987"/>
              <a:gd name="connsiteY0" fmla="*/ 0 h 336882"/>
              <a:gd name="connsiteX1" fmla="*/ 135856 w 207987"/>
              <a:gd name="connsiteY1" fmla="*/ 16810 h 336882"/>
              <a:gd name="connsiteX2" fmla="*/ 205589 w 207987"/>
              <a:gd name="connsiteY2" fmla="*/ 289394 h 336882"/>
              <a:gd name="connsiteX3" fmla="*/ 207987 w 207987"/>
              <a:gd name="connsiteY3" fmla="*/ 336882 h 336882"/>
              <a:gd name="connsiteX4" fmla="*/ 0 w 207987"/>
              <a:gd name="connsiteY4" fmla="*/ 218079 h 336882"/>
              <a:gd name="connsiteX5" fmla="*/ 127758 w 207987"/>
              <a:gd name="connsiteY5" fmla="*/ 0 h 3368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7987" h="336882">
                <a:moveTo>
                  <a:pt x="127758" y="0"/>
                </a:moveTo>
                <a:lnTo>
                  <a:pt x="135856" y="16810"/>
                </a:lnTo>
                <a:cubicBezTo>
                  <a:pt x="171901" y="102032"/>
                  <a:pt x="195862" y="193609"/>
                  <a:pt x="205589" y="289394"/>
                </a:cubicBezTo>
                <a:lnTo>
                  <a:pt x="207987" y="336882"/>
                </a:lnTo>
                <a:lnTo>
                  <a:pt x="0" y="218079"/>
                </a:lnTo>
                <a:lnTo>
                  <a:pt x="127758" y="0"/>
                </a:lnTo>
                <a:close/>
              </a:path>
            </a:pathLst>
          </a:custGeom>
          <a:solidFill>
            <a:srgbClr val="FF0000"/>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1270" name="Forme libre : forme 1269">
            <a:extLst>
              <a:ext uri="{FF2B5EF4-FFF2-40B4-BE49-F238E27FC236}">
                <a16:creationId xmlns:a16="http://schemas.microsoft.com/office/drawing/2014/main" id="{0233354E-3037-6153-A5D1-93F1B03EB772}"/>
              </a:ext>
            </a:extLst>
          </p:cNvPr>
          <p:cNvSpPr/>
          <p:nvPr/>
        </p:nvSpPr>
        <p:spPr>
          <a:xfrm>
            <a:off x="6534810" y="3111907"/>
            <a:ext cx="258681" cy="316927"/>
          </a:xfrm>
          <a:custGeom>
            <a:avLst/>
            <a:gdLst>
              <a:gd name="connsiteX0" fmla="*/ 0 w 258681"/>
              <a:gd name="connsiteY0" fmla="*/ 0 h 316927"/>
              <a:gd name="connsiteX1" fmla="*/ 258681 w 258681"/>
              <a:gd name="connsiteY1" fmla="*/ 147759 h 316927"/>
              <a:gd name="connsiteX2" fmla="*/ 159577 w 258681"/>
              <a:gd name="connsiteY2" fmla="*/ 316927 h 316927"/>
              <a:gd name="connsiteX3" fmla="*/ 0 w 258681"/>
              <a:gd name="connsiteY3" fmla="*/ 44771 h 316927"/>
              <a:gd name="connsiteX4" fmla="*/ 0 w 258681"/>
              <a:gd name="connsiteY4" fmla="*/ 0 h 3169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8681" h="316927">
                <a:moveTo>
                  <a:pt x="0" y="0"/>
                </a:moveTo>
                <a:lnTo>
                  <a:pt x="258681" y="147759"/>
                </a:lnTo>
                <a:lnTo>
                  <a:pt x="159577" y="316927"/>
                </a:lnTo>
                <a:lnTo>
                  <a:pt x="0" y="44771"/>
                </a:lnTo>
                <a:lnTo>
                  <a:pt x="0" y="0"/>
                </a:lnTo>
                <a:close/>
              </a:path>
            </a:pathLst>
          </a:custGeom>
          <a:solidFill>
            <a:srgbClr val="FF0000"/>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1271" name="Forme libre : forme 1270">
            <a:extLst>
              <a:ext uri="{FF2B5EF4-FFF2-40B4-BE49-F238E27FC236}">
                <a16:creationId xmlns:a16="http://schemas.microsoft.com/office/drawing/2014/main" id="{FEA6F87E-F1CE-EACB-2758-27FB9B451F0E}"/>
              </a:ext>
            </a:extLst>
          </p:cNvPr>
          <p:cNvSpPr/>
          <p:nvPr/>
        </p:nvSpPr>
        <p:spPr>
          <a:xfrm>
            <a:off x="5485853" y="3217931"/>
            <a:ext cx="87773" cy="199758"/>
          </a:xfrm>
          <a:custGeom>
            <a:avLst/>
            <a:gdLst>
              <a:gd name="connsiteX0" fmla="*/ 87773 w 87773"/>
              <a:gd name="connsiteY0" fmla="*/ 0 h 199758"/>
              <a:gd name="connsiteX1" fmla="*/ 87773 w 87773"/>
              <a:gd name="connsiteY1" fmla="*/ 199758 h 199758"/>
              <a:gd name="connsiteX2" fmla="*/ 0 w 87773"/>
              <a:gd name="connsiteY2" fmla="*/ 50062 h 199758"/>
              <a:gd name="connsiteX3" fmla="*/ 87773 w 87773"/>
              <a:gd name="connsiteY3" fmla="*/ 0 h 199758"/>
            </a:gdLst>
            <a:ahLst/>
            <a:cxnLst>
              <a:cxn ang="0">
                <a:pos x="connsiteX0" y="connsiteY0"/>
              </a:cxn>
              <a:cxn ang="0">
                <a:pos x="connsiteX1" y="connsiteY1"/>
              </a:cxn>
              <a:cxn ang="0">
                <a:pos x="connsiteX2" y="connsiteY2"/>
              </a:cxn>
              <a:cxn ang="0">
                <a:pos x="connsiteX3" y="connsiteY3"/>
              </a:cxn>
            </a:cxnLst>
            <a:rect l="l" t="t" r="r" b="b"/>
            <a:pathLst>
              <a:path w="87773" h="199758">
                <a:moveTo>
                  <a:pt x="87773" y="0"/>
                </a:moveTo>
                <a:lnTo>
                  <a:pt x="87773" y="199758"/>
                </a:lnTo>
                <a:lnTo>
                  <a:pt x="0" y="50062"/>
                </a:lnTo>
                <a:lnTo>
                  <a:pt x="87773" y="0"/>
                </a:lnTo>
                <a:close/>
              </a:path>
            </a:pathLst>
          </a:custGeom>
          <a:solidFill>
            <a:srgbClr val="FF0000"/>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1272" name="Forme libre : forme 1271">
            <a:extLst>
              <a:ext uri="{FF2B5EF4-FFF2-40B4-BE49-F238E27FC236}">
                <a16:creationId xmlns:a16="http://schemas.microsoft.com/office/drawing/2014/main" id="{F2CAF23D-EFAC-04F8-F076-87B9C1EFFCC3}"/>
              </a:ext>
            </a:extLst>
          </p:cNvPr>
          <p:cNvSpPr/>
          <p:nvPr/>
        </p:nvSpPr>
        <p:spPr>
          <a:xfrm>
            <a:off x="5573626" y="3417689"/>
            <a:ext cx="6659" cy="22723"/>
          </a:xfrm>
          <a:custGeom>
            <a:avLst/>
            <a:gdLst>
              <a:gd name="connsiteX0" fmla="*/ 0 w 6659"/>
              <a:gd name="connsiteY0" fmla="*/ 0 h 22723"/>
              <a:gd name="connsiteX1" fmla="*/ 6659 w 6659"/>
              <a:gd name="connsiteY1" fmla="*/ 11357 h 22723"/>
              <a:gd name="connsiteX2" fmla="*/ 0 w 6659"/>
              <a:gd name="connsiteY2" fmla="*/ 22723 h 22723"/>
              <a:gd name="connsiteX3" fmla="*/ 0 w 6659"/>
              <a:gd name="connsiteY3" fmla="*/ 0 h 22723"/>
            </a:gdLst>
            <a:ahLst/>
            <a:cxnLst>
              <a:cxn ang="0">
                <a:pos x="connsiteX0" y="connsiteY0"/>
              </a:cxn>
              <a:cxn ang="0">
                <a:pos x="connsiteX1" y="connsiteY1"/>
              </a:cxn>
              <a:cxn ang="0">
                <a:pos x="connsiteX2" y="connsiteY2"/>
              </a:cxn>
              <a:cxn ang="0">
                <a:pos x="connsiteX3" y="connsiteY3"/>
              </a:cxn>
            </a:cxnLst>
            <a:rect l="l" t="t" r="r" b="b"/>
            <a:pathLst>
              <a:path w="6659" h="22723">
                <a:moveTo>
                  <a:pt x="0" y="0"/>
                </a:moveTo>
                <a:lnTo>
                  <a:pt x="6659" y="11357"/>
                </a:lnTo>
                <a:lnTo>
                  <a:pt x="0" y="22723"/>
                </a:lnTo>
                <a:lnTo>
                  <a:pt x="0" y="0"/>
                </a:lnTo>
                <a:close/>
              </a:path>
            </a:pathLst>
          </a:custGeom>
          <a:solidFill>
            <a:srgbClr val="FF0000"/>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1273" name="Forme libre : forme 1272">
            <a:extLst>
              <a:ext uri="{FF2B5EF4-FFF2-40B4-BE49-F238E27FC236}">
                <a16:creationId xmlns:a16="http://schemas.microsoft.com/office/drawing/2014/main" id="{4CBD6D81-555D-5FD5-73EE-46EE78EB50BA}"/>
              </a:ext>
            </a:extLst>
          </p:cNvPr>
          <p:cNvSpPr/>
          <p:nvPr/>
        </p:nvSpPr>
        <p:spPr>
          <a:xfrm>
            <a:off x="6534810" y="3428834"/>
            <a:ext cx="272238" cy="347415"/>
          </a:xfrm>
          <a:custGeom>
            <a:avLst/>
            <a:gdLst>
              <a:gd name="connsiteX0" fmla="*/ 159577 w 272238"/>
              <a:gd name="connsiteY0" fmla="*/ 0 h 347415"/>
              <a:gd name="connsiteX1" fmla="*/ 272238 w 272238"/>
              <a:gd name="connsiteY1" fmla="*/ 192143 h 347415"/>
              <a:gd name="connsiteX2" fmla="*/ 0 w 272238"/>
              <a:gd name="connsiteY2" fmla="*/ 347415 h 347415"/>
              <a:gd name="connsiteX3" fmla="*/ 0 w 272238"/>
              <a:gd name="connsiteY3" fmla="*/ 272394 h 347415"/>
              <a:gd name="connsiteX4" fmla="*/ 159577 w 272238"/>
              <a:gd name="connsiteY4" fmla="*/ 0 h 3474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2238" h="347415">
                <a:moveTo>
                  <a:pt x="159577" y="0"/>
                </a:moveTo>
                <a:lnTo>
                  <a:pt x="272238" y="192143"/>
                </a:lnTo>
                <a:lnTo>
                  <a:pt x="0" y="347415"/>
                </a:lnTo>
                <a:lnTo>
                  <a:pt x="0" y="272394"/>
                </a:lnTo>
                <a:lnTo>
                  <a:pt x="159577" y="0"/>
                </a:lnTo>
                <a:close/>
              </a:path>
            </a:pathLst>
          </a:custGeom>
          <a:solidFill>
            <a:srgbClr val="FF0000"/>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1274" name="Forme libre : forme 1273">
            <a:extLst>
              <a:ext uri="{FF2B5EF4-FFF2-40B4-BE49-F238E27FC236}">
                <a16:creationId xmlns:a16="http://schemas.microsoft.com/office/drawing/2014/main" id="{1CB1CC98-2354-C97B-77A8-C10822348BDC}"/>
              </a:ext>
            </a:extLst>
          </p:cNvPr>
          <p:cNvSpPr/>
          <p:nvPr/>
        </p:nvSpPr>
        <p:spPr>
          <a:xfrm>
            <a:off x="5472931" y="3440412"/>
            <a:ext cx="100695" cy="229401"/>
          </a:xfrm>
          <a:custGeom>
            <a:avLst/>
            <a:gdLst>
              <a:gd name="connsiteX0" fmla="*/ 100695 w 100695"/>
              <a:gd name="connsiteY0" fmla="*/ 0 h 229401"/>
              <a:gd name="connsiteX1" fmla="*/ 100695 w 100695"/>
              <a:gd name="connsiteY1" fmla="*/ 229401 h 229401"/>
              <a:gd name="connsiteX2" fmla="*/ 0 w 100695"/>
              <a:gd name="connsiteY2" fmla="*/ 171884 h 229401"/>
              <a:gd name="connsiteX3" fmla="*/ 100695 w 100695"/>
              <a:gd name="connsiteY3" fmla="*/ 0 h 229401"/>
            </a:gdLst>
            <a:ahLst/>
            <a:cxnLst>
              <a:cxn ang="0">
                <a:pos x="connsiteX0" y="connsiteY0"/>
              </a:cxn>
              <a:cxn ang="0">
                <a:pos x="connsiteX1" y="connsiteY1"/>
              </a:cxn>
              <a:cxn ang="0">
                <a:pos x="connsiteX2" y="connsiteY2"/>
              </a:cxn>
              <a:cxn ang="0">
                <a:pos x="connsiteX3" y="connsiteY3"/>
              </a:cxn>
            </a:cxnLst>
            <a:rect l="l" t="t" r="r" b="b"/>
            <a:pathLst>
              <a:path w="100695" h="229401">
                <a:moveTo>
                  <a:pt x="100695" y="0"/>
                </a:moveTo>
                <a:lnTo>
                  <a:pt x="100695" y="229401"/>
                </a:lnTo>
                <a:lnTo>
                  <a:pt x="0" y="171884"/>
                </a:lnTo>
                <a:lnTo>
                  <a:pt x="100695" y="0"/>
                </a:lnTo>
                <a:close/>
              </a:path>
            </a:pathLst>
          </a:custGeom>
          <a:solidFill>
            <a:srgbClr val="FF0000"/>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1275" name="Forme libre : forme 1274">
            <a:extLst>
              <a:ext uri="{FF2B5EF4-FFF2-40B4-BE49-F238E27FC236}">
                <a16:creationId xmlns:a16="http://schemas.microsoft.com/office/drawing/2014/main" id="{D1F43213-DF2C-DF44-C659-87871ED526D0}"/>
              </a:ext>
            </a:extLst>
          </p:cNvPr>
          <p:cNvSpPr/>
          <p:nvPr/>
        </p:nvSpPr>
        <p:spPr>
          <a:xfrm>
            <a:off x="5107272" y="3443704"/>
            <a:ext cx="365659" cy="498184"/>
          </a:xfrm>
          <a:custGeom>
            <a:avLst/>
            <a:gdLst>
              <a:gd name="connsiteX0" fmla="*/ 70507 w 365659"/>
              <a:gd name="connsiteY0" fmla="*/ 0 h 498184"/>
              <a:gd name="connsiteX1" fmla="*/ 365659 w 365659"/>
              <a:gd name="connsiteY1" fmla="*/ 168592 h 498184"/>
              <a:gd name="connsiteX2" fmla="*/ 172574 w 365659"/>
              <a:gd name="connsiteY2" fmla="*/ 498184 h 498184"/>
              <a:gd name="connsiteX3" fmla="*/ 148921 w 365659"/>
              <a:gd name="connsiteY3" fmla="*/ 498184 h 498184"/>
              <a:gd name="connsiteX4" fmla="*/ 111812 w 365659"/>
              <a:gd name="connsiteY4" fmla="*/ 437100 h 498184"/>
              <a:gd name="connsiteX5" fmla="*/ 2084 w 365659"/>
              <a:gd name="connsiteY5" fmla="*/ 81493 h 498184"/>
              <a:gd name="connsiteX6" fmla="*/ 0 w 365659"/>
              <a:gd name="connsiteY6" fmla="*/ 40214 h 498184"/>
              <a:gd name="connsiteX7" fmla="*/ 70507 w 365659"/>
              <a:gd name="connsiteY7" fmla="*/ 0 h 498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5659" h="498184">
                <a:moveTo>
                  <a:pt x="70507" y="0"/>
                </a:moveTo>
                <a:lnTo>
                  <a:pt x="365659" y="168592"/>
                </a:lnTo>
                <a:lnTo>
                  <a:pt x="172574" y="498184"/>
                </a:lnTo>
                <a:lnTo>
                  <a:pt x="148921" y="498184"/>
                </a:lnTo>
                <a:lnTo>
                  <a:pt x="111812" y="437100"/>
                </a:lnTo>
                <a:cubicBezTo>
                  <a:pt x="53327" y="329440"/>
                  <a:pt x="15054" y="209206"/>
                  <a:pt x="2084" y="81493"/>
                </a:cubicBezTo>
                <a:lnTo>
                  <a:pt x="0" y="40214"/>
                </a:lnTo>
                <a:lnTo>
                  <a:pt x="70507" y="0"/>
                </a:lnTo>
                <a:close/>
              </a:path>
            </a:pathLst>
          </a:custGeom>
          <a:solidFill>
            <a:srgbClr val="FF0000"/>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1276" name="Forme libre : forme 1275">
            <a:extLst>
              <a:ext uri="{FF2B5EF4-FFF2-40B4-BE49-F238E27FC236}">
                <a16:creationId xmlns:a16="http://schemas.microsoft.com/office/drawing/2014/main" id="{69FE09A0-A55A-0BBE-92DC-4DAC21873C2D}"/>
              </a:ext>
            </a:extLst>
          </p:cNvPr>
          <p:cNvSpPr/>
          <p:nvPr/>
        </p:nvSpPr>
        <p:spPr>
          <a:xfrm>
            <a:off x="6807048" y="3511043"/>
            <a:ext cx="192747" cy="304182"/>
          </a:xfrm>
          <a:custGeom>
            <a:avLst/>
            <a:gdLst>
              <a:gd name="connsiteX0" fmla="*/ 192747 w 192747"/>
              <a:gd name="connsiteY0" fmla="*/ 0 h 304182"/>
              <a:gd name="connsiteX1" fmla="*/ 192032 w 192747"/>
              <a:gd name="connsiteY1" fmla="*/ 14154 h 304182"/>
              <a:gd name="connsiteX2" fmla="*/ 122299 w 192747"/>
              <a:gd name="connsiteY2" fmla="*/ 286738 h 304182"/>
              <a:gd name="connsiteX3" fmla="*/ 113896 w 192747"/>
              <a:gd name="connsiteY3" fmla="*/ 304182 h 304182"/>
              <a:gd name="connsiteX4" fmla="*/ 0 w 192747"/>
              <a:gd name="connsiteY4" fmla="*/ 109934 h 304182"/>
              <a:gd name="connsiteX5" fmla="*/ 192747 w 192747"/>
              <a:gd name="connsiteY5" fmla="*/ 0 h 304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2747" h="304182">
                <a:moveTo>
                  <a:pt x="192747" y="0"/>
                </a:moveTo>
                <a:lnTo>
                  <a:pt x="192032" y="14154"/>
                </a:lnTo>
                <a:cubicBezTo>
                  <a:pt x="182305" y="109939"/>
                  <a:pt x="158344" y="201516"/>
                  <a:pt x="122299" y="286738"/>
                </a:cubicBezTo>
                <a:lnTo>
                  <a:pt x="113896" y="304182"/>
                </a:lnTo>
                <a:lnTo>
                  <a:pt x="0" y="109934"/>
                </a:lnTo>
                <a:lnTo>
                  <a:pt x="192747" y="0"/>
                </a:lnTo>
                <a:close/>
              </a:path>
            </a:pathLst>
          </a:custGeom>
          <a:solidFill>
            <a:srgbClr val="FF0000"/>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1277" name="Forme libre : forme 1276">
            <a:extLst>
              <a:ext uri="{FF2B5EF4-FFF2-40B4-BE49-F238E27FC236}">
                <a16:creationId xmlns:a16="http://schemas.microsoft.com/office/drawing/2014/main" id="{FD092060-9C3E-6054-9B27-40FA4F0C8852}"/>
              </a:ext>
            </a:extLst>
          </p:cNvPr>
          <p:cNvSpPr/>
          <p:nvPr/>
        </p:nvSpPr>
        <p:spPr>
          <a:xfrm>
            <a:off x="5573626" y="3669813"/>
            <a:ext cx="307360" cy="272075"/>
          </a:xfrm>
          <a:custGeom>
            <a:avLst/>
            <a:gdLst>
              <a:gd name="connsiteX0" fmla="*/ 0 w 307360"/>
              <a:gd name="connsiteY0" fmla="*/ 0 h 272075"/>
              <a:gd name="connsiteX1" fmla="*/ 222275 w 307360"/>
              <a:gd name="connsiteY1" fmla="*/ 126964 h 272075"/>
              <a:gd name="connsiteX2" fmla="*/ 307360 w 307360"/>
              <a:gd name="connsiteY2" fmla="*/ 272075 h 272075"/>
              <a:gd name="connsiteX3" fmla="*/ 0 w 307360"/>
              <a:gd name="connsiteY3" fmla="*/ 272075 h 272075"/>
              <a:gd name="connsiteX4" fmla="*/ 0 w 307360"/>
              <a:gd name="connsiteY4" fmla="*/ 0 h 2720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7360" h="272075">
                <a:moveTo>
                  <a:pt x="0" y="0"/>
                </a:moveTo>
                <a:lnTo>
                  <a:pt x="222275" y="126964"/>
                </a:lnTo>
                <a:lnTo>
                  <a:pt x="307360" y="272075"/>
                </a:lnTo>
                <a:lnTo>
                  <a:pt x="0" y="272075"/>
                </a:lnTo>
                <a:lnTo>
                  <a:pt x="0" y="0"/>
                </a:lnTo>
                <a:close/>
              </a:path>
            </a:pathLst>
          </a:custGeom>
          <a:solidFill>
            <a:srgbClr val="FF0000"/>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1278" name="Forme libre : forme 1277">
            <a:extLst>
              <a:ext uri="{FF2B5EF4-FFF2-40B4-BE49-F238E27FC236}">
                <a16:creationId xmlns:a16="http://schemas.microsoft.com/office/drawing/2014/main" id="{E45214F3-F68B-64A0-7FFB-6487B79D56E8}"/>
              </a:ext>
            </a:extLst>
          </p:cNvPr>
          <p:cNvSpPr/>
          <p:nvPr/>
        </p:nvSpPr>
        <p:spPr>
          <a:xfrm>
            <a:off x="6393824" y="3776249"/>
            <a:ext cx="140986" cy="165639"/>
          </a:xfrm>
          <a:custGeom>
            <a:avLst/>
            <a:gdLst>
              <a:gd name="connsiteX0" fmla="*/ 140986 w 140986"/>
              <a:gd name="connsiteY0" fmla="*/ 0 h 165639"/>
              <a:gd name="connsiteX1" fmla="*/ 140986 w 140986"/>
              <a:gd name="connsiteY1" fmla="*/ 165639 h 165639"/>
              <a:gd name="connsiteX2" fmla="*/ 0 w 140986"/>
              <a:gd name="connsiteY2" fmla="*/ 165639 h 165639"/>
              <a:gd name="connsiteX3" fmla="*/ 74983 w 140986"/>
              <a:gd name="connsiteY3" fmla="*/ 37645 h 165639"/>
              <a:gd name="connsiteX4" fmla="*/ 140986 w 140986"/>
              <a:gd name="connsiteY4" fmla="*/ 0 h 1656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86" h="165639">
                <a:moveTo>
                  <a:pt x="140986" y="0"/>
                </a:moveTo>
                <a:lnTo>
                  <a:pt x="140986" y="165639"/>
                </a:lnTo>
                <a:lnTo>
                  <a:pt x="0" y="165639"/>
                </a:lnTo>
                <a:lnTo>
                  <a:pt x="74983" y="37645"/>
                </a:lnTo>
                <a:lnTo>
                  <a:pt x="140986" y="0"/>
                </a:lnTo>
                <a:close/>
              </a:path>
            </a:pathLst>
          </a:custGeom>
          <a:solidFill>
            <a:srgbClr val="FF0000"/>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1279" name="Forme libre : forme 1278">
            <a:extLst>
              <a:ext uri="{FF2B5EF4-FFF2-40B4-BE49-F238E27FC236}">
                <a16:creationId xmlns:a16="http://schemas.microsoft.com/office/drawing/2014/main" id="{805C0C39-6854-3B98-485A-2A878049CF62}"/>
              </a:ext>
            </a:extLst>
          </p:cNvPr>
          <p:cNvSpPr/>
          <p:nvPr/>
        </p:nvSpPr>
        <p:spPr>
          <a:xfrm>
            <a:off x="5268469" y="3941888"/>
            <a:ext cx="305157" cy="304400"/>
          </a:xfrm>
          <a:custGeom>
            <a:avLst/>
            <a:gdLst>
              <a:gd name="connsiteX0" fmla="*/ 11377 w 305157"/>
              <a:gd name="connsiteY0" fmla="*/ 0 h 304400"/>
              <a:gd name="connsiteX1" fmla="*/ 305157 w 305157"/>
              <a:gd name="connsiteY1" fmla="*/ 0 h 304400"/>
              <a:gd name="connsiteX2" fmla="*/ 305157 w 305157"/>
              <a:gd name="connsiteY2" fmla="*/ 304400 h 304400"/>
              <a:gd name="connsiteX3" fmla="*/ 254726 w 305157"/>
              <a:gd name="connsiteY3" fmla="*/ 273762 h 304400"/>
              <a:gd name="connsiteX4" fmla="*/ 114163 w 305157"/>
              <a:gd name="connsiteY4" fmla="*/ 157787 h 304400"/>
              <a:gd name="connsiteX5" fmla="*/ 0 w 305157"/>
              <a:gd name="connsiteY5" fmla="*/ 19420 h 304400"/>
              <a:gd name="connsiteX6" fmla="*/ 11377 w 305157"/>
              <a:gd name="connsiteY6" fmla="*/ 0 h 30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5157" h="304400">
                <a:moveTo>
                  <a:pt x="11377" y="0"/>
                </a:moveTo>
                <a:lnTo>
                  <a:pt x="305157" y="0"/>
                </a:lnTo>
                <a:lnTo>
                  <a:pt x="305157" y="304400"/>
                </a:lnTo>
                <a:lnTo>
                  <a:pt x="254726" y="273762"/>
                </a:lnTo>
                <a:cubicBezTo>
                  <a:pt x="204198" y="239626"/>
                  <a:pt x="157132" y="200755"/>
                  <a:pt x="114163" y="157787"/>
                </a:cubicBezTo>
                <a:lnTo>
                  <a:pt x="0" y="19420"/>
                </a:lnTo>
                <a:lnTo>
                  <a:pt x="11377" y="0"/>
                </a:lnTo>
                <a:close/>
              </a:path>
            </a:pathLst>
          </a:custGeom>
          <a:solidFill>
            <a:srgbClr val="FF0000"/>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1280" name="Forme libre : forme 1279">
            <a:extLst>
              <a:ext uri="{FF2B5EF4-FFF2-40B4-BE49-F238E27FC236}">
                <a16:creationId xmlns:a16="http://schemas.microsoft.com/office/drawing/2014/main" id="{C68CFDA4-8C3F-ADFC-20DB-0FFA0626E8A8}"/>
              </a:ext>
            </a:extLst>
          </p:cNvPr>
          <p:cNvSpPr/>
          <p:nvPr/>
        </p:nvSpPr>
        <p:spPr>
          <a:xfrm>
            <a:off x="5880986" y="3941888"/>
            <a:ext cx="266112" cy="155327"/>
          </a:xfrm>
          <a:custGeom>
            <a:avLst/>
            <a:gdLst>
              <a:gd name="connsiteX0" fmla="*/ 0 w 266112"/>
              <a:gd name="connsiteY0" fmla="*/ 0 h 155327"/>
              <a:gd name="connsiteX1" fmla="*/ 168960 w 266112"/>
              <a:gd name="connsiteY1" fmla="*/ 0 h 155327"/>
              <a:gd name="connsiteX2" fmla="*/ 266112 w 266112"/>
              <a:gd name="connsiteY2" fmla="*/ 55494 h 155327"/>
              <a:gd name="connsiteX3" fmla="*/ 91074 w 266112"/>
              <a:gd name="connsiteY3" fmla="*/ 155327 h 155327"/>
              <a:gd name="connsiteX4" fmla="*/ 0 w 266112"/>
              <a:gd name="connsiteY4" fmla="*/ 0 h 1553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6112" h="155327">
                <a:moveTo>
                  <a:pt x="0" y="0"/>
                </a:moveTo>
                <a:lnTo>
                  <a:pt x="168960" y="0"/>
                </a:lnTo>
                <a:lnTo>
                  <a:pt x="266112" y="55494"/>
                </a:lnTo>
                <a:lnTo>
                  <a:pt x="91074" y="155327"/>
                </a:lnTo>
                <a:lnTo>
                  <a:pt x="0" y="0"/>
                </a:lnTo>
                <a:close/>
              </a:path>
            </a:pathLst>
          </a:custGeom>
          <a:solidFill>
            <a:srgbClr val="FF0000"/>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1281" name="Forme libre : forme 1280">
            <a:extLst>
              <a:ext uri="{FF2B5EF4-FFF2-40B4-BE49-F238E27FC236}">
                <a16:creationId xmlns:a16="http://schemas.microsoft.com/office/drawing/2014/main" id="{D2BCAA4F-1BE8-034B-DECA-E633DE00BB5A}"/>
              </a:ext>
            </a:extLst>
          </p:cNvPr>
          <p:cNvSpPr/>
          <p:nvPr/>
        </p:nvSpPr>
        <p:spPr>
          <a:xfrm>
            <a:off x="6147098" y="3941888"/>
            <a:ext cx="246726" cy="147175"/>
          </a:xfrm>
          <a:custGeom>
            <a:avLst/>
            <a:gdLst>
              <a:gd name="connsiteX0" fmla="*/ 97297 w 246726"/>
              <a:gd name="connsiteY0" fmla="*/ 0 h 147175"/>
              <a:gd name="connsiteX1" fmla="*/ 246726 w 246726"/>
              <a:gd name="connsiteY1" fmla="*/ 0 h 147175"/>
              <a:gd name="connsiteX2" fmla="*/ 160506 w 246726"/>
              <a:gd name="connsiteY2" fmla="*/ 147175 h 147175"/>
              <a:gd name="connsiteX3" fmla="*/ 0 w 246726"/>
              <a:gd name="connsiteY3" fmla="*/ 55494 h 147175"/>
              <a:gd name="connsiteX4" fmla="*/ 97297 w 246726"/>
              <a:gd name="connsiteY4" fmla="*/ 0 h 1471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726" h="147175">
                <a:moveTo>
                  <a:pt x="97297" y="0"/>
                </a:moveTo>
                <a:lnTo>
                  <a:pt x="246726" y="0"/>
                </a:lnTo>
                <a:lnTo>
                  <a:pt x="160506" y="147175"/>
                </a:lnTo>
                <a:lnTo>
                  <a:pt x="0" y="55494"/>
                </a:lnTo>
                <a:lnTo>
                  <a:pt x="97297" y="0"/>
                </a:lnTo>
                <a:close/>
              </a:path>
            </a:pathLst>
          </a:custGeom>
          <a:solidFill>
            <a:srgbClr val="FF0000"/>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1282" name="Forme libre : forme 1281">
            <a:extLst>
              <a:ext uri="{FF2B5EF4-FFF2-40B4-BE49-F238E27FC236}">
                <a16:creationId xmlns:a16="http://schemas.microsoft.com/office/drawing/2014/main" id="{3EBE8207-69C7-E2F0-5676-50645091AED9}"/>
              </a:ext>
            </a:extLst>
          </p:cNvPr>
          <p:cNvSpPr/>
          <p:nvPr/>
        </p:nvSpPr>
        <p:spPr>
          <a:xfrm>
            <a:off x="6534810" y="3941888"/>
            <a:ext cx="317433" cy="290255"/>
          </a:xfrm>
          <a:custGeom>
            <a:avLst/>
            <a:gdLst>
              <a:gd name="connsiteX0" fmla="*/ 0 w 317433"/>
              <a:gd name="connsiteY0" fmla="*/ 0 h 290255"/>
              <a:gd name="connsiteX1" fmla="*/ 317433 w 317433"/>
              <a:gd name="connsiteY1" fmla="*/ 0 h 290255"/>
              <a:gd name="connsiteX2" fmla="*/ 306969 w 317433"/>
              <a:gd name="connsiteY2" fmla="*/ 17224 h 290255"/>
              <a:gd name="connsiteX3" fmla="*/ 50431 w 317433"/>
              <a:gd name="connsiteY3" fmla="*/ 273762 h 290255"/>
              <a:gd name="connsiteX4" fmla="*/ 23283 w 317433"/>
              <a:gd name="connsiteY4" fmla="*/ 290255 h 290255"/>
              <a:gd name="connsiteX5" fmla="*/ 0 w 317433"/>
              <a:gd name="connsiteY5" fmla="*/ 276956 h 290255"/>
              <a:gd name="connsiteX6" fmla="*/ 0 w 317433"/>
              <a:gd name="connsiteY6" fmla="*/ 0 h 290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17433" h="290255">
                <a:moveTo>
                  <a:pt x="0" y="0"/>
                </a:moveTo>
                <a:lnTo>
                  <a:pt x="317433" y="0"/>
                </a:lnTo>
                <a:lnTo>
                  <a:pt x="306969" y="17224"/>
                </a:lnTo>
                <a:cubicBezTo>
                  <a:pt x="238697" y="118280"/>
                  <a:pt x="151487" y="205490"/>
                  <a:pt x="50431" y="273762"/>
                </a:cubicBezTo>
                <a:lnTo>
                  <a:pt x="23283" y="290255"/>
                </a:lnTo>
                <a:lnTo>
                  <a:pt x="0" y="276956"/>
                </a:lnTo>
                <a:lnTo>
                  <a:pt x="0" y="0"/>
                </a:lnTo>
                <a:close/>
              </a:path>
            </a:pathLst>
          </a:custGeom>
          <a:solidFill>
            <a:srgbClr val="FF0000"/>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1283" name="Forme libre : forme 1282">
            <a:extLst>
              <a:ext uri="{FF2B5EF4-FFF2-40B4-BE49-F238E27FC236}">
                <a16:creationId xmlns:a16="http://schemas.microsoft.com/office/drawing/2014/main" id="{B7BC2BC7-C014-1AB9-25AE-979EA0CB4F4A}"/>
              </a:ext>
            </a:extLst>
          </p:cNvPr>
          <p:cNvSpPr/>
          <p:nvPr/>
        </p:nvSpPr>
        <p:spPr>
          <a:xfrm>
            <a:off x="6140988" y="4089063"/>
            <a:ext cx="393822" cy="284410"/>
          </a:xfrm>
          <a:custGeom>
            <a:avLst/>
            <a:gdLst>
              <a:gd name="connsiteX0" fmla="*/ 166616 w 393822"/>
              <a:gd name="connsiteY0" fmla="*/ 0 h 284410"/>
              <a:gd name="connsiteX1" fmla="*/ 393822 w 393822"/>
              <a:gd name="connsiteY1" fmla="*/ 129781 h 284410"/>
              <a:gd name="connsiteX2" fmla="*/ 393822 w 393822"/>
              <a:gd name="connsiteY2" fmla="*/ 157225 h 284410"/>
              <a:gd name="connsiteX3" fmla="*/ 365945 w 393822"/>
              <a:gd name="connsiteY3" fmla="*/ 174160 h 284410"/>
              <a:gd name="connsiteX4" fmla="*/ 10338 w 393822"/>
              <a:gd name="connsiteY4" fmla="*/ 283888 h 284410"/>
              <a:gd name="connsiteX5" fmla="*/ 0 w 393822"/>
              <a:gd name="connsiteY5" fmla="*/ 284410 h 284410"/>
              <a:gd name="connsiteX6" fmla="*/ 166616 w 393822"/>
              <a:gd name="connsiteY6" fmla="*/ 0 h 2844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93822" h="284410">
                <a:moveTo>
                  <a:pt x="166616" y="0"/>
                </a:moveTo>
                <a:lnTo>
                  <a:pt x="393822" y="129781"/>
                </a:lnTo>
                <a:lnTo>
                  <a:pt x="393822" y="157225"/>
                </a:lnTo>
                <a:lnTo>
                  <a:pt x="365945" y="174160"/>
                </a:lnTo>
                <a:cubicBezTo>
                  <a:pt x="258285" y="232645"/>
                  <a:pt x="138052" y="270919"/>
                  <a:pt x="10338" y="283888"/>
                </a:cubicBezTo>
                <a:lnTo>
                  <a:pt x="0" y="284410"/>
                </a:lnTo>
                <a:lnTo>
                  <a:pt x="166616" y="0"/>
                </a:lnTo>
                <a:close/>
              </a:path>
            </a:pathLst>
          </a:custGeom>
          <a:solidFill>
            <a:srgbClr val="FF0000"/>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1284" name="Forme libre : forme 1283">
            <a:extLst>
              <a:ext uri="{FF2B5EF4-FFF2-40B4-BE49-F238E27FC236}">
                <a16:creationId xmlns:a16="http://schemas.microsoft.com/office/drawing/2014/main" id="{DF0726F0-3882-98FA-6594-B01D69F251F6}"/>
              </a:ext>
            </a:extLst>
          </p:cNvPr>
          <p:cNvSpPr/>
          <p:nvPr/>
        </p:nvSpPr>
        <p:spPr>
          <a:xfrm>
            <a:off x="5644599" y="4097215"/>
            <a:ext cx="489642" cy="280640"/>
          </a:xfrm>
          <a:custGeom>
            <a:avLst/>
            <a:gdLst>
              <a:gd name="connsiteX0" fmla="*/ 327461 w 489642"/>
              <a:gd name="connsiteY0" fmla="*/ 0 h 280640"/>
              <a:gd name="connsiteX1" fmla="*/ 489642 w 489642"/>
              <a:gd name="connsiteY1" fmla="*/ 276599 h 280640"/>
              <a:gd name="connsiteX2" fmla="*/ 409619 w 489642"/>
              <a:gd name="connsiteY2" fmla="*/ 280640 h 280640"/>
              <a:gd name="connsiteX3" fmla="*/ 39927 w 489642"/>
              <a:gd name="connsiteY3" fmla="*/ 206003 h 280640"/>
              <a:gd name="connsiteX4" fmla="*/ 0 w 489642"/>
              <a:gd name="connsiteY4" fmla="*/ 186769 h 280640"/>
              <a:gd name="connsiteX5" fmla="*/ 327461 w 489642"/>
              <a:gd name="connsiteY5" fmla="*/ 0 h 280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89642" h="280640">
                <a:moveTo>
                  <a:pt x="327461" y="0"/>
                </a:moveTo>
                <a:lnTo>
                  <a:pt x="489642" y="276599"/>
                </a:lnTo>
                <a:lnTo>
                  <a:pt x="409619" y="280640"/>
                </a:lnTo>
                <a:cubicBezTo>
                  <a:pt x="278484" y="280640"/>
                  <a:pt x="153556" y="254064"/>
                  <a:pt x="39927" y="206003"/>
                </a:cubicBezTo>
                <a:lnTo>
                  <a:pt x="0" y="186769"/>
                </a:lnTo>
                <a:lnTo>
                  <a:pt x="327461" y="0"/>
                </a:lnTo>
                <a:close/>
              </a:path>
            </a:pathLst>
          </a:custGeom>
          <a:solidFill>
            <a:srgbClr val="FF0000"/>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1285" name="Forme libre : forme 1284">
            <a:extLst>
              <a:ext uri="{FF2B5EF4-FFF2-40B4-BE49-F238E27FC236}">
                <a16:creationId xmlns:a16="http://schemas.microsoft.com/office/drawing/2014/main" id="{2093A9EB-8418-A188-FF6F-2991A993C9ED}"/>
              </a:ext>
            </a:extLst>
          </p:cNvPr>
          <p:cNvSpPr/>
          <p:nvPr/>
        </p:nvSpPr>
        <p:spPr>
          <a:xfrm>
            <a:off x="6134241" y="4373473"/>
            <a:ext cx="6747" cy="5926"/>
          </a:xfrm>
          <a:custGeom>
            <a:avLst/>
            <a:gdLst>
              <a:gd name="connsiteX0" fmla="*/ 6747 w 6747"/>
              <a:gd name="connsiteY0" fmla="*/ 0 h 5926"/>
              <a:gd name="connsiteX1" fmla="*/ 3275 w 6747"/>
              <a:gd name="connsiteY1" fmla="*/ 5926 h 5926"/>
              <a:gd name="connsiteX2" fmla="*/ 0 w 6747"/>
              <a:gd name="connsiteY2" fmla="*/ 341 h 5926"/>
              <a:gd name="connsiteX3" fmla="*/ 6747 w 6747"/>
              <a:gd name="connsiteY3" fmla="*/ 0 h 5926"/>
            </a:gdLst>
            <a:ahLst/>
            <a:cxnLst>
              <a:cxn ang="0">
                <a:pos x="connsiteX0" y="connsiteY0"/>
              </a:cxn>
              <a:cxn ang="0">
                <a:pos x="connsiteX1" y="connsiteY1"/>
              </a:cxn>
              <a:cxn ang="0">
                <a:pos x="connsiteX2" y="connsiteY2"/>
              </a:cxn>
              <a:cxn ang="0">
                <a:pos x="connsiteX3" y="connsiteY3"/>
              </a:cxn>
            </a:cxnLst>
            <a:rect l="l" t="t" r="r" b="b"/>
            <a:pathLst>
              <a:path w="6747" h="5926">
                <a:moveTo>
                  <a:pt x="6747" y="0"/>
                </a:moveTo>
                <a:lnTo>
                  <a:pt x="3275" y="5926"/>
                </a:lnTo>
                <a:lnTo>
                  <a:pt x="0" y="341"/>
                </a:lnTo>
                <a:lnTo>
                  <a:pt x="6747" y="0"/>
                </a:lnTo>
                <a:close/>
              </a:path>
            </a:pathLst>
          </a:custGeom>
          <a:solidFill>
            <a:srgbClr val="FF0000"/>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pic>
        <p:nvPicPr>
          <p:cNvPr id="2" name="Caméra 1">
            <a:extLst>
              <a:ext uri="{FF2B5EF4-FFF2-40B4-BE49-F238E27FC236}">
                <a16:creationId xmlns:a16="http://schemas.microsoft.com/office/drawing/2014/main" id="{45AF1DC1-A33C-4602-DEFB-0230181E9BC2}"/>
              </a:ext>
            </a:extLst>
          </p:cNvPr>
          <p:cNvPicPr>
            <a:picLocks noChangeAspect="1"/>
            <a:extLst>
              <a:ext uri="{51228E76-BA90-4043-B771-695A4F85340A}">
                <alf:liveFeedProps xmlns:alf="http://schemas.microsoft.com/office/drawing/2021/livefeed"/>
              </a:ext>
            </a:extLst>
          </p:cNvPicPr>
          <p:nvPr/>
        </p:nvPicPr>
        <p:blipFill>
          <a:blip r:embed="rId2">
            <a:extLst>
              <a:ext uri="{96DAC541-7B7A-43D3-8B79-37D633B846F1}">
                <asvg:svgBlip xmlns:asvg="http://schemas.microsoft.com/office/drawing/2016/SVG/main" r:embed="rId3"/>
              </a:ext>
            </a:extLst>
          </a:blip>
          <a:stretch>
            <a:fillRect/>
          </a:stretch>
        </p:blipFill>
        <p:spPr>
          <a:xfrm>
            <a:off x="10052304" y="4718304"/>
            <a:ext cx="2057400" cy="2057400"/>
          </a:xfrm>
          <a:prstGeom prst="ellipse">
            <a:avLst/>
          </a:prstGeom>
        </p:spPr>
      </p:pic>
      <p:pic>
        <p:nvPicPr>
          <p:cNvPr id="3" name="Caméra 2">
            <a:extLst>
              <a:ext uri="{FF2B5EF4-FFF2-40B4-BE49-F238E27FC236}">
                <a16:creationId xmlns:a16="http://schemas.microsoft.com/office/drawing/2014/main" id="{FAF499BD-CEA4-129A-7C54-92E2A0B8E979}"/>
              </a:ext>
            </a:extLst>
          </p:cNvPr>
          <p:cNvPicPr>
            <a:picLocks noChangeAspect="1"/>
            <a:extLst>
              <a:ext uri="{51228E76-BA90-4043-B771-695A4F85340A}">
                <alf:liveFeedProps xmlns:alf="http://schemas.microsoft.com/office/drawing/2021/livefeed"/>
              </a:ext>
            </a:extLst>
          </p:cNvPicPr>
          <p:nvPr/>
        </p:nvPicPr>
        <p:blipFill>
          <a:blip r:embed="rId2">
            <a:extLst>
              <a:ext uri="{96DAC541-7B7A-43D3-8B79-37D633B846F1}">
                <asvg:svgBlip xmlns:asvg="http://schemas.microsoft.com/office/drawing/2016/SVG/main" r:embed="rId3"/>
              </a:ext>
            </a:extLst>
          </a:blip>
          <a:stretch>
            <a:fillRect/>
          </a:stretch>
        </p:blipFill>
        <p:spPr>
          <a:xfrm>
            <a:off x="10052305" y="4718304"/>
            <a:ext cx="2057400" cy="2057400"/>
          </a:xfrm>
          <a:prstGeom prst="ellipse">
            <a:avLst/>
          </a:prstGeom>
          <a:ln>
            <a:noFill/>
          </a:ln>
          <a:effectLst>
            <a:softEdge rad="127000"/>
          </a:effectLst>
        </p:spPr>
      </p:pic>
      <p:pic>
        <p:nvPicPr>
          <p:cNvPr id="4" name="Caméra 3">
            <a:extLst>
              <a:ext uri="{FF2B5EF4-FFF2-40B4-BE49-F238E27FC236}">
                <a16:creationId xmlns:a16="http://schemas.microsoft.com/office/drawing/2014/main" id="{B724B76A-5672-FFE2-3A74-F76D5D4D59D8}"/>
              </a:ext>
            </a:extLst>
          </p:cNvPr>
          <p:cNvPicPr>
            <a:picLocks noChangeAspect="1"/>
            <a:extLst>
              <a:ext uri="{51228E76-BA90-4043-B771-695A4F85340A}">
                <alf:liveFeedProps xmlns:alf="http://schemas.microsoft.com/office/drawing/2021/livefeed"/>
              </a:ext>
            </a:extLst>
          </p:cNvPicPr>
          <p:nvPr/>
        </p:nvPicPr>
        <p:blipFill>
          <a:blip r:embed="rId2">
            <a:extLst>
              <a:ext uri="{96DAC541-7B7A-43D3-8B79-37D633B846F1}">
                <asvg:svgBlip xmlns:asvg="http://schemas.microsoft.com/office/drawing/2016/SVG/main" r:embed="rId3"/>
              </a:ext>
            </a:extLst>
          </a:blip>
          <a:stretch>
            <a:fillRect/>
          </a:stretch>
        </p:blipFill>
        <p:spPr>
          <a:xfrm>
            <a:off x="10895685" y="5668780"/>
            <a:ext cx="1124680" cy="1124680"/>
          </a:xfrm>
          <a:prstGeom prst="ellipse">
            <a:avLst/>
          </a:prstGeom>
          <a:ln w="19050" cap="rnd">
            <a:solidFill>
              <a:srgbClr val="404040"/>
            </a:solidFill>
          </a:ln>
          <a:effectLst/>
        </p:spPr>
      </p:pic>
    </p:spTree>
    <p:extLst>
      <p:ext uri="{BB962C8B-B14F-4D97-AF65-F5344CB8AC3E}">
        <p14:creationId xmlns:p14="http://schemas.microsoft.com/office/powerpoint/2010/main" val="216789320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aphique 2" descr="Homme non-voyant portant des lunettes de soleil">
            <a:extLst>
              <a:ext uri="{FF2B5EF4-FFF2-40B4-BE49-F238E27FC236}">
                <a16:creationId xmlns:a16="http://schemas.microsoft.com/office/drawing/2014/main" id="{FC5A6F45-A792-B24D-61E0-5557FB75DDC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82600" y="1260475"/>
            <a:ext cx="2438400" cy="4819650"/>
          </a:xfrm>
          <a:prstGeom prst="rect">
            <a:avLst/>
          </a:prstGeom>
        </p:spPr>
      </p:pic>
      <p:sp>
        <p:nvSpPr>
          <p:cNvPr id="4" name="ZoneTexte 3">
            <a:extLst>
              <a:ext uri="{FF2B5EF4-FFF2-40B4-BE49-F238E27FC236}">
                <a16:creationId xmlns:a16="http://schemas.microsoft.com/office/drawing/2014/main" id="{E9293D94-CA29-84C0-C06C-A90EA4DF12DE}"/>
              </a:ext>
            </a:extLst>
          </p:cNvPr>
          <p:cNvSpPr txBox="1"/>
          <p:nvPr/>
        </p:nvSpPr>
        <p:spPr>
          <a:xfrm>
            <a:off x="2742223" y="1520785"/>
            <a:ext cx="2511576" cy="523220"/>
          </a:xfrm>
          <a:prstGeom prst="rect">
            <a:avLst/>
          </a:prstGeom>
          <a:noFill/>
        </p:spPr>
        <p:txBody>
          <a:bodyPr wrap="square" rtlCol="0">
            <a:spAutoFit/>
          </a:bodyPr>
          <a:lstStyle/>
          <a:p>
            <a:r>
              <a:rPr lang="fr-FR" sz="2800" dirty="0">
                <a:latin typeface="Adella" panose="02000603000000000000" pitchFamily="50" charset="0"/>
                <a:ea typeface="Adella" panose="02000603000000000000" pitchFamily="50" charset="0"/>
              </a:rPr>
              <a:t>Handicapé</a:t>
            </a:r>
          </a:p>
        </p:txBody>
      </p:sp>
      <p:sp>
        <p:nvSpPr>
          <p:cNvPr id="5" name="ZoneTexte 4">
            <a:extLst>
              <a:ext uri="{FF2B5EF4-FFF2-40B4-BE49-F238E27FC236}">
                <a16:creationId xmlns:a16="http://schemas.microsoft.com/office/drawing/2014/main" id="{54A3AF54-CE95-EFFA-BA06-B8D0F28B3DF5}"/>
              </a:ext>
            </a:extLst>
          </p:cNvPr>
          <p:cNvSpPr txBox="1"/>
          <p:nvPr/>
        </p:nvSpPr>
        <p:spPr>
          <a:xfrm>
            <a:off x="2742223" y="2044005"/>
            <a:ext cx="2511576" cy="1384995"/>
          </a:xfrm>
          <a:prstGeom prst="rect">
            <a:avLst/>
          </a:prstGeom>
          <a:noFill/>
        </p:spPr>
        <p:txBody>
          <a:bodyPr wrap="square" rtlCol="0">
            <a:spAutoFit/>
          </a:bodyPr>
          <a:lstStyle/>
          <a:p>
            <a:r>
              <a:rPr lang="fr-FR" sz="2800" dirty="0">
                <a:latin typeface="Adella" panose="02000603000000000000" pitchFamily="50" charset="0"/>
                <a:ea typeface="Adella" panose="02000603000000000000" pitchFamily="50" charset="0"/>
              </a:rPr>
              <a:t>Famille qui vit en dessous du niveau de pauvreté</a:t>
            </a:r>
          </a:p>
        </p:txBody>
      </p:sp>
      <p:sp>
        <p:nvSpPr>
          <p:cNvPr id="6" name="ZoneTexte 5">
            <a:extLst>
              <a:ext uri="{FF2B5EF4-FFF2-40B4-BE49-F238E27FC236}">
                <a16:creationId xmlns:a16="http://schemas.microsoft.com/office/drawing/2014/main" id="{97571C50-4027-32CB-9855-5E231C6AC57E}"/>
              </a:ext>
            </a:extLst>
          </p:cNvPr>
          <p:cNvSpPr txBox="1"/>
          <p:nvPr/>
        </p:nvSpPr>
        <p:spPr>
          <a:xfrm>
            <a:off x="2742223" y="627376"/>
            <a:ext cx="2511576" cy="954107"/>
          </a:xfrm>
          <a:prstGeom prst="rect">
            <a:avLst/>
          </a:prstGeom>
          <a:noFill/>
        </p:spPr>
        <p:txBody>
          <a:bodyPr wrap="square" rtlCol="0">
            <a:spAutoFit/>
          </a:bodyPr>
          <a:lstStyle/>
          <a:p>
            <a:r>
              <a:rPr lang="fr-FR" sz="2800" dirty="0">
                <a:latin typeface="Adella" panose="02000603000000000000" pitchFamily="50" charset="0"/>
                <a:ea typeface="Adella" panose="02000603000000000000" pitchFamily="50" charset="0"/>
              </a:rPr>
              <a:t>L’ainé d’une fratrie de 10 enfants</a:t>
            </a:r>
          </a:p>
        </p:txBody>
      </p:sp>
      <p:sp>
        <p:nvSpPr>
          <p:cNvPr id="7" name="ZoneTexte 6">
            <a:extLst>
              <a:ext uri="{FF2B5EF4-FFF2-40B4-BE49-F238E27FC236}">
                <a16:creationId xmlns:a16="http://schemas.microsoft.com/office/drawing/2014/main" id="{62EA9D9C-D2CF-6D88-35C5-6336E9AA8848}"/>
              </a:ext>
            </a:extLst>
          </p:cNvPr>
          <p:cNvSpPr txBox="1"/>
          <p:nvPr/>
        </p:nvSpPr>
        <p:spPr>
          <a:xfrm>
            <a:off x="2742223" y="3538879"/>
            <a:ext cx="2511576" cy="954107"/>
          </a:xfrm>
          <a:prstGeom prst="rect">
            <a:avLst/>
          </a:prstGeom>
          <a:noFill/>
        </p:spPr>
        <p:txBody>
          <a:bodyPr wrap="square" rtlCol="0">
            <a:spAutoFit/>
          </a:bodyPr>
          <a:lstStyle/>
          <a:p>
            <a:r>
              <a:rPr lang="fr-FR" sz="2800" dirty="0">
                <a:latin typeface="Adella" panose="02000603000000000000" pitchFamily="50" charset="0"/>
                <a:ea typeface="Adella" panose="02000603000000000000" pitchFamily="50" charset="0"/>
              </a:rPr>
              <a:t>Quels projets après les études ?</a:t>
            </a:r>
          </a:p>
        </p:txBody>
      </p:sp>
      <p:sp>
        <p:nvSpPr>
          <p:cNvPr id="8" name="ZoneTexte 7">
            <a:extLst>
              <a:ext uri="{FF2B5EF4-FFF2-40B4-BE49-F238E27FC236}">
                <a16:creationId xmlns:a16="http://schemas.microsoft.com/office/drawing/2014/main" id="{47D34815-D08F-7D06-164B-08605F2AFDBA}"/>
              </a:ext>
            </a:extLst>
          </p:cNvPr>
          <p:cNvSpPr txBox="1"/>
          <p:nvPr/>
        </p:nvSpPr>
        <p:spPr>
          <a:xfrm>
            <a:off x="2742223" y="4492986"/>
            <a:ext cx="2511576" cy="954107"/>
          </a:xfrm>
          <a:prstGeom prst="rect">
            <a:avLst/>
          </a:prstGeom>
          <a:noFill/>
        </p:spPr>
        <p:txBody>
          <a:bodyPr wrap="square" rtlCol="0">
            <a:spAutoFit/>
          </a:bodyPr>
          <a:lstStyle/>
          <a:p>
            <a:r>
              <a:rPr lang="fr-FR" sz="2800" dirty="0">
                <a:latin typeface="Adella" panose="02000603000000000000" pitchFamily="50" charset="0"/>
                <a:ea typeface="Adella" panose="02000603000000000000" pitchFamily="50" charset="0"/>
              </a:rPr>
              <a:t>Postule mais pas de retours</a:t>
            </a:r>
          </a:p>
        </p:txBody>
      </p:sp>
      <p:pic>
        <p:nvPicPr>
          <p:cNvPr id="10" name="Graphique 9" descr="Femme portant une étoffe">
            <a:extLst>
              <a:ext uri="{FF2B5EF4-FFF2-40B4-BE49-F238E27FC236}">
                <a16:creationId xmlns:a16="http://schemas.microsoft.com/office/drawing/2014/main" id="{6406612D-4946-CDE9-9162-75D53F74AE4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096000" y="1889125"/>
            <a:ext cx="1971675" cy="3867150"/>
          </a:xfrm>
          <a:prstGeom prst="rect">
            <a:avLst/>
          </a:prstGeom>
        </p:spPr>
      </p:pic>
      <p:pic>
        <p:nvPicPr>
          <p:cNvPr id="14" name="Graphique 13" descr="Un foulard de tête">
            <a:extLst>
              <a:ext uri="{FF2B5EF4-FFF2-40B4-BE49-F238E27FC236}">
                <a16:creationId xmlns:a16="http://schemas.microsoft.com/office/drawing/2014/main" id="{C97EFD16-F7B1-CD34-2D0A-D69A155B8087}"/>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608547" y="1317625"/>
            <a:ext cx="904875" cy="1019175"/>
          </a:xfrm>
          <a:prstGeom prst="rect">
            <a:avLst/>
          </a:prstGeom>
        </p:spPr>
      </p:pic>
      <p:pic>
        <p:nvPicPr>
          <p:cNvPr id="12" name="Graphique 11" descr="Visage d’une femme">
            <a:extLst>
              <a:ext uri="{FF2B5EF4-FFF2-40B4-BE49-F238E27FC236}">
                <a16:creationId xmlns:a16="http://schemas.microsoft.com/office/drawing/2014/main" id="{8BDAD54F-0CA7-19C4-4B74-EA9D954A1345}"/>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7126287" y="1620470"/>
            <a:ext cx="304800" cy="323850"/>
          </a:xfrm>
          <a:prstGeom prst="rect">
            <a:avLst/>
          </a:prstGeom>
        </p:spPr>
      </p:pic>
      <p:sp>
        <p:nvSpPr>
          <p:cNvPr id="15" name="ZoneTexte 14">
            <a:extLst>
              <a:ext uri="{FF2B5EF4-FFF2-40B4-BE49-F238E27FC236}">
                <a16:creationId xmlns:a16="http://schemas.microsoft.com/office/drawing/2014/main" id="{BB2C0709-2813-0FE3-17AC-06170FA5944B}"/>
              </a:ext>
            </a:extLst>
          </p:cNvPr>
          <p:cNvSpPr txBox="1"/>
          <p:nvPr/>
        </p:nvSpPr>
        <p:spPr>
          <a:xfrm>
            <a:off x="8731099" y="1520785"/>
            <a:ext cx="2511576" cy="523220"/>
          </a:xfrm>
          <a:prstGeom prst="rect">
            <a:avLst/>
          </a:prstGeom>
          <a:noFill/>
        </p:spPr>
        <p:txBody>
          <a:bodyPr wrap="square" rtlCol="0">
            <a:spAutoFit/>
          </a:bodyPr>
          <a:lstStyle/>
          <a:p>
            <a:r>
              <a:rPr lang="fr-FR" sz="2800" dirty="0">
                <a:latin typeface="Adella" panose="02000603000000000000" pitchFamily="50" charset="0"/>
                <a:ea typeface="Adella" panose="02000603000000000000" pitchFamily="50" charset="0"/>
              </a:rPr>
              <a:t>Musulmane</a:t>
            </a:r>
          </a:p>
        </p:txBody>
      </p:sp>
      <p:sp>
        <p:nvSpPr>
          <p:cNvPr id="16" name="ZoneTexte 15">
            <a:extLst>
              <a:ext uri="{FF2B5EF4-FFF2-40B4-BE49-F238E27FC236}">
                <a16:creationId xmlns:a16="http://schemas.microsoft.com/office/drawing/2014/main" id="{403B0B3B-6CF7-3BEC-8C96-1A8B357DA716}"/>
              </a:ext>
            </a:extLst>
          </p:cNvPr>
          <p:cNvSpPr txBox="1"/>
          <p:nvPr/>
        </p:nvSpPr>
        <p:spPr>
          <a:xfrm>
            <a:off x="8731099" y="1944320"/>
            <a:ext cx="2511576" cy="954107"/>
          </a:xfrm>
          <a:prstGeom prst="rect">
            <a:avLst/>
          </a:prstGeom>
          <a:noFill/>
        </p:spPr>
        <p:txBody>
          <a:bodyPr wrap="square" rtlCol="0">
            <a:spAutoFit/>
          </a:bodyPr>
          <a:lstStyle/>
          <a:p>
            <a:r>
              <a:rPr lang="fr-FR" sz="2800" dirty="0">
                <a:latin typeface="Adella" panose="02000603000000000000" pitchFamily="50" charset="0"/>
                <a:ea typeface="Adella" panose="02000603000000000000" pitchFamily="50" charset="0"/>
              </a:rPr>
              <a:t>Immigrée, vient de somalie</a:t>
            </a:r>
          </a:p>
        </p:txBody>
      </p:sp>
      <p:sp>
        <p:nvSpPr>
          <p:cNvPr id="17" name="ZoneTexte 16">
            <a:extLst>
              <a:ext uri="{FF2B5EF4-FFF2-40B4-BE49-F238E27FC236}">
                <a16:creationId xmlns:a16="http://schemas.microsoft.com/office/drawing/2014/main" id="{5526CDFC-FAED-D789-FAF1-597A86EC67EA}"/>
              </a:ext>
            </a:extLst>
          </p:cNvPr>
          <p:cNvSpPr txBox="1"/>
          <p:nvPr/>
        </p:nvSpPr>
        <p:spPr>
          <a:xfrm>
            <a:off x="8731099" y="2844908"/>
            <a:ext cx="2511576" cy="523220"/>
          </a:xfrm>
          <a:prstGeom prst="rect">
            <a:avLst/>
          </a:prstGeom>
          <a:noFill/>
        </p:spPr>
        <p:txBody>
          <a:bodyPr wrap="square" rtlCol="0">
            <a:spAutoFit/>
          </a:bodyPr>
          <a:lstStyle/>
          <a:p>
            <a:r>
              <a:rPr lang="fr-FR" sz="2800" dirty="0">
                <a:latin typeface="Adella" panose="02000603000000000000" pitchFamily="50" charset="0"/>
                <a:ea typeface="Adella" panose="02000603000000000000" pitchFamily="50" charset="0"/>
              </a:rPr>
              <a:t>Sujette aux clichés</a:t>
            </a:r>
          </a:p>
        </p:txBody>
      </p:sp>
      <p:sp>
        <p:nvSpPr>
          <p:cNvPr id="18" name="ZoneTexte 17">
            <a:extLst>
              <a:ext uri="{FF2B5EF4-FFF2-40B4-BE49-F238E27FC236}">
                <a16:creationId xmlns:a16="http://schemas.microsoft.com/office/drawing/2014/main" id="{79DEA938-44AD-DC2E-55D2-95CB6ED47E1C}"/>
              </a:ext>
            </a:extLst>
          </p:cNvPr>
          <p:cNvSpPr txBox="1"/>
          <p:nvPr/>
        </p:nvSpPr>
        <p:spPr>
          <a:xfrm>
            <a:off x="8731099" y="3321962"/>
            <a:ext cx="2511576" cy="1384995"/>
          </a:xfrm>
          <a:prstGeom prst="rect">
            <a:avLst/>
          </a:prstGeom>
          <a:noFill/>
        </p:spPr>
        <p:txBody>
          <a:bodyPr wrap="square" rtlCol="0">
            <a:spAutoFit/>
          </a:bodyPr>
          <a:lstStyle/>
          <a:p>
            <a:r>
              <a:rPr lang="fr-FR" sz="2800" dirty="0">
                <a:latin typeface="Adella" panose="02000603000000000000" pitchFamily="50" charset="0"/>
                <a:ea typeface="Adella" panose="02000603000000000000" pitchFamily="50" charset="0"/>
              </a:rPr>
              <a:t>Beaucoup pensent que sa place est dans son pays</a:t>
            </a:r>
          </a:p>
        </p:txBody>
      </p:sp>
      <p:pic>
        <p:nvPicPr>
          <p:cNvPr id="2" name="Caméra 1">
            <a:extLst>
              <a:ext uri="{FF2B5EF4-FFF2-40B4-BE49-F238E27FC236}">
                <a16:creationId xmlns:a16="http://schemas.microsoft.com/office/drawing/2014/main" id="{7CFE3F21-FC58-1F9F-2F10-6704DD0CAACB}"/>
              </a:ext>
            </a:extLst>
          </p:cNvPr>
          <p:cNvPicPr>
            <a:picLocks noChangeAspect="1"/>
            <a:extLst>
              <a:ext uri="{51228E76-BA90-4043-B771-695A4F85340A}">
                <alf:liveFeedProps xmlns:alf="http://schemas.microsoft.com/office/drawing/2021/livefeed"/>
              </a:ext>
            </a:extLst>
          </p:cNvPicPr>
          <p:nvPr/>
        </p:nvPicPr>
        <p:blipFill>
          <a:blip r:embed="rId10">
            <a:extLst>
              <a:ext uri="{96DAC541-7B7A-43D3-8B79-37D633B846F1}">
                <asvg:svgBlip xmlns:asvg="http://schemas.microsoft.com/office/drawing/2016/SVG/main" r:embed="rId11"/>
              </a:ext>
            </a:extLst>
          </a:blip>
          <a:stretch>
            <a:fillRect/>
          </a:stretch>
        </p:blipFill>
        <p:spPr>
          <a:xfrm>
            <a:off x="10052304" y="4718304"/>
            <a:ext cx="2057400" cy="2057400"/>
          </a:xfrm>
          <a:prstGeom prst="ellipse">
            <a:avLst/>
          </a:prstGeom>
        </p:spPr>
      </p:pic>
      <p:pic>
        <p:nvPicPr>
          <p:cNvPr id="9" name="Caméra 8">
            <a:extLst>
              <a:ext uri="{FF2B5EF4-FFF2-40B4-BE49-F238E27FC236}">
                <a16:creationId xmlns:a16="http://schemas.microsoft.com/office/drawing/2014/main" id="{0B17EB4A-A8A5-7FE9-AEF5-CF3283D23014}"/>
              </a:ext>
            </a:extLst>
          </p:cNvPr>
          <p:cNvPicPr>
            <a:picLocks noChangeAspect="1"/>
            <a:extLst>
              <a:ext uri="{51228E76-BA90-4043-B771-695A4F85340A}">
                <alf:liveFeedProps xmlns:alf="http://schemas.microsoft.com/office/drawing/2021/livefeed"/>
              </a:ext>
            </a:extLst>
          </p:cNvPicPr>
          <p:nvPr/>
        </p:nvPicPr>
        <p:blipFill>
          <a:blip r:embed="rId10">
            <a:extLst>
              <a:ext uri="{96DAC541-7B7A-43D3-8B79-37D633B846F1}">
                <asvg:svgBlip xmlns:asvg="http://schemas.microsoft.com/office/drawing/2016/SVG/main" r:embed="rId11"/>
              </a:ext>
            </a:extLst>
          </a:blip>
          <a:stretch>
            <a:fillRect/>
          </a:stretch>
        </p:blipFill>
        <p:spPr>
          <a:xfrm>
            <a:off x="10052305" y="4718304"/>
            <a:ext cx="2057400" cy="2057400"/>
          </a:xfrm>
          <a:prstGeom prst="ellipse">
            <a:avLst/>
          </a:prstGeom>
          <a:ln>
            <a:noFill/>
          </a:ln>
          <a:effectLst>
            <a:softEdge rad="127000"/>
          </a:effectLst>
        </p:spPr>
      </p:pic>
      <p:pic>
        <p:nvPicPr>
          <p:cNvPr id="11" name="Caméra 10">
            <a:extLst>
              <a:ext uri="{FF2B5EF4-FFF2-40B4-BE49-F238E27FC236}">
                <a16:creationId xmlns:a16="http://schemas.microsoft.com/office/drawing/2014/main" id="{0D1EC0BC-23DD-7771-0F93-8A76CA4FB854}"/>
              </a:ext>
            </a:extLst>
          </p:cNvPr>
          <p:cNvPicPr>
            <a:picLocks noChangeAspect="1"/>
            <a:extLst>
              <a:ext uri="{51228E76-BA90-4043-B771-695A4F85340A}">
                <alf:liveFeedProps xmlns:alf="http://schemas.microsoft.com/office/drawing/2021/livefeed"/>
              </a:ext>
            </a:extLst>
          </p:cNvPicPr>
          <p:nvPr/>
        </p:nvPicPr>
        <p:blipFill>
          <a:blip r:embed="rId10">
            <a:extLst>
              <a:ext uri="{96DAC541-7B7A-43D3-8B79-37D633B846F1}">
                <asvg:svgBlip xmlns:asvg="http://schemas.microsoft.com/office/drawing/2016/SVG/main" r:embed="rId11"/>
              </a:ext>
            </a:extLst>
          </a:blip>
          <a:stretch>
            <a:fillRect/>
          </a:stretch>
        </p:blipFill>
        <p:spPr>
          <a:xfrm>
            <a:off x="10895685" y="5668780"/>
            <a:ext cx="1124680" cy="1124680"/>
          </a:xfrm>
          <a:prstGeom prst="ellipse">
            <a:avLst/>
          </a:prstGeom>
          <a:ln w="19050" cap="rnd">
            <a:solidFill>
              <a:srgbClr val="404040"/>
            </a:solidFill>
          </a:ln>
          <a:effectLst/>
        </p:spPr>
      </p:pic>
    </p:spTree>
    <p:extLst>
      <p:ext uri="{BB962C8B-B14F-4D97-AF65-F5344CB8AC3E}">
        <p14:creationId xmlns:p14="http://schemas.microsoft.com/office/powerpoint/2010/main" val="129379866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Graphique 8" descr="Une fille pointant en haut">
            <a:extLst>
              <a:ext uri="{FF2B5EF4-FFF2-40B4-BE49-F238E27FC236}">
                <a16:creationId xmlns:a16="http://schemas.microsoft.com/office/drawing/2014/main" id="{477FC496-49C8-3BCF-143B-37DF94E406D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296706" y="2207400"/>
            <a:ext cx="2162175" cy="3790950"/>
          </a:xfrm>
          <a:prstGeom prst="rect">
            <a:avLst/>
          </a:prstGeom>
        </p:spPr>
      </p:pic>
      <p:pic>
        <p:nvPicPr>
          <p:cNvPr id="13" name="Graphique 12" descr="Femme aux long cheveux">
            <a:extLst>
              <a:ext uri="{FF2B5EF4-FFF2-40B4-BE49-F238E27FC236}">
                <a16:creationId xmlns:a16="http://schemas.microsoft.com/office/drawing/2014/main" id="{3388E8A2-E113-0AE4-F567-1D21EC075C3C}"/>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707462" y="2026425"/>
            <a:ext cx="942975" cy="1047750"/>
          </a:xfrm>
          <a:prstGeom prst="rect">
            <a:avLst/>
          </a:prstGeom>
        </p:spPr>
      </p:pic>
      <p:pic>
        <p:nvPicPr>
          <p:cNvPr id="20" name="Graphique 19" descr="Visage d’une femme">
            <a:extLst>
              <a:ext uri="{FF2B5EF4-FFF2-40B4-BE49-F238E27FC236}">
                <a16:creationId xmlns:a16="http://schemas.microsoft.com/office/drawing/2014/main" id="{DADFF580-7B04-9606-19B0-23ACBB4C62AD}"/>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178949" y="2388375"/>
            <a:ext cx="304800" cy="323850"/>
          </a:xfrm>
          <a:prstGeom prst="rect">
            <a:avLst/>
          </a:prstGeom>
        </p:spPr>
      </p:pic>
      <p:sp>
        <p:nvSpPr>
          <p:cNvPr id="21" name="ZoneTexte 20">
            <a:extLst>
              <a:ext uri="{FF2B5EF4-FFF2-40B4-BE49-F238E27FC236}">
                <a16:creationId xmlns:a16="http://schemas.microsoft.com/office/drawing/2014/main" id="{0E6FFA3D-B813-AFD4-8A32-FF0175F90CFA}"/>
              </a:ext>
            </a:extLst>
          </p:cNvPr>
          <p:cNvSpPr txBox="1"/>
          <p:nvPr/>
        </p:nvSpPr>
        <p:spPr>
          <a:xfrm>
            <a:off x="4840212" y="434005"/>
            <a:ext cx="2511576" cy="523220"/>
          </a:xfrm>
          <a:prstGeom prst="rect">
            <a:avLst/>
          </a:prstGeom>
          <a:noFill/>
        </p:spPr>
        <p:txBody>
          <a:bodyPr wrap="square" rtlCol="0">
            <a:spAutoFit/>
          </a:bodyPr>
          <a:lstStyle/>
          <a:p>
            <a:r>
              <a:rPr lang="fr-FR" sz="2800" dirty="0">
                <a:latin typeface="Adella" panose="02000603000000000000" pitchFamily="50" charset="0"/>
                <a:ea typeface="Adella" panose="02000603000000000000" pitchFamily="50" charset="0"/>
              </a:rPr>
              <a:t>Famille affluente</a:t>
            </a:r>
          </a:p>
        </p:txBody>
      </p:sp>
      <p:sp>
        <p:nvSpPr>
          <p:cNvPr id="22" name="ZoneTexte 21">
            <a:extLst>
              <a:ext uri="{FF2B5EF4-FFF2-40B4-BE49-F238E27FC236}">
                <a16:creationId xmlns:a16="http://schemas.microsoft.com/office/drawing/2014/main" id="{C3E2D477-550C-774C-25AB-0343E2FFC118}"/>
              </a:ext>
            </a:extLst>
          </p:cNvPr>
          <p:cNvSpPr txBox="1"/>
          <p:nvPr/>
        </p:nvSpPr>
        <p:spPr>
          <a:xfrm>
            <a:off x="4824668" y="1044090"/>
            <a:ext cx="2511576" cy="1384995"/>
          </a:xfrm>
          <a:prstGeom prst="rect">
            <a:avLst/>
          </a:prstGeom>
          <a:noFill/>
        </p:spPr>
        <p:txBody>
          <a:bodyPr wrap="square" rtlCol="0">
            <a:spAutoFit/>
          </a:bodyPr>
          <a:lstStyle/>
          <a:p>
            <a:r>
              <a:rPr lang="fr-FR" sz="2800" dirty="0">
                <a:latin typeface="Adella" panose="02000603000000000000" pitchFamily="50" charset="0"/>
                <a:ea typeface="Adella" panose="02000603000000000000" pitchFamily="50" charset="0"/>
              </a:rPr>
              <a:t>Son père possède une entreprise florissante</a:t>
            </a:r>
          </a:p>
        </p:txBody>
      </p:sp>
      <p:sp>
        <p:nvSpPr>
          <p:cNvPr id="23" name="ZoneTexte 22">
            <a:extLst>
              <a:ext uri="{FF2B5EF4-FFF2-40B4-BE49-F238E27FC236}">
                <a16:creationId xmlns:a16="http://schemas.microsoft.com/office/drawing/2014/main" id="{DEBA9B28-DB06-0492-6DBD-B4067289B4F8}"/>
              </a:ext>
            </a:extLst>
          </p:cNvPr>
          <p:cNvSpPr txBox="1"/>
          <p:nvPr/>
        </p:nvSpPr>
        <p:spPr>
          <a:xfrm>
            <a:off x="4824668" y="2515950"/>
            <a:ext cx="2511576" cy="1815882"/>
          </a:xfrm>
          <a:prstGeom prst="rect">
            <a:avLst/>
          </a:prstGeom>
          <a:noFill/>
        </p:spPr>
        <p:txBody>
          <a:bodyPr wrap="square" rtlCol="0">
            <a:spAutoFit/>
          </a:bodyPr>
          <a:lstStyle/>
          <a:p>
            <a:r>
              <a:rPr lang="fr-FR" sz="2800" dirty="0">
                <a:latin typeface="Adella" panose="02000603000000000000" pitchFamily="50" charset="0"/>
                <a:ea typeface="Adella" panose="02000603000000000000" pitchFamily="50" charset="0"/>
              </a:rPr>
              <a:t>Ses parents et grands-parents ont fait des études supérieures</a:t>
            </a:r>
          </a:p>
        </p:txBody>
      </p:sp>
      <p:sp>
        <p:nvSpPr>
          <p:cNvPr id="24" name="ZoneTexte 23">
            <a:extLst>
              <a:ext uri="{FF2B5EF4-FFF2-40B4-BE49-F238E27FC236}">
                <a16:creationId xmlns:a16="http://schemas.microsoft.com/office/drawing/2014/main" id="{F0808BD2-B5D9-FF16-C27B-188CEB66EB4D}"/>
              </a:ext>
            </a:extLst>
          </p:cNvPr>
          <p:cNvSpPr txBox="1"/>
          <p:nvPr/>
        </p:nvSpPr>
        <p:spPr>
          <a:xfrm>
            <a:off x="4840212" y="4331832"/>
            <a:ext cx="2511576" cy="954107"/>
          </a:xfrm>
          <a:prstGeom prst="rect">
            <a:avLst/>
          </a:prstGeom>
          <a:noFill/>
        </p:spPr>
        <p:txBody>
          <a:bodyPr wrap="square" rtlCol="0">
            <a:spAutoFit/>
          </a:bodyPr>
          <a:lstStyle/>
          <a:p>
            <a:r>
              <a:rPr lang="fr-FR" sz="2800" dirty="0">
                <a:latin typeface="Adella" panose="02000603000000000000" pitchFamily="50" charset="0"/>
                <a:ea typeface="Adella" panose="02000603000000000000" pitchFamily="50" charset="0"/>
              </a:rPr>
              <a:t>Ne s’interroge pas sur son identité</a:t>
            </a:r>
          </a:p>
        </p:txBody>
      </p:sp>
      <p:sp>
        <p:nvSpPr>
          <p:cNvPr id="25" name="ZoneTexte 24">
            <a:extLst>
              <a:ext uri="{FF2B5EF4-FFF2-40B4-BE49-F238E27FC236}">
                <a16:creationId xmlns:a16="http://schemas.microsoft.com/office/drawing/2014/main" id="{B27B9AC7-7AB4-D9FA-D11D-79FB63E5C064}"/>
              </a:ext>
            </a:extLst>
          </p:cNvPr>
          <p:cNvSpPr txBox="1"/>
          <p:nvPr/>
        </p:nvSpPr>
        <p:spPr>
          <a:xfrm>
            <a:off x="4840212" y="5326638"/>
            <a:ext cx="3567188" cy="954107"/>
          </a:xfrm>
          <a:prstGeom prst="rect">
            <a:avLst/>
          </a:prstGeom>
          <a:noFill/>
        </p:spPr>
        <p:txBody>
          <a:bodyPr wrap="square" rtlCol="0">
            <a:spAutoFit/>
          </a:bodyPr>
          <a:lstStyle/>
          <a:p>
            <a:r>
              <a:rPr lang="fr-FR" sz="2800" dirty="0">
                <a:latin typeface="Adella" panose="02000603000000000000" pitchFamily="50" charset="0"/>
                <a:ea typeface="Adella" panose="02000603000000000000" pitchFamily="50" charset="0"/>
              </a:rPr>
              <a:t>Ne doute pas de son avenir (université, travail, …)</a:t>
            </a:r>
          </a:p>
        </p:txBody>
      </p:sp>
      <p:pic>
        <p:nvPicPr>
          <p:cNvPr id="2" name="Caméra 1">
            <a:extLst>
              <a:ext uri="{FF2B5EF4-FFF2-40B4-BE49-F238E27FC236}">
                <a16:creationId xmlns:a16="http://schemas.microsoft.com/office/drawing/2014/main" id="{DA8BE9F5-A3B3-ED22-50BB-F5026A57D95A}"/>
              </a:ext>
            </a:extLst>
          </p:cNvPr>
          <p:cNvPicPr>
            <a:picLocks noChangeAspect="1"/>
            <a:extLst>
              <a:ext uri="{51228E76-BA90-4043-B771-695A4F85340A}">
                <alf:liveFeedProps xmlns:alf="http://schemas.microsoft.com/office/drawing/2021/livefeed"/>
              </a:ext>
            </a:extLst>
          </p:cNvPicPr>
          <p:nvPr/>
        </p:nvPicPr>
        <p:blipFill>
          <a:blip r:embed="rId8">
            <a:extLst>
              <a:ext uri="{96DAC541-7B7A-43D3-8B79-37D633B846F1}">
                <asvg:svgBlip xmlns:asvg="http://schemas.microsoft.com/office/drawing/2016/SVG/main" r:embed="rId9"/>
              </a:ext>
            </a:extLst>
          </a:blip>
          <a:stretch>
            <a:fillRect/>
          </a:stretch>
        </p:blipFill>
        <p:spPr>
          <a:xfrm>
            <a:off x="10052304" y="4718304"/>
            <a:ext cx="2057400" cy="2057400"/>
          </a:xfrm>
          <a:prstGeom prst="ellipse">
            <a:avLst/>
          </a:prstGeom>
        </p:spPr>
      </p:pic>
      <p:pic>
        <p:nvPicPr>
          <p:cNvPr id="3" name="Caméra 2">
            <a:extLst>
              <a:ext uri="{FF2B5EF4-FFF2-40B4-BE49-F238E27FC236}">
                <a16:creationId xmlns:a16="http://schemas.microsoft.com/office/drawing/2014/main" id="{A511DBB4-CA16-0526-3C29-4F5AFDE93F88}"/>
              </a:ext>
            </a:extLst>
          </p:cNvPr>
          <p:cNvPicPr>
            <a:picLocks noChangeAspect="1"/>
            <a:extLst>
              <a:ext uri="{51228E76-BA90-4043-B771-695A4F85340A}">
                <alf:liveFeedProps xmlns:alf="http://schemas.microsoft.com/office/drawing/2021/livefeed"/>
              </a:ext>
            </a:extLst>
          </p:cNvPicPr>
          <p:nvPr/>
        </p:nvPicPr>
        <p:blipFill>
          <a:blip r:embed="rId8">
            <a:extLst>
              <a:ext uri="{96DAC541-7B7A-43D3-8B79-37D633B846F1}">
                <asvg:svgBlip xmlns:asvg="http://schemas.microsoft.com/office/drawing/2016/SVG/main" r:embed="rId9"/>
              </a:ext>
            </a:extLst>
          </a:blip>
          <a:stretch>
            <a:fillRect/>
          </a:stretch>
        </p:blipFill>
        <p:spPr>
          <a:xfrm>
            <a:off x="10052305" y="4718304"/>
            <a:ext cx="2057400" cy="2057400"/>
          </a:xfrm>
          <a:prstGeom prst="ellipse">
            <a:avLst/>
          </a:prstGeom>
          <a:ln>
            <a:noFill/>
          </a:ln>
          <a:effectLst>
            <a:softEdge rad="127000"/>
          </a:effectLst>
        </p:spPr>
      </p:pic>
      <p:pic>
        <p:nvPicPr>
          <p:cNvPr id="4" name="Caméra 3">
            <a:extLst>
              <a:ext uri="{FF2B5EF4-FFF2-40B4-BE49-F238E27FC236}">
                <a16:creationId xmlns:a16="http://schemas.microsoft.com/office/drawing/2014/main" id="{FC351A16-47CE-E025-BA07-DD61996B8B09}"/>
              </a:ext>
            </a:extLst>
          </p:cNvPr>
          <p:cNvPicPr>
            <a:picLocks noChangeAspect="1"/>
            <a:extLst>
              <a:ext uri="{51228E76-BA90-4043-B771-695A4F85340A}">
                <alf:liveFeedProps xmlns:alf="http://schemas.microsoft.com/office/drawing/2021/livefeed"/>
              </a:ext>
            </a:extLst>
          </p:cNvPicPr>
          <p:nvPr/>
        </p:nvPicPr>
        <p:blipFill>
          <a:blip r:embed="rId8">
            <a:extLst>
              <a:ext uri="{96DAC541-7B7A-43D3-8B79-37D633B846F1}">
                <asvg:svgBlip xmlns:asvg="http://schemas.microsoft.com/office/drawing/2016/SVG/main" r:embed="rId9"/>
              </a:ext>
            </a:extLst>
          </a:blip>
          <a:stretch>
            <a:fillRect/>
          </a:stretch>
        </p:blipFill>
        <p:spPr>
          <a:xfrm>
            <a:off x="10895685" y="5668780"/>
            <a:ext cx="1124680" cy="1124680"/>
          </a:xfrm>
          <a:prstGeom prst="ellipse">
            <a:avLst/>
          </a:prstGeom>
          <a:ln w="19050" cap="rnd">
            <a:solidFill>
              <a:srgbClr val="404040"/>
            </a:solidFill>
          </a:ln>
          <a:effectLst/>
        </p:spPr>
      </p:pic>
    </p:spTree>
    <p:extLst>
      <p:ext uri="{BB962C8B-B14F-4D97-AF65-F5344CB8AC3E}">
        <p14:creationId xmlns:p14="http://schemas.microsoft.com/office/powerpoint/2010/main" val="60231234"/>
      </p:ext>
    </p:extLst>
  </p:cSld>
  <p:clrMapOvr>
    <a:masterClrMapping/>
  </p:clrMapOvr>
</p:sld>
</file>

<file path=ppt/theme/theme1.xml><?xml version="1.0" encoding="utf-8"?>
<a:theme xmlns:a="http://schemas.openxmlformats.org/drawingml/2006/main" name="Métropolitain">
  <a:themeElements>
    <a:clrScheme name="Nuances de gris">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Métropolitain">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Métropolitain">
      <a:fillStyleLst>
        <a:solidFill>
          <a:schemeClr val="phClr"/>
        </a:solidFill>
        <a:gradFill rotWithShape="1">
          <a:gsLst>
            <a:gs pos="0">
              <a:schemeClr val="phClr">
                <a:tint val="70000"/>
                <a:satMod val="100000"/>
                <a:lumMod val="110000"/>
              </a:schemeClr>
            </a:gs>
            <a:gs pos="50000">
              <a:schemeClr val="phClr">
                <a:tint val="75000"/>
                <a:satMod val="101000"/>
                <a:lumMod val="105000"/>
              </a:schemeClr>
            </a:gs>
            <a:gs pos="100000">
              <a:schemeClr val="phClr">
                <a:tint val="82000"/>
                <a:satMod val="104000"/>
                <a:lumMod val="105000"/>
              </a:schemeClr>
            </a:gs>
          </a:gsLst>
          <a:lin ang="2700000" scaled="0"/>
        </a:gradFill>
        <a:gradFill rotWithShape="1">
          <a:gsLst>
            <a:gs pos="0">
              <a:schemeClr val="phClr">
                <a:tint val="97000"/>
                <a:satMod val="100000"/>
                <a:lumMod val="102000"/>
              </a:schemeClr>
            </a:gs>
            <a:gs pos="50000">
              <a:schemeClr val="phClr">
                <a:shade val="100000"/>
                <a:satMod val="100000"/>
                <a:lumMod val="100000"/>
              </a:schemeClr>
            </a:gs>
            <a:gs pos="100000">
              <a:schemeClr val="phClr">
                <a:shade val="80000"/>
                <a:satMod val="100000"/>
                <a:lumMod val="99000"/>
              </a:schemeClr>
            </a:gs>
          </a:gsLst>
          <a:lin ang="27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solidFill>
          <a:schemeClr val="phClr">
            <a:shade val="95000"/>
            <a:satMod val="170000"/>
          </a:schemeClr>
        </a:solidFill>
      </a:bgFillStyleLst>
    </a:fmtScheme>
  </a:themeElements>
  <a:objectDefaults/>
  <a:extraClrSchemeLst/>
  <a:extLst>
    <a:ext uri="{05A4C25C-085E-4340-85A3-A5531E510DB2}">
      <thm15:themeFamily xmlns:thm15="http://schemas.microsoft.com/office/thememl/2012/main" name="Metropolitan" id="{4C5440D6-04D2-4954-96CF-F251137069B2}" vid="{79CFCA13-9412-4290-BB4B-85112F88857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TM03457491[[fn=Métropolitain]]</Template>
  <TotalTime>1171</TotalTime>
  <Words>2090</Words>
  <Application>Microsoft Office PowerPoint</Application>
  <PresentationFormat>Grand écran</PresentationFormat>
  <Paragraphs>194</Paragraphs>
  <Slides>28</Slides>
  <Notes>0</Notes>
  <HiddenSlides>0</HiddenSlides>
  <MMClips>0</MMClips>
  <ScaleCrop>false</ScaleCrop>
  <HeadingPairs>
    <vt:vector size="6" baseType="variant">
      <vt:variant>
        <vt:lpstr>Polices utilisées</vt:lpstr>
      </vt:variant>
      <vt:variant>
        <vt:i4>16</vt:i4>
      </vt:variant>
      <vt:variant>
        <vt:lpstr>Thème</vt:lpstr>
      </vt:variant>
      <vt:variant>
        <vt:i4>2</vt:i4>
      </vt:variant>
      <vt:variant>
        <vt:lpstr>Titres des diapositives</vt:lpstr>
      </vt:variant>
      <vt:variant>
        <vt:i4>28</vt:i4>
      </vt:variant>
    </vt:vector>
  </HeadingPairs>
  <TitlesOfParts>
    <vt:vector size="46" baseType="lpstr">
      <vt:lpstr>Adam Warren pro</vt:lpstr>
      <vt:lpstr>Adella</vt:lpstr>
      <vt:lpstr>ADVENTURE AWAIT</vt:lpstr>
      <vt:lpstr>Arial</vt:lpstr>
      <vt:lpstr>Bahnschrift SemiLight</vt:lpstr>
      <vt:lpstr>Bahnschrift SemiLight Condensed</vt:lpstr>
      <vt:lpstr>Bebas Neue</vt:lpstr>
      <vt:lpstr>Berlin Sans FB Demi</vt:lpstr>
      <vt:lpstr>Brush Script MT</vt:lpstr>
      <vt:lpstr>Calibri</vt:lpstr>
      <vt:lpstr>Calibri Light</vt:lpstr>
      <vt:lpstr>EB Garamond</vt:lpstr>
      <vt:lpstr>Montserrat</vt:lpstr>
      <vt:lpstr>Posterama</vt:lpstr>
      <vt:lpstr>Roboto</vt:lpstr>
      <vt:lpstr>Tw Cen MT</vt:lpstr>
      <vt:lpstr>Métropolitain</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Diégo DACALOR</dc:creator>
  <cp:lastModifiedBy>Diégo DACALOR</cp:lastModifiedBy>
  <cp:revision>8</cp:revision>
  <dcterms:created xsi:type="dcterms:W3CDTF">2023-07-14T23:27:18Z</dcterms:created>
  <dcterms:modified xsi:type="dcterms:W3CDTF">2023-09-16T15:01:33Z</dcterms:modified>
</cp:coreProperties>
</file>